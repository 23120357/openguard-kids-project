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4726bfd3a841da" /><Relationship Type="http://schemas.openxmlformats.org/officeDocument/2006/relationships/extended-properties" Target="/docProps/app.xml" Id="R104de12b38854b09" /><Relationship Type="http://schemas.openxmlformats.org/officeDocument/2006/relationships/officeDocument" Target="/ppt/presentation.xml" Id="Ra5ed8a4f464c45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8731d4ba424a5c"/>
  </p:sldMasterIdLst>
  <p:notesMasterIdLst>
    <p:notesMasterId xmlns:r="http://schemas.openxmlformats.org/officeDocument/2006/relationships" r:id="R6bf0957fde794406"/>
  </p:notesMasterIdLst>
  <p:sldIdLst>
    <p:sldId xmlns:r="http://schemas.openxmlformats.org/officeDocument/2006/relationships" id="256" r:id="Rcdc96954dbb34eb7"/>
    <p:sldId xmlns:r="http://schemas.openxmlformats.org/officeDocument/2006/relationships" id="257" r:id="Rabfcc6d80a344b4d"/>
    <p:sldId xmlns:r="http://schemas.openxmlformats.org/officeDocument/2006/relationships" id="258" r:id="Rff0e707e7e1e48bd"/>
    <p:sldId xmlns:r="http://schemas.openxmlformats.org/officeDocument/2006/relationships" id="259" r:id="R7f67d7ee57844109"/>
    <p:sldId xmlns:r="http://schemas.openxmlformats.org/officeDocument/2006/relationships" id="260" r:id="Ra893cba0e40d4a10"/>
    <p:sldId xmlns:r="http://schemas.openxmlformats.org/officeDocument/2006/relationships" id="261" r:id="R35904382860a4291"/>
    <p:sldId xmlns:r="http://schemas.openxmlformats.org/officeDocument/2006/relationships" id="262" r:id="Rffd1573602cc4d3b"/>
    <p:sldId xmlns:r="http://schemas.openxmlformats.org/officeDocument/2006/relationships" id="263" r:id="Rdce98de38aef44ba"/>
    <p:sldId xmlns:r="http://schemas.openxmlformats.org/officeDocument/2006/relationships" id="264" r:id="Rb9009102ae2143dd"/>
    <p:sldId xmlns:r="http://schemas.openxmlformats.org/officeDocument/2006/relationships" id="265" r:id="Rc219d8700f594f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6a50b5c41a4ea8" /><Relationship Type="http://schemas.openxmlformats.org/officeDocument/2006/relationships/slideMaster" Target="/ppt/slideMasters/slideMaster1.xml" Id="R078731d4ba424a5c" /><Relationship Type="http://schemas.openxmlformats.org/officeDocument/2006/relationships/notesMaster" Target="/ppt/notesMasters/notesMaster1.xml" Id="R6bf0957fde794406" /><Relationship Type="http://schemas.openxmlformats.org/officeDocument/2006/relationships/presProps" Target="/ppt/presProps.xml" Id="Rad1c2169b0894d78" /><Relationship Type="http://schemas.openxmlformats.org/officeDocument/2006/relationships/tableStyles" Target="/ppt/tableStyles.xml" Id="R904710ce1a9849ee" /><Relationship Type="http://schemas.openxmlformats.org/officeDocument/2006/relationships/slide" Target="/ppt/slides/slide1.xml" Id="Rcdc96954dbb34eb7" /><Relationship Type="http://schemas.openxmlformats.org/officeDocument/2006/relationships/slide" Target="/ppt/slides/slide2.xml" Id="Rabfcc6d80a344b4d" /><Relationship Type="http://schemas.openxmlformats.org/officeDocument/2006/relationships/slide" Target="/ppt/slides/slide3.xml" Id="Rff0e707e7e1e48bd" /><Relationship Type="http://schemas.openxmlformats.org/officeDocument/2006/relationships/slide" Target="/ppt/slides/slide4.xml" Id="R7f67d7ee57844109" /><Relationship Type="http://schemas.openxmlformats.org/officeDocument/2006/relationships/slide" Target="/ppt/slides/slide5.xml" Id="Ra893cba0e40d4a10" /><Relationship Type="http://schemas.openxmlformats.org/officeDocument/2006/relationships/slide" Target="/ppt/slides/slide6.xml" Id="R35904382860a4291" /><Relationship Type="http://schemas.openxmlformats.org/officeDocument/2006/relationships/slide" Target="/ppt/slides/slide7.xml" Id="Rffd1573602cc4d3b" /><Relationship Type="http://schemas.openxmlformats.org/officeDocument/2006/relationships/slide" Target="/ppt/slides/slide8.xml" Id="Rdce98de38aef44ba" /><Relationship Type="http://schemas.openxmlformats.org/officeDocument/2006/relationships/slide" Target="/ppt/slides/slide9.xml" Id="Rb9009102ae2143dd" /><Relationship Type="http://schemas.openxmlformats.org/officeDocument/2006/relationships/slide" Target="/ppt/slides/slide10.xml" Id="Rc219d8700f594f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143500dcf545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819c2207434a2f" /><Relationship Type="http://schemas.openxmlformats.org/officeDocument/2006/relationships/notesMaster" Target="/ppt/notesMasters/notesMaster1.xml" Id="R97c78cc5b72343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8e1211b96f4c69" /><Relationship Type="http://schemas.openxmlformats.org/officeDocument/2006/relationships/notesMaster" Target="/ppt/notesMasters/notesMaster1.xml" Id="R02a16d7f3d8a4f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1eb84a418c4a88" /><Relationship Type="http://schemas.openxmlformats.org/officeDocument/2006/relationships/notesMaster" Target="/ppt/notesMasters/notesMaster1.xml" Id="R2aab05451ebe44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e611ba8e3c462e" /><Relationship Type="http://schemas.openxmlformats.org/officeDocument/2006/relationships/notesMaster" Target="/ppt/notesMasters/notesMaster1.xml" Id="Rdfaf7097cf6544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a570407d954f58" /><Relationship Type="http://schemas.openxmlformats.org/officeDocument/2006/relationships/notesMaster" Target="/ppt/notesMasters/notesMaster1.xml" Id="R298903336d004e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0b146c3ada4720" /><Relationship Type="http://schemas.openxmlformats.org/officeDocument/2006/relationships/notesMaster" Target="/ppt/notesMasters/notesMaster1.xml" Id="Ra0812d19e9884e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449e595a354b07" /><Relationship Type="http://schemas.openxmlformats.org/officeDocument/2006/relationships/notesMaster" Target="/ppt/notesMasters/notesMaster1.xml" Id="R851cae5e3f7f4f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f78546ba0d4718" /><Relationship Type="http://schemas.openxmlformats.org/officeDocument/2006/relationships/notesMaster" Target="/ppt/notesMasters/notesMaster1.xml" Id="R053231e58afb40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df04200af04831" /><Relationship Type="http://schemas.openxmlformats.org/officeDocument/2006/relationships/notesMaster" Target="/ppt/notesMasters/notesMaster1.xml" Id="Ra62f989dcb8f4f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d7f23e47bc473a" /><Relationship Type="http://schemas.openxmlformats.org/officeDocument/2006/relationships/notesMaster" Target="/ppt/notesMasters/notesMaster1.xml" Id="R4670da0a374842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Tổng hợp từ mã nguồn và tài liệu OpenGuard Kids tại mốc 12/10/2026.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docs/WEEK3_HANDOFF.md, mục 7–8</a:t>
            </a:r>
          </a:p>
          <a:p xmlns:a="http://schemas.openxmlformats.org/drawingml/2006/main">
            <a:r>
              <a:t>- docs/WEEK3_EVENTS.md</a:t>
            </a:r>
          </a:p>
          <a:p xmlns:a="http://schemas.openxmlformats.org/drawingml/2006/main">
            <a:r>
              <a:t>- docs/F2_TESTING.md</a:t>
            </a:r>
          </a:p>
          <a:p xmlns:a="http://schemas.openxmlformats.org/drawingml/2006/main">
            <a:r>
              <a:t>- docs/F3_REPORTS.md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docs/WEEK3_EVENTS.md, mục Thiết kế sự kiện và Đồng bộ, chống trùng và xóa</a:t>
            </a:r>
          </a:p>
          <a:p xmlns:a="http://schemas.openxmlformats.org/drawingml/2006/main">
            <a:r>
              <a:t>- docs/PRIVACY.md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dashboard/index.html và dashboard/static/app.js tại mốc 12/10/2026</a:t>
            </a:r>
          </a:p>
          <a:p xmlns:a="http://schemas.openxmlformats.org/drawingml/2006/main">
            <a:r>
              <a:t>- docs/WEEK3_EVENTS.md, mục kiểm soát ứng dụng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docs/F2_TESTING.md</a:t>
            </a:r>
          </a:p>
          <a:p xmlns:a="http://schemas.openxmlformats.org/drawingml/2006/main">
            <a:r>
              <a:t>- docs/WEB_PROTECTION.md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docs/F3_REPORTS.md</a:t>
            </a:r>
          </a:p>
          <a:p xmlns:a="http://schemas.openxmlformats.org/drawingml/2006/main">
            <a:r>
              <a:t>- dashboard/index.html và dashboard/static/app.js tại mốc 12/10/2026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docs/WEEK3_EVENTS.md, mục Thiết kế sự kiện và Đồng bộ, chống trùng và xóa</a:t>
            </a:r>
          </a:p>
          <a:p xmlns:a="http://schemas.openxmlformats.org/drawingml/2006/main">
            <a:r>
              <a:t>- docs/PRIVACY.md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docs/WEEK3_EVENTS.md, Kết quả kiểm chứng ngày 09/10/2026</a:t>
            </a:r>
          </a:p>
          <a:p xmlns:a="http://schemas.openxmlformats.org/drawingml/2006/main">
            <a:r>
              <a:t>- docs/F2_TESTING.md, Giới hạn còn lại</a:t>
            </a:r>
          </a:p>
          <a:p xmlns:a="http://schemas.openxmlformats.org/drawingml/2006/main">
            <a:r>
              <a:t>- output/f2-dns.json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git log và mã nguồn tại mốc 12/10/2026</a:t>
            </a:r>
          </a:p>
          <a:p xmlns:a="http://schemas.openxmlformats.org/drawingml/2006/main">
            <a:r>
              <a:t>- dashboard/static/app.js</a:t>
            </a:r>
          </a:p>
          <a:p xmlns:a="http://schemas.openxmlformats.org/drawingml/2006/main">
            <a:r>
              <a:t>- agent/tray_ui.py</a:t>
            </a:r>
          </a:p>
          <a:p xmlns:a="http://schemas.openxmlformats.org/drawingml/2006/main">
            <a:r>
              <a:t>- agent/filtering.py</a:t>
            </a:r>
          </a:p>
          <a:p xmlns:a="http://schemas.openxmlformats.org/drawingml/2006/main">
            <a:r>
              <a:t>- agent/web_protection.py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docs/WEEK3_EVENTS.md</a:t>
            </a:r>
          </a:p>
          <a:p xmlns:a="http://schemas.openxmlformats.org/drawingml/2006/main">
            <a:r>
              <a:t>- docs/F2_TESTING.md</a:t>
            </a:r>
          </a:p>
          <a:p xmlns:a="http://schemas.openxmlformats.org/drawingml/2006/main">
            <a:r>
              <a:t>- docs/F3_REPORTS.md</a:t>
            </a:r>
          </a:p>
          <a:p xmlns:a="http://schemas.openxmlformats.org/drawingml/2006/main">
            <a:r>
              <a:t>- docs/WEB_PROTECTION.md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3c3bfaa3c147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72e62c5d914e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3535d758847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9cdc995f3341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0edd3b0f945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7f23c8219941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14233F-F763-4538-9FAA-DBFB1E5EA7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310074-2ABB-4ADD-9BBC-E113F7829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9C865D4-23AB-459D-97AE-AF212F6F02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7B6734-DCF4-4E0A-AFF5-A2E753E8FA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638C83-887F-492C-8E67-0175AA4897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CFCF71-6589-4AEA-A685-8E1B6EE576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D9F550-2481-4AEB-A4BF-A2B00FEE24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0467A6-B8C6-42D3-BB3C-C15F3310BB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989412-ECE8-402A-BC55-EA64AB7BAC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39B587-07BB-4C77-99AB-FB9ADA0216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1cdb1d93564e4f" /><Relationship Type="http://schemas.openxmlformats.org/officeDocument/2006/relationships/slideLayout" Target="/ppt/slideLayouts/slideLayout1.xml" Id="R9fc74a82f8e2412c" /><Relationship Type="http://schemas.openxmlformats.org/officeDocument/2006/relationships/slideLayout" Target="/ppt/slideLayouts/slideLayout2.xml" Id="R7062d7c163df49f0" /><Relationship Type="http://schemas.openxmlformats.org/officeDocument/2006/relationships/slideLayout" Target="/ppt/slideLayouts/slideLayout3.xml" Id="Rcd471045b96748d5" /><Relationship Type="http://schemas.openxmlformats.org/officeDocument/2006/relationships/slideLayout" Target="/ppt/slideLayouts/slideLayout4.xml" Id="R29b0e955d95d4506" /><Relationship Type="http://schemas.openxmlformats.org/officeDocument/2006/relationships/slideLayout" Target="/ppt/slideLayouts/slideLayout5.xml" Id="R9aad42ac612c4d13" /><Relationship Type="http://schemas.openxmlformats.org/officeDocument/2006/relationships/slideLayout" Target="/ppt/slideLayouts/slideLayout6.xml" Id="R61a0fcf334874d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c74a82f8e2412c"/>
    <p:sldLayoutId xmlns:r="http://schemas.openxmlformats.org/officeDocument/2006/relationships" id="2147483650" r:id="R7062d7c163df49f0"/>
    <p:sldLayoutId xmlns:r="http://schemas.openxmlformats.org/officeDocument/2006/relationships" id="2147483651" r:id="Rcd471045b96748d5"/>
    <p:sldLayoutId xmlns:r="http://schemas.openxmlformats.org/officeDocument/2006/relationships" id="2147483652" r:id="R29b0e955d95d4506"/>
    <p:sldLayoutId xmlns:r="http://schemas.openxmlformats.org/officeDocument/2006/relationships" id="2147483653" r:id="R9aad42ac612c4d13"/>
    <p:sldLayoutId xmlns:r="http://schemas.openxmlformats.org/officeDocument/2006/relationships" id="2147483654" r:id="R61a0fcf334874d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b315f935e143b1" /><Relationship Type="http://schemas.openxmlformats.org/officeDocument/2006/relationships/notesSlide" Target="/ppt/notesSlides/notesSlide1.xml" Id="R0c6bb23955f64c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d051b4cb9e40eb" /><Relationship Type="http://schemas.openxmlformats.org/officeDocument/2006/relationships/notesSlide" Target="/ppt/notesSlides/notesSlide2.xml" Id="R95d94aa561d44c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8c63136eea4955" /><Relationship Type="http://schemas.openxmlformats.org/officeDocument/2006/relationships/notesSlide" Target="/ppt/notesSlides/notesSlide3.xml" Id="Rea4c412a875742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c2df61ef8649fd" /><Relationship Type="http://schemas.openxmlformats.org/officeDocument/2006/relationships/image" Target="/ppt/media/image.png" Id="R22be850cf9eb43a8" /><Relationship Type="http://schemas.openxmlformats.org/officeDocument/2006/relationships/notesSlide" Target="/ppt/notesSlides/notesSlide4.xml" Id="Rf1f4e62911cf45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8f9c1a4ed6477e" /><Relationship Type="http://schemas.openxmlformats.org/officeDocument/2006/relationships/image" Target="/ppt/media/image2.png" Id="R61eb8f306ba94921" /><Relationship Type="http://schemas.openxmlformats.org/officeDocument/2006/relationships/notesSlide" Target="/ppt/notesSlides/notesSlide5.xml" Id="R0f2999a8b8f945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8e68432cb3456d" /><Relationship Type="http://schemas.openxmlformats.org/officeDocument/2006/relationships/image" Target="/ppt/media/image3.png" Id="R3d2390576cf24e59" /><Relationship Type="http://schemas.openxmlformats.org/officeDocument/2006/relationships/notesSlide" Target="/ppt/notesSlides/notesSlide6.xml" Id="R14f8c92248b448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8d79fafdf14dab" /><Relationship Type="http://schemas.openxmlformats.org/officeDocument/2006/relationships/notesSlide" Target="/ppt/notesSlides/notesSlide7.xml" Id="R92ea09c6a8fe4d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0b4ca7fc47419c" /><Relationship Type="http://schemas.openxmlformats.org/officeDocument/2006/relationships/notesSlide" Target="/ppt/notesSlides/notesSlide8.xml" Id="Raba6e873defc44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cca3c4bcdc4f5c" /><Relationship Type="http://schemas.openxmlformats.org/officeDocument/2006/relationships/notesSlide" Target="/ppt/notesSlides/notesSlide9.xml" Id="R826e6946817544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0b2a6ba4b74114" /><Relationship Type="http://schemas.openxmlformats.org/officeDocument/2006/relationships/notesSlide" Target="/ppt/notesSlides/notesSlide10.xml" Id="Rf94c0968c0d843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5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F425C-EC47-458F-B672-653ECC22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6667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5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C32D6-18D5-4B07-AD96-FAC7D5C7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00150"/>
            <a:ext cx="523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D5B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5D5B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D5B1"/>
                </a:solidFill>
                <a:latin typeface="Arial"/>
                <a:ea typeface="Arial"/>
                <a:cs typeface="Arial"/>
              </a:rPr>
              <a:t>OpenGuard Kids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BEBB9-5A21-4F53-A0C7-2362398A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764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Báo cáo tiến độ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Tuần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5DF71-E4D3-40C3-9A10-6D0971E1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4E8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4E8E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E8E1"/>
                </a:solidFill>
                <a:latin typeface="Arial"/>
                <a:ea typeface="Arial"/>
                <a:cs typeface="Arial"/>
              </a:rPr>
              <a:t>Kiểm soát ứng dụng, bảo vệ web và báo cáo hoạt động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A7BD1-858F-4510-8BDE-F1500B68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40970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4B219-DC60-47B0-89DA-FF515D18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9145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7C37E-08D0-4644-A3BE-3CD6109D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14675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276"/>
          </a:bodyPr>
          <a:lstStyle xmlns:a="http://schemas.openxmlformats.org/drawingml/2006/main">
            <a:defPPr algn="ctr">
              <a:defRPr sz="4350" b="1">
                <a:solidFill>
                  <a:srgbClr val="75D5B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350" b="1">
                <a:solidFill>
                  <a:srgbClr val="75D5B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75D5B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F661D-A536-4915-8F15-E5492896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435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9FC9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9FC9B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FC9BB"/>
                </a:solidFill>
                <a:latin typeface="Arial"/>
                <a:ea typeface="Arial"/>
                <a:cs typeface="Arial"/>
              </a:rPr>
              <a:t>12.10.2026</a:t>
            </a:r>
          </a:p>
        </p:txBody>
      </p:sp>
    </p:spTree>
    <p:extLst>
      <p:ext uri="{BB962C8B-B14F-4D97-AF65-F5344CB8AC3E}">
        <p14:creationId xmlns:p14="http://schemas.microsoft.com/office/powerpoint/2010/main" val="19363651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510A1D-2851-479F-878E-91E19CB1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A427C-8AB2-49E8-91E1-5FCBDC80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BÁO CÁO TIẾN ĐỘ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CF795-D796-47AE-8A2E-F8BB537D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Tuần 3 hoàn thành lõi F2 và F3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B70DE-E552-4858-8F31-3B28705A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EBAB9-DCB3-4466-976A-C8950CF1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76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A5E90-291A-4870-B62C-82C68420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Phạm vi tuần này chuyển hệ thống từ quản lý thời gian sang bảo vệ và báo cáo hoạt động.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759DF-9ED8-4823-824E-248AEEFB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15C41-4E0F-42BD-8AA2-F54C1AEF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335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>
            <a:def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Sự kiện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27D50-39F6-4C1C-AE2B-3E8396FD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Outbox offline, chống trùng, giải thích lý do chặn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19582-A620-4B6A-B59C-324B9E54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574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1DF7B-E7A6-42B6-9837-2DF9B537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CFFFB-57DF-45FF-8B67-0D1C47AF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>
            <a:def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Ứng dụng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3E4EA-34C4-4BD3-ABFE-B0E6FDAE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95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Nhận diện SHA-256, allowlist/blocklist, popup qua Tray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71597-8B98-4241-B8DC-C09A4D91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04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50F09-91DE-414D-A9CA-A7F38E01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85DF6-8358-406A-965A-6F73D7D3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95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>
            <a:def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Website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290FA-22DF-446D-ADAC-8DF41DBE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3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DNS proxy, sáu nhóm nội dung và SafeSearch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38A0C-A219-46E7-976A-A1C49A1F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EB12DB-1139-4587-A5AF-FEE66C24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B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D54C5C-E2E3-4CD5-AB0B-C10A4E1B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>
            <a:def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Báo cáo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C1B36-D7C0-4368-9179-8D8C0381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815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Ngày/tuần, top ứng dụng/tên miền và xuất PDF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C477AE-4E80-4AB4-980D-5D0C714C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1144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EA63A8-0FBF-4CA1-8EAB-AE431310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388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l">
              <a:defRPr sz="1200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Kết quả: toàn bộ Definition of Done về chức năng đã có mã và kiểm thử tự động; nghiệm thu Windows thật vẫn là bước tiếp theo.</a:t>
            </a:r>
          </a:p>
        </p:txBody>
      </p:sp>
    </p:spTree>
    <p:extLst>
      <p:ext uri="{BB962C8B-B14F-4D97-AF65-F5344CB8AC3E}">
        <p14:creationId xmlns:p14="http://schemas.microsoft.com/office/powerpoint/2010/main" val="10906501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7B101C-C40D-446C-A56F-70FD87CE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67031-AA83-4149-A7CA-4C994D90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BÁO CÁO TIẾN ĐỘ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F9EC9-8902-4AF8-8F57-42864116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Luồng dữ liệu hoạt động và đồng bộ offline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8034E-7607-4D2A-B0AD-ABAF71A6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718FD-655E-4981-920C-49F581C1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76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1AF34-7A0E-489F-8B1F-F7530FDA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Mỗi sự kiện có UUID cố định. Agent chỉ đánh dấu đã gửi sau khi server xác nhận.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49003-F74C-44AC-BDC2-94B9BAB3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762125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53C25-BD39-4C5A-8F36-02D7F57A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132B6-C3B6-4989-8B86-611C308E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180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Windows + Tray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117C9-450A-4B8C-B7AB-4C76A8BA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1457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Ứng dụng, DNS, quota</a:t>
            </a:r>
          </a:p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và yêu cầu xin giờ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58304-22C7-4FD7-9499-E5006B7C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1942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D5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C7522-EB78-48D2-97DA-35359FDB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381250"/>
            <a:ext cx="1762125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5748D-D640-40AC-AEB6-38A6C02C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53365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0FF2E-D1CD-4CB0-8520-C8351CE0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95275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Agent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E2B60-C19F-4A54-B94B-914F003E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333750"/>
            <a:ext cx="1457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598"/>
          </a:bodyPr>
          <a:lstStyle xmlns:a="http://schemas.openxmlformats.org/drawingml/2006/main">
            <a:def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Chuẩn hóa 9 loại sự kiện</a:t>
            </a:r>
          </a:p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và giải thích tại thời điểm chặn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5AAF7-F322-42F3-A878-68EDD0C2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1942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D5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31E9B4-8229-419D-9FD8-5A60F794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81250"/>
            <a:ext cx="1762125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9525">
            <a:solidFill>
              <a:srgbClr val="1F8A7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DC34C-CA97-48E6-9EB1-CDF147CB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3365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B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95F5C-2831-4630-BE4A-67AE8698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5275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SQLite outbox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17E8E2-0396-4A5B-B4A2-641E7472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33750"/>
            <a:ext cx="1457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Giữ dữ liệu khi offline</a:t>
            </a:r>
          </a:p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retry nguyên UUID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E96EF-F48E-4BB2-8641-A8CAE4E6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1942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D5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DA3ED9-D3F9-49E4-8B55-5792C07D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381250"/>
            <a:ext cx="1762125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05423B-E02A-4269-901D-0C27B79A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3365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478900-C841-4D29-A38D-9A6C3C57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95275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FastAPI server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046867-2C8C-422C-93A4-EBA8E271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333750"/>
            <a:ext cx="1457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598"/>
          </a:bodyPr>
          <a:lstStyle xmlns:a="http://schemas.openxmlformats.org/drawingml/2006/main">
            <a:def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Batch tối đa 100</a:t>
            </a:r>
          </a:p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chống trùng theo thiết bị + UUID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539AE4-6721-420F-880E-40B7EAAD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1942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D5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0AE4BE-272E-4E86-9CC6-7C7CABCC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81250"/>
            <a:ext cx="1762125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610990-B7DD-4DB8-801A-6F83FBE8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3365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356B06-93B4-454A-9800-1BE1B180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5275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EBD95C-188F-4F56-848A-34899C9D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0"/>
            <a:ext cx="1457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Sự kiện, báo cáo</a:t>
            </a:r>
          </a:p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và trạng thái xóa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046F19-FEE3-43EA-BE1E-A52D507C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33875"/>
            <a:ext cx="1743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Khi kết nối trở lại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31C782-917B-4924-AAE9-6A56279F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57725"/>
            <a:ext cx="4048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9C865C-9907-4C40-AB38-1B1B2CC9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768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803"/>
          </a:bodyPr>
          <a:lstStyle xmlns:a="http://schemas.openxmlformats.org/drawingml/2006/main">
            <a:defPPr algn="ctr">
              <a:defRPr sz="11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Server ACK một lần, dữ liệu không nhân đôi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33DAC8-3076-4E4B-9A6A-0361E2AE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20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312C"/>
                </a:solidFill>
                <a:latin typeface="Arial"/>
                <a:ea typeface="Arial"/>
                <a:cs typeface="Arial"/>
              </a:rPr>
              <a:t>Không ghi URL đầy đủ, query string, nội dung HTTPS hoặc tiêu đề cửa sổ.</a:t>
            </a:r>
          </a:p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20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312C"/>
                </a:solidFill>
                <a:latin typeface="Arial"/>
                <a:ea typeface="Arial"/>
                <a:cs typeface="Arial"/>
              </a:rPr>
              <a:t>Tray vắng mặt hoặc chưa đăng nhập thì hệ thống không thu thập hoạt động.</a:t>
            </a:r>
          </a:p>
        </p:txBody>
      </p:sp>
    </p:spTree>
    <p:extLst>
      <p:ext uri="{BB962C8B-B14F-4D97-AF65-F5344CB8AC3E}">
        <p14:creationId xmlns:p14="http://schemas.microsoft.com/office/powerpoint/2010/main" val="651427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53075-5DFA-49E9-BB81-D142867B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6880F-3402-4EAE-A295-2571CCAB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BÁO CÁO TIẾN ĐỘ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A5A40-09CD-4367-AD72-5D5FB1CC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Kiểm soát ứng dụng dễ hiểu với phụ huynh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25191-347A-453F-B4EF-A51E830A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380F5-72CC-45FB-86CD-54ED2638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76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ECEDA-0CB4-4C85-B1D0-BFCAE3FC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SHA-256 vẫn bảo vệ việc nhận diện, nhưng dashboard không bắt phụ huynh tự tìm hoặc nhập mã.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56DCE-0338-4186-81EB-901C01E6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40481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Agent tự phát hiện tệp thực thi và gửi tên cùng mã nhận diện.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Ứng dụng phổ biến hiển thị tên thân thiện và icon đặc trưng.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Tiến trình hệ thống được thu gọn. Ứng dụng đã đặt quyền luôn nằm ở danh sách chính.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Tìm kiếm và bộ lọc Nổi bật, Đã thiết lập, Tất cả không làm thay đổi chính sách.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C06A5-C686-4356-B125-1295E166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39433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F40C8-9DF1-4175-A4F9-795AEB50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 algn="l">
              <a:defRPr sz="975" b="1">
                <a:solidFill>
                  <a:srgbClr val="A56A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56A1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56A16"/>
                </a:solidFill>
                <a:latin typeface="Arial"/>
                <a:ea typeface="Arial"/>
                <a:cs typeface="Arial"/>
              </a:rPr>
              <a:t>Lưu 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81255-0B42-4995-B733-2520D688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29275"/>
            <a:ext cx="3476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90"/>
          </a:bodyPr>
          <a:lstStyle xmlns:a="http://schemas.openxmlformats.org/drawingml/2006/main">
            <a:defPPr algn="l">
              <a:defRPr sz="1050" b="0">
                <a:solidFill>
                  <a:srgbClr val="7B57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B571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B571D"/>
                </a:solidFill>
                <a:latin typeface="Arial"/>
                <a:ea typeface="Arial"/>
                <a:cs typeface="Arial"/>
              </a:rPr>
              <a:t>Khi ứng dụng cập nhật thành tệp mới, mã hash thay đổi và phụ huynh cần xem lại luật.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5C1FF-0FF8-4ABC-9EED-D18AE9AE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704975"/>
            <a:ext cx="6400800" cy="4524375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1"/>
            </a:solidFill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F3964-E40C-404C-8749-2D94821118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e850cf9eb43a8"/>
          <a:srcRect xmlns:a="http://schemas.openxmlformats.org/drawingml/2006/main" l="8000" t="73000" r="3000" b="1500"/>
          <a:stretch xmlns:a="http://schemas.openxmlformats.org/drawingml/2006/main"/>
        </p:blipFill>
        <p:spPr>
          <a:xfrm xmlns:a="http://schemas.openxmlformats.org/drawingml/2006/main">
            <a:off x="5048250" y="1752600"/>
            <a:ext cx="6305550" cy="4429125"/>
          </a:xfrm>
          <a:prstGeom xmlns:a="http://schemas.openxmlformats.org/drawingml/2006/main" prst="roundRect">
            <a:avLst>
              <a:gd name="adj" fmla="val 2581"/>
            </a:avLst>
          </a:prstGeom>
        </p:spPr>
      </p:pic>
    </p:spTree>
    <p:extLst>
      <p:ext uri="{BB962C8B-B14F-4D97-AF65-F5344CB8AC3E}">
        <p14:creationId xmlns:p14="http://schemas.microsoft.com/office/powerpoint/2010/main" val="655987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EF01E-1B18-409C-AF54-4331CEEB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2326E-6429-4242-A227-FCDF9E0B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BÁO CÁO TIẾN ĐỘ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F7FC4-3F70-4B9D-A61E-61527AE3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Bảo vệ web bằng DNS proxy và SafeSearch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A099D-6B06-4FA4-A451-5A5607E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F2309-8F55-4ACA-B636-01B14EA1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76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32305-2130-4F53-A6C8-8ACC6568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533525"/>
            <a:ext cx="5905500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1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E9DF0-E60D-499C-86FC-6EA29A9582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b8f306ba94921"/>
          <a:srcRect xmlns:a="http://schemas.openxmlformats.org/drawingml/2006/main" l="2000" t="12000" r="2000" b="42000"/>
          <a:stretch xmlns:a="http://schemas.openxmlformats.org/drawingml/2006/main"/>
        </p:blipFill>
        <p:spPr>
          <a:xfrm xmlns:a="http://schemas.openxmlformats.org/drawingml/2006/main">
            <a:off x="552450" y="1581150"/>
            <a:ext cx="5810250" cy="4533900"/>
          </a:xfrm>
          <a:prstGeom xmlns:a="http://schemas.openxmlformats.org/drawingml/2006/main" prst="roundRect">
            <a:avLst>
              <a:gd name="adj" fmla="val 252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AE4CA-A29D-4E54-B775-B3D2C77A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00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Phạm vi triển khai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32FB2-FDCC-45FB-85FA-9518E25C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476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312C"/>
                </a:solidFill>
                <a:latin typeface="Arial"/>
                <a:ea typeface="Arial"/>
                <a:cs typeface="Arial"/>
              </a:rPr>
              <a:t>Proxy UDP/TCP trên 127.0.0.1:53, áp dụng cho tên miền con.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312C"/>
                </a:solidFill>
                <a:latin typeface="Arial"/>
                <a:ea typeface="Arial"/>
                <a:cs typeface="Arial"/>
              </a:rPr>
              <a:t>Sáu nhóm nội dung với 311 miền seed và tối đa 200 tùy chỉnh mỗi hồ sơ.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312C"/>
                </a:solidFill>
                <a:latin typeface="Arial"/>
                <a:ea typeface="Arial"/>
                <a:cs typeface="Arial"/>
              </a:rPr>
              <a:t>Google và Bing chuyển sang endpoint SafeSearch bắt buộc.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312C"/>
                </a:solidFill>
                <a:latin typeface="Arial"/>
                <a:ea typeface="Arial"/>
                <a:cs typeface="Arial"/>
              </a:rPr>
              <a:t>Công tắc DNS proxy cho phép bật hoặc tắt độc lập với kiểm soát ứng dụng.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312C"/>
                </a:solidFill>
                <a:latin typeface="Arial"/>
                <a:ea typeface="Arial"/>
                <a:cs typeface="Arial"/>
              </a:rPr>
              <a:t>Service lưu cấu hình mạng cũ và khôi phục khi tắt bảo vệ hoặc dừng dịch vụ.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A25B0-E7F1-432D-B9CE-813832D8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95900"/>
            <a:ext cx="453390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EEE7C-F141-451A-8465-F49319A3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2925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>
            <a:defPPr algn="l">
              <a:defRPr sz="1050" b="1">
                <a:solidFill>
                  <a:srgbClr val="C74B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74B5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B50"/>
                </a:solidFill>
                <a:latin typeface="Arial"/>
                <a:ea typeface="Arial"/>
                <a:cs typeface="Arial"/>
              </a:rPr>
              <a:t>Giới hạn hiện tại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51C90-843C-40F1-8D95-AEC497C0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705475"/>
            <a:ext cx="4048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103"/>
          </a:bodyPr>
          <a:lstStyle xmlns:a="http://schemas.openxmlformats.org/drawingml/2006/main">
            <a:defPPr algn="l">
              <a:defRPr sz="1125" b="0">
                <a:solidFill>
                  <a:srgbClr val="8D3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8D3E4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D3E41"/>
                </a:solidFill>
                <a:latin typeface="Arial"/>
                <a:ea typeface="Arial"/>
                <a:cs typeface="Arial"/>
              </a:rPr>
              <a:t>DoH/DoT, VPN, DNS cache và truy cập bằng IP trực tiếp vẫn có thể vượt bộ lọc.</a:t>
            </a:r>
          </a:p>
        </p:txBody>
      </p:sp>
    </p:spTree>
    <p:extLst>
      <p:ext uri="{BB962C8B-B14F-4D97-AF65-F5344CB8AC3E}">
        <p14:creationId xmlns:p14="http://schemas.microsoft.com/office/powerpoint/2010/main" val="5147031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36CE9-136C-4336-99F6-2B68F024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E3A7E-E6AE-4875-AD5D-8AFF1A71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BÁO CÁO TIẾN ĐỘ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172A7-514E-438F-B853-D23211F5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Báo cáo hoạt động có cấu trúc và dễ đọc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2B26F-714F-4D14-9B84-10256A9F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42101-F301-4EE9-B54C-AD9B110A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76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31F0F-BA28-4FE3-96E9-CFA80467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524000"/>
            <a:ext cx="7239000" cy="4524375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1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4EA34-B0A6-45E5-9BF3-0AE8CE9DB5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390576cf24e59"/>
          <a:srcRect xmlns:a="http://schemas.openxmlformats.org/drawingml/2006/main" l="7000" t="8000" r="3000" b="38000"/>
          <a:stretch xmlns:a="http://schemas.openxmlformats.org/drawingml/2006/main"/>
        </p:blipFill>
        <p:spPr>
          <a:xfrm xmlns:a="http://schemas.openxmlformats.org/drawingml/2006/main">
            <a:off x="552450" y="1571625"/>
            <a:ext cx="7143750" cy="4429125"/>
          </a:xfrm>
          <a:prstGeom xmlns:a="http://schemas.openxmlformats.org/drawingml/2006/main" prst="roundRect">
            <a:avLst>
              <a:gd name="adj" fmla="val 258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57CF3-9EAC-40FB-8E9B-79F3C93D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>
            <a:def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Nội dung báo cáo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C5D16-52A3-49E8-9979-712F9D40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24075"/>
            <a:ext cx="3381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Biểu đồ 7 ngày có thứ trong tuần và ngày cụ thể.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Xu hướng 8 tuần, top ứng dụng và top tên miền.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KPI thời gian sử dụng cùng số lần bị chặn.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Bộ lọc 7/28/90 ngày và xuất PDF tuần.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Số liệu DNS được ghi rõ là lượt truy vấn, không phải lượt mở trang.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ADB84-668D-44B4-9767-5C6273E2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86375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Dashboard và Tray dùng cùng bộ tổng hợp dữ liệu để tránh diễn giải khác nhau giữa phụ huynh và trẻ.</a:t>
            </a:r>
          </a:p>
        </p:txBody>
      </p:sp>
    </p:spTree>
    <p:extLst>
      <p:ext uri="{BB962C8B-B14F-4D97-AF65-F5344CB8AC3E}">
        <p14:creationId xmlns:p14="http://schemas.microsoft.com/office/powerpoint/2010/main" val="4799744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B864BC-EAA3-48E5-BD7B-65EC49A5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0054E-5790-43B5-AB96-1937E10E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BÁO CÁO TIẾN ĐỘ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AD33F-0CAF-4658-8F8F-E81A8093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Quyền riêng tư và xóa dữ liệu theo thế hệ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599CA-2E02-4412-8E4A-911BAFEC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B6FA6-902B-48B2-8958-52130344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76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CD142-1BAE-4264-AAA8-8BFCB530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Sự kiện chỉ giữ dữ liệu cần cho giải thích, báo cáo và thực thi chính sách.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E4E48-B5C8-45DC-B599-9F91FB6D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BFB9A-54AE-4A98-A86C-E380855E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Yêu cầu xóa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A78AA-FD87-4039-ACE4-E07D61ED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Server tăng generation</a:t>
            </a:r>
          </a:p>
          <a:p xmlns:a="http://schemas.openxmlformats.org/drawingml/2006/main">
            <a: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và xóa dữ liệu hiện có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9867A-1E77-4E56-8D68-55619D35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622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D5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38267-1A6F-4219-A260-DB1BA672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00275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C4462-3852-40BA-8A24-0EC5CEAF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289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Thiết bị offline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F9951-4151-410E-BF12-8C68E87D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765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Dashboard hiển thị</a:t>
            </a:r>
          </a:p>
          <a:p xmlns:a="http://schemas.openxmlformats.org/drawingml/2006/main">
            <a: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đang chờ xác nhận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CE7C4-F0B8-415A-9387-63CE680D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622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D5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885A8-A433-4C9F-B410-2B4E7C9B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0275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A0608-ED46-4F31-BF0C-68F9E0A5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Kết nối lại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4AA824-7D3B-4E10-88CE-86EF9377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765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Agent xóa history + outbox</a:t>
            </a:r>
          </a:p>
          <a:p xmlns:a="http://schemas.openxmlformats.org/drawingml/2006/main">
            <a: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trước khi upload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4703B-3535-45F4-BC1B-35123D53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622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D5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F073B1-542B-4288-B138-B81EE707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00275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B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2839A9-B7AA-4E3A-995A-531A3EFE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289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Hoàn tất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A381B-C028-45D2-A5DC-C8E742D9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765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Thiết bị ACK generation mới</a:t>
            </a:r>
          </a:p>
          <a:p xmlns:a="http://schemas.openxmlformats.org/drawingml/2006/main">
            <a: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không gửi lại dữ liệu cũ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346C6E-03FF-4FBF-BFC3-F41B371A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052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56B811-BA7E-40AE-907C-A4D10ED2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>
            <a:defPPr algn="l">
              <a:defRPr sz="16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Dữ liệu gửi về server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BD44AE-3197-4CEE-8C96-392BB249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312C"/>
                </a:solidFill>
                <a:latin typeface="Arial"/>
                <a:ea typeface="Arial"/>
                <a:cs typeface="Arial"/>
              </a:rPr>
              <a:t>Bảy trường F3 cùng UUID, generation và lời giải thích.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312C"/>
                </a:solidFill>
                <a:latin typeface="Arial"/>
                <a:ea typeface="Arial"/>
                <a:cs typeface="Arial"/>
              </a:rPr>
              <a:t>Retention 90 ngày ở cả server và agent; SQLite bật secure_delete.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B6BB3C-93CF-4D57-892D-155B94D1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62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>
            <a:defPPr algn="l">
              <a:defRPr sz="16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Không gửi về server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BE3C4F-14EC-46E1-8353-0575614A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19650"/>
            <a:ext cx="4619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312C"/>
                </a:solidFill>
                <a:latin typeface="Arial"/>
                <a:ea typeface="Arial"/>
                <a:cs typeface="Arial"/>
              </a:rPr>
              <a:t>URL/query string, nội dung HTTPS và tiêu đề cửa sổ.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312C"/>
                </a:solidFill>
                <a:latin typeface="Arial"/>
                <a:ea typeface="Arial"/>
                <a:cs typeface="Arial"/>
              </a:rPr>
              <a:t>Đường dẫn tệp, PID và hash thực thi trong lịch sử sự kiện.</a:t>
            </a:r>
          </a:p>
        </p:txBody>
      </p:sp>
    </p:spTree>
    <p:extLst>
      <p:ext uri="{BB962C8B-B14F-4D97-AF65-F5344CB8AC3E}">
        <p14:creationId xmlns:p14="http://schemas.microsoft.com/office/powerpoint/2010/main" val="12679010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E55682-938D-40B5-A65F-63788701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060AF-666D-4CAC-AB45-587F0C20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BÁO CÁO TIẾN ĐỘ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C4E41-6EFA-424B-8E44-5204CE12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Bằng chứng kiểm thử tại mốc tuần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DF5C8-9947-4B07-8CB2-53446B60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4AC78-9467-464B-BBF2-7A1F8EAF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76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0E446-81B2-4BC1-B171-B1DF3543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F2DE7-7ED2-402F-9954-A55A7C7D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pytest đạt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BA8C4-19B0-4F41-A6AA-B9EAC779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33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Mốc 09/10/2026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F236E-B323-4EA6-A56F-BA715820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971675"/>
            <a:ext cx="95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4F548-DD05-41FE-8060-30C0B4CD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5262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4B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4B5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4B5D"/>
                </a:solidFill>
                <a:latin typeface="Arial"/>
                <a:ea typeface="Arial"/>
                <a:cs typeface="Arial"/>
              </a:rPr>
              <a:t>108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5FB23-0655-4EBC-BE57-DF70E2A5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241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test F2/F3/Tray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87F96-86D3-479B-9105-EF846374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33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Mốc 11/10/2026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DD261-A463-4173-9A1F-ED0CA63A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71675"/>
            <a:ext cx="95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3BA71-79F8-4EAF-8E68-CA37CCAD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50/50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CD864-B54A-41F5-A0D0-4214D346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miền chặn đạt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B2432-919F-48D9-9DE3-5FFD3897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33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DNS isolated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F1DF2-03F4-434C-A340-95B6110F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71675"/>
            <a:ext cx="95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60EEE-FBBF-4177-9910-3CC70B64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5262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4B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4B5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4B5D"/>
                </a:solidFill>
                <a:latin typeface="Arial"/>
                <a:ea typeface="Arial"/>
                <a:cs typeface="Arial"/>
              </a:rPr>
              <a:t>20/20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2C2F2C-C75C-4A58-ACFC-49F2334E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241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miền giáo dục cho phép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398FD0-F504-4B9E-A494-9443F733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33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DNS isolated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003753-8C8B-4C7E-93DE-20141621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33825"/>
            <a:ext cx="51911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C204A1-A2E9-4900-B47D-3719AE91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719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>
            <a:defPPr algn="l">
              <a:defRPr sz="20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480 truy vấn DNS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3AAC1C-1ACC-4621-8182-8993DF01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6863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A/AAAA trên UDP và TCP, gồm hostname gốc và www.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8DD56C-B136-4DCE-92D1-0A2F12D8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933825"/>
            <a:ext cx="53911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FBDA26-9DBC-4F85-9C0A-97A29673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1719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>
            <a:defPPr algn="l">
              <a:defRPr sz="20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Dashboard regression đạt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3D8741-5B8F-45F4-8D7F-8E1BB010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686300"/>
            <a:ext cx="4638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Edge headless kiểm tra đăng nhập, bộ lọc, báo cáo, PDF, responsive và chuyển hồ sơ.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076C62-3C34-44BF-AAE4-CE1D2F4A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769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Các bài đo isolated không thay đổi DNS adapter hoặc policy thật trên máy phát triển.</a:t>
            </a:r>
          </a:p>
        </p:txBody>
      </p:sp>
    </p:spTree>
    <p:extLst>
      <p:ext uri="{BB962C8B-B14F-4D97-AF65-F5344CB8AC3E}">
        <p14:creationId xmlns:p14="http://schemas.microsoft.com/office/powerpoint/2010/main" val="15373478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E95118-4D76-4E50-BDA4-C82BE27D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5DB85-0F3F-4A9A-9B7A-3C2B6912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BÁO CÁO TIẾN ĐỘ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A35CF-2DA0-461B-B39F-6F7CD15C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Các vấn đề sau tích hợp đã được xử lý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17DA1-292C-4CD5-A701-0CA5C5AC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3FD74-6491-4E9F-AC83-FD6DD552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76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C61DA-5E4F-4A58-969C-D58EE9B9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85925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DBA25-F422-4616-9B7A-7F16172E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573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Tray không xuất hiện sau khi khởi động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DDFEA-33F7-43AD-9DAF-4EDEB026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6573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Đăng ký startup, bảo đảm singleton và khôi phục cửa sổ đang chạy.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1F2FF-E279-40FE-A7AA-EB4D9BF3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8021A-850B-4F1C-B699-E1F8E8F5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B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0CCF5-22DE-4CEA-B959-92434AF6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2412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Ứng dụng đã chặn vẫn tiếp tục chạy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3151E-5F71-4314-A703-977D8D01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241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Đường thực thi App Controller dùng policy đã đồng bộ và chỉ tác động phiên Windows của trẻ.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92330-23B2-4AA2-B1F1-5DE04F3E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718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5DE7F-AA29-4290-8ECC-667EB9D2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19475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AD859-A635-44EB-B9CC-E9DC5CC4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909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Biểu đồ khó đọc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20E6E-F178-47FF-AC9F-8B983362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909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Chuyển sang biểu đồ HTML/CSS, thêm thứ trong tuần, tooltip và kích thước phù hợp.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4084E-CAC2-4C3C-B97A-885843BC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386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2E49A-92FF-4381-95F1-418EB82E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B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AC921D-1DB7-4FF8-BFA6-6EF003E2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576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Phụ huynh phải hiểu SHA-256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B4089F-3911-462F-96DF-62B0FAB9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576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Dashboard dùng catalog tự phát hiện, icon và nhóm tiến trình nền mở rộng.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607705-2226-49E9-BA12-4439D7D6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05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12BC45-AF31-4518-92BA-B2E28785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53025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799F69-169A-45F6-84CE-AC0828AA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DNS proxy thiếu quyền lựa chọn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CF0FA6-7832-4A06-BE66-A3F58640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1244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Thêm công tắc riêng, đồng bộ policy và khôi phục DNS khi tắt.</a:t>
            </a:r>
          </a:p>
        </p:txBody>
      </p:sp>
    </p:spTree>
    <p:extLst>
      <p:ext uri="{BB962C8B-B14F-4D97-AF65-F5344CB8AC3E}">
        <p14:creationId xmlns:p14="http://schemas.microsoft.com/office/powerpoint/2010/main" val="6200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B746A-1461-4599-8673-6C518697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35915-9708-4D39-80BE-EA55A611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BÁO CÁO TIẾN ĐỘ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E23B6-538A-4CD8-887E-88233034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Bàn giao tuần 3 và bước tiếp theo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41BAD-E577-4004-9B0F-59439F43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D348A-D942-42BE-A1DC-04D7E3F6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76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6E919-F69F-4B8F-9546-1B6245F9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>
            <a:defPPr algn="l">
              <a:defRPr sz="18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Kịch bản demo đề xuất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9DE87-2AEC-4339-9474-7CE8DB9D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4857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42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312C"/>
                </a:solidFill>
                <a:latin typeface="Arial"/>
                <a:ea typeface="Arial"/>
                <a:cs typeface="Arial"/>
              </a:rPr>
              <a:t>Chặn một ứng dụng lab và xem popup lý do.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42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312C"/>
                </a:solidFill>
                <a:latin typeface="Arial"/>
                <a:ea typeface="Arial"/>
                <a:cs typeface="Arial"/>
              </a:rPr>
              <a:t>Chặn tên miền qua DNS proxy, xác nhận SafeSearch.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42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312C"/>
                </a:solidFill>
                <a:latin typeface="Arial"/>
                <a:ea typeface="Arial"/>
                <a:cs typeface="Arial"/>
              </a:rPr>
              <a:t>Mở báo cáo ngày/tuần và xuất PDF.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42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312C"/>
                </a:solidFill>
                <a:latin typeface="Arial"/>
                <a:ea typeface="Arial"/>
                <a:cs typeface="Arial"/>
              </a:rPr>
              <a:t>Tắt server, tạo sự kiện rồi kết nối lại để chứng minh không nhân đôi.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5D095-B5F3-4910-B32F-DD225086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668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87525-6B40-41EC-95A5-F765AC22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954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>
            <a:defPPr algn="l">
              <a:defRPr sz="18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Cần hoàn tất trước khi production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52745-1BE4-4381-9BC3-5CB13063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28825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Nghiệm thu Windows thật: service, Tray, ứng dụng, DNS adapter và khóa máy.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Rà soát dataset 311 miền trước khi tuyên bố mức độ an toàn nội dung.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Chống bypass bằng WFP/firewall và xử lý nhiều phiên Windows.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Đóng gói cài đặt, ký mã và hoàn thiện quy trình phục hồi sự cố.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8EA51-9AD6-49A1-80AA-2C9F1926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4525"/>
            <a:ext cx="1074420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AA861-2441-47CB-B3C0-9FC2BE2F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Tuần 3 đã đủ để demo xuyên suốt F2/F3 trong môi trường lab; các giới hạn production được ghi rõ và chưa bị che giấu.</a:t>
            </a:r>
          </a:p>
        </p:txBody>
      </p:sp>
    </p:spTree>
    <p:extLst>
      <p:ext uri="{BB962C8B-B14F-4D97-AF65-F5344CB8AC3E}">
        <p14:creationId xmlns:p14="http://schemas.microsoft.com/office/powerpoint/2010/main" val="2055989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2026-10-12T12:09:42.6220000Z</dcterms:created>
  <dcterms:modified xsi:type="dcterms:W3CDTF">2026-10-12T12:09:42.6220000Z</dcterms:modified>
</coreProperties>
</file>