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4aed19a594dc4" /><Relationship Type="http://schemas.openxmlformats.org/officeDocument/2006/relationships/extended-properties" Target="/docProps/app.xml" Id="R108b687fa4f74b15" /><Relationship Type="http://schemas.openxmlformats.org/officeDocument/2006/relationships/officeDocument" Target="/ppt/presentation.xml" Id="R05b4e8c75026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e5123e5204184"/>
  </p:sldMasterIdLst>
  <p:notesMasterIdLst>
    <p:notesMasterId xmlns:r="http://schemas.openxmlformats.org/officeDocument/2006/relationships" r:id="Rf4d4674944264013"/>
  </p:notesMasterIdLst>
  <p:sldIdLst>
    <p:sldId xmlns:r="http://schemas.openxmlformats.org/officeDocument/2006/relationships" id="256" r:id="R0ae1a13001ed4247"/>
    <p:sldId xmlns:r="http://schemas.openxmlformats.org/officeDocument/2006/relationships" id="257" r:id="R47d7e30395f54389"/>
    <p:sldId xmlns:r="http://schemas.openxmlformats.org/officeDocument/2006/relationships" id="258" r:id="R4e10c4d166494962"/>
    <p:sldId xmlns:r="http://schemas.openxmlformats.org/officeDocument/2006/relationships" id="259" r:id="Rbee5113a4b94451c"/>
    <p:sldId xmlns:r="http://schemas.openxmlformats.org/officeDocument/2006/relationships" id="260" r:id="R310a26b2a52d4357"/>
    <p:sldId xmlns:r="http://schemas.openxmlformats.org/officeDocument/2006/relationships" id="261" r:id="Re5e3356a5c904b13"/>
    <p:sldId xmlns:r="http://schemas.openxmlformats.org/officeDocument/2006/relationships" id="262" r:id="R5509c972a7f44a6d"/>
    <p:sldId xmlns:r="http://schemas.openxmlformats.org/officeDocument/2006/relationships" id="263" r:id="R05ef63790f0b402b"/>
    <p:sldId xmlns:r="http://schemas.openxmlformats.org/officeDocument/2006/relationships" id="264" r:id="R8eeb2699aa69422e"/>
    <p:sldId xmlns:r="http://schemas.openxmlformats.org/officeDocument/2006/relationships" id="265" r:id="R039015c61ed341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56859318944d41" /><Relationship Type="http://schemas.openxmlformats.org/officeDocument/2006/relationships/slideMaster" Target="/ppt/slideMasters/slideMaster1.xml" Id="R156e5123e5204184" /><Relationship Type="http://schemas.openxmlformats.org/officeDocument/2006/relationships/notesMaster" Target="/ppt/notesMasters/notesMaster1.xml" Id="Rf4d4674944264013" /><Relationship Type="http://schemas.openxmlformats.org/officeDocument/2006/relationships/presProps" Target="/ppt/presProps.xml" Id="R16275686388e44f6" /><Relationship Type="http://schemas.openxmlformats.org/officeDocument/2006/relationships/tableStyles" Target="/ppt/tableStyles.xml" Id="Rce40d1b1f7084d63" /><Relationship Type="http://schemas.openxmlformats.org/officeDocument/2006/relationships/slide" Target="/ppt/slides/slide1.xml" Id="R0ae1a13001ed4247" /><Relationship Type="http://schemas.openxmlformats.org/officeDocument/2006/relationships/slide" Target="/ppt/slides/slide2.xml" Id="R47d7e30395f54389" /><Relationship Type="http://schemas.openxmlformats.org/officeDocument/2006/relationships/slide" Target="/ppt/slides/slide3.xml" Id="R4e10c4d166494962" /><Relationship Type="http://schemas.openxmlformats.org/officeDocument/2006/relationships/slide" Target="/ppt/slides/slide4.xml" Id="Rbee5113a4b94451c" /><Relationship Type="http://schemas.openxmlformats.org/officeDocument/2006/relationships/slide" Target="/ppt/slides/slide5.xml" Id="R310a26b2a52d4357" /><Relationship Type="http://schemas.openxmlformats.org/officeDocument/2006/relationships/slide" Target="/ppt/slides/slide6.xml" Id="Re5e3356a5c904b13" /><Relationship Type="http://schemas.openxmlformats.org/officeDocument/2006/relationships/slide" Target="/ppt/slides/slide7.xml" Id="R5509c972a7f44a6d" /><Relationship Type="http://schemas.openxmlformats.org/officeDocument/2006/relationships/slide" Target="/ppt/slides/slide8.xml" Id="R05ef63790f0b402b" /><Relationship Type="http://schemas.openxmlformats.org/officeDocument/2006/relationships/slide" Target="/ppt/slides/slide9.xml" Id="R8eeb2699aa69422e" /><Relationship Type="http://schemas.openxmlformats.org/officeDocument/2006/relationships/slide" Target="/ppt/slides/slide10.xml" Id="R039015c61ed3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90fa771dfb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46e1a876b744e0" /><Relationship Type="http://schemas.openxmlformats.org/officeDocument/2006/relationships/notesMaster" Target="/ppt/notesMasters/notesMaster1.xml" Id="R3fa70ed8eb2d4e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4279434d5a4323" /><Relationship Type="http://schemas.openxmlformats.org/officeDocument/2006/relationships/notesMaster" Target="/ppt/notesMasters/notesMaster1.xml" Id="R3cff18cc749d41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b18e20725d4960" /><Relationship Type="http://schemas.openxmlformats.org/officeDocument/2006/relationships/notesMaster" Target="/ppt/notesMasters/notesMaster1.xml" Id="Red5e43de621e4f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3c3c362cba4c6e" /><Relationship Type="http://schemas.openxmlformats.org/officeDocument/2006/relationships/notesMaster" Target="/ppt/notesMasters/notesMaster1.xml" Id="Re5d32db319b6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2717960e8f457a" /><Relationship Type="http://schemas.openxmlformats.org/officeDocument/2006/relationships/notesMaster" Target="/ppt/notesMasters/notesMaster1.xml" Id="R2e135810225342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39b29dd2d34b97" /><Relationship Type="http://schemas.openxmlformats.org/officeDocument/2006/relationships/notesMaster" Target="/ppt/notesMasters/notesMaster1.xml" Id="R5e3f7c56c7dc4c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62d219a844592" /><Relationship Type="http://schemas.openxmlformats.org/officeDocument/2006/relationships/notesMaster" Target="/ppt/notesMasters/notesMaster1.xml" Id="Rf96b94266164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90e5a900514f9b" /><Relationship Type="http://schemas.openxmlformats.org/officeDocument/2006/relationships/notesMaster" Target="/ppt/notesMasters/notesMaster1.xml" Id="R952fa0a0078842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c9ff252bed486b" /><Relationship Type="http://schemas.openxmlformats.org/officeDocument/2006/relationships/notesMaster" Target="/ppt/notesMasters/notesMaster1.xml" Id="Rdd88fbc0601b43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abf70fc91948ca" /><Relationship Type="http://schemas.openxmlformats.org/officeDocument/2006/relationships/notesMaster" Target="/ppt/notesMasters/notesMaster1.xml" Id="R8734364d66214d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Tổng hợp từ mã nguồn và tài liệu OpenGuard Kids tại mốc 12/10/2026.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docs/WEEK3_HANDOFF.md, mục 7–8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docs/F3_REPORTS.md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docs/WEEK3_EVENTS.md, mục Thiết kế sự kiện và Đồng bộ, chống trùng và xóa</a:t>
            </a:r>
          </a:p>
          <a:p xmlns:a="http://schemas.openxmlformats.org/drawingml/2006/main">
            <a:r>
              <a:t>- docs/PRIVACY.md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dashboard/index.html và dashboard/static/app.js tại mốc 12/10/2026</a:t>
            </a:r>
          </a:p>
          <a:p xmlns:a="http://schemas.openxmlformats.org/drawingml/2006/main">
            <a:r>
              <a:t>- docs/WEEK3_EVENTS.md, mục kiểm soát ứng dụng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docs/WEB_PROTECTION.md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docs/F3_REPORTS.md</a:t>
            </a:r>
          </a:p>
          <a:p xmlns:a="http://schemas.openxmlformats.org/drawingml/2006/main">
            <a:r>
              <a:t>- dashboard/index.html và dashboard/static/app.js tại mốc 12/10/2026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docs/WEEK3_EVENTS.md, mục Thiết kế sự kiện và Đồng bộ, chống trùng và xóa</a:t>
            </a:r>
          </a:p>
          <a:p xmlns:a="http://schemas.openxmlformats.org/drawingml/2006/main">
            <a:r>
              <a:t>- docs/PRIVACY.md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docs/WEEK3_EVENTS.md, Kết quả kiểm chứng ngày 09/10/2026</a:t>
            </a:r>
          </a:p>
          <a:p xmlns:a="http://schemas.openxmlformats.org/drawingml/2006/main">
            <a:r>
              <a:t>- docs/F2_TESTING.md, Giới hạn còn lại</a:t>
            </a:r>
          </a:p>
          <a:p xmlns:a="http://schemas.openxmlformats.org/drawingml/2006/main">
            <a:r>
              <a:t>- output/f2-dns.json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git log và mã nguồn tại mốc 12/10/2026</a:t>
            </a:r>
          </a:p>
          <a:p xmlns:a="http://schemas.openxmlformats.org/drawingml/2006/main">
            <a:r>
              <a:t>- dashboard/static/app.js</a:t>
            </a:r>
          </a:p>
          <a:p xmlns:a="http://schemas.openxmlformats.org/drawingml/2006/main">
            <a:r>
              <a:t>- agent/tray_ui.py</a:t>
            </a:r>
          </a:p>
          <a:p xmlns:a="http://schemas.openxmlformats.org/drawingml/2006/main">
            <a:r>
              <a:t>- agent/filtering.py</a:t>
            </a:r>
          </a:p>
          <a:p xmlns:a="http://schemas.openxmlformats.org/drawingml/2006/main">
            <a:r>
              <a:t>- agent/web_protection.py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docs/F3_REPORTS.md</a:t>
            </a:r>
          </a:p>
          <a:p xmlns:a="http://schemas.openxmlformats.org/drawingml/2006/main">
            <a:r>
              <a:t>- docs/WEB_PROTECTION.md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78234721642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d2cffb76d4f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e8d595cbc4b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f176838c444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06c8ee2ec4f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902500fa843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9F3D2D-8154-41C0-8751-E90C2BD7C1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2DCBC1-7E95-4D26-8FDE-D965940506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43E647-1AD7-478C-9A06-FB74BF8FC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BA63BE-547F-4301-B66B-DA3BE9737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485185-ECF7-4707-9F0B-F4E8C83BCF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C86A80-16B6-4E71-A53E-1E9AC9F75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6B914E-3225-4280-98CD-B0D8652A4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080F0F-5DC0-4695-A453-63B2F1AA68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9B45F4-E99C-4320-AD48-8858C9982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B01655-2FC1-4498-BDB9-969BF31EC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e7b6a0d974952" /><Relationship Type="http://schemas.openxmlformats.org/officeDocument/2006/relationships/slideLayout" Target="/ppt/slideLayouts/slideLayout1.xml" Id="Refb6f9f71da84eb2" /><Relationship Type="http://schemas.openxmlformats.org/officeDocument/2006/relationships/slideLayout" Target="/ppt/slideLayouts/slideLayout2.xml" Id="R048de0c5e9ee4b00" /><Relationship Type="http://schemas.openxmlformats.org/officeDocument/2006/relationships/slideLayout" Target="/ppt/slideLayouts/slideLayout3.xml" Id="Rc2c05258e2374b65" /><Relationship Type="http://schemas.openxmlformats.org/officeDocument/2006/relationships/slideLayout" Target="/ppt/slideLayouts/slideLayout4.xml" Id="Rd19e5c1d427b4735" /><Relationship Type="http://schemas.openxmlformats.org/officeDocument/2006/relationships/slideLayout" Target="/ppt/slideLayouts/slideLayout5.xml" Id="Rfada190377194505" /><Relationship Type="http://schemas.openxmlformats.org/officeDocument/2006/relationships/slideLayout" Target="/ppt/slideLayouts/slideLayout6.xml" Id="R4de99824abb145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b6f9f71da84eb2"/>
    <p:sldLayoutId xmlns:r="http://schemas.openxmlformats.org/officeDocument/2006/relationships" id="2147483650" r:id="R048de0c5e9ee4b00"/>
    <p:sldLayoutId xmlns:r="http://schemas.openxmlformats.org/officeDocument/2006/relationships" id="2147483651" r:id="Rc2c05258e2374b65"/>
    <p:sldLayoutId xmlns:r="http://schemas.openxmlformats.org/officeDocument/2006/relationships" id="2147483652" r:id="Rd19e5c1d427b4735"/>
    <p:sldLayoutId xmlns:r="http://schemas.openxmlformats.org/officeDocument/2006/relationships" id="2147483653" r:id="Rfada190377194505"/>
    <p:sldLayoutId xmlns:r="http://schemas.openxmlformats.org/officeDocument/2006/relationships" id="2147483654" r:id="R4de99824abb145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859c8e0914aad" /><Relationship Type="http://schemas.openxmlformats.org/officeDocument/2006/relationships/notesSlide" Target="/ppt/notesSlides/notesSlide1.xml" Id="Re86349a6e2b449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ac07108b74e03" /><Relationship Type="http://schemas.openxmlformats.org/officeDocument/2006/relationships/notesSlide" Target="/ppt/notesSlides/notesSlide2.xml" Id="R1f16988ff6414c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8710f88d04410" /><Relationship Type="http://schemas.openxmlformats.org/officeDocument/2006/relationships/notesSlide" Target="/ppt/notesSlides/notesSlide3.xml" Id="R5e7df6a870a64a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1ee8d9c4f4bcd" /><Relationship Type="http://schemas.openxmlformats.org/officeDocument/2006/relationships/image" Target="/ppt/media/image.png" Id="Rc28ab48bfbff4c5c" /><Relationship Type="http://schemas.openxmlformats.org/officeDocument/2006/relationships/notesSlide" Target="/ppt/notesSlides/notesSlide4.xml" Id="Rd90010611db144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89e594ceb4ca1" /><Relationship Type="http://schemas.openxmlformats.org/officeDocument/2006/relationships/image" Target="/ppt/media/image2.png" Id="Rfd7734b59c614e85" /><Relationship Type="http://schemas.openxmlformats.org/officeDocument/2006/relationships/notesSlide" Target="/ppt/notesSlides/notesSlide5.xml" Id="Rfaf669516c8d42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e90397e8e4c7d" /><Relationship Type="http://schemas.openxmlformats.org/officeDocument/2006/relationships/image" Target="/ppt/media/image3.png" Id="R84ecd0c1a28c4b74" /><Relationship Type="http://schemas.openxmlformats.org/officeDocument/2006/relationships/notesSlide" Target="/ppt/notesSlides/notesSlide6.xml" Id="R7f2e290e8f5746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79823111548f7" /><Relationship Type="http://schemas.openxmlformats.org/officeDocument/2006/relationships/notesSlide" Target="/ppt/notesSlides/notesSlide7.xml" Id="R2df97e20e34f42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7fa8734444dec" /><Relationship Type="http://schemas.openxmlformats.org/officeDocument/2006/relationships/notesSlide" Target="/ppt/notesSlides/notesSlide8.xml" Id="R4922ac66be6946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b754c50be47d6" /><Relationship Type="http://schemas.openxmlformats.org/officeDocument/2006/relationships/notesSlide" Target="/ppt/notesSlides/notesSlide9.xml" Id="R7b14d754609e48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8b0b54d1c4481" /><Relationship Type="http://schemas.openxmlformats.org/officeDocument/2006/relationships/notesSlide" Target="/ppt/notesSlides/notesSlide10.xml" Id="R1f62e2ed066b4f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CDD21-58E6-4CE4-B0C7-6F94291A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666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8DCBD-ED68-457A-9793-056091D8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0015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D5B1"/>
                </a:solidFill>
                <a:latin typeface="Arial"/>
                <a:ea typeface="Arial"/>
                <a:cs typeface="Arial"/>
              </a:rPr>
              <a:t>OpenGuard Kids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A2953-29A1-4F57-BC65-82982D9A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 cáo tiến độ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Tuần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5CFDE-2792-4999-9861-78AB1E8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4E8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4E8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8E1"/>
                </a:solidFill>
                <a:latin typeface="Arial"/>
                <a:ea typeface="Arial"/>
                <a:cs typeface="Arial"/>
              </a:rPr>
              <a:t>Kiểm soát ứng dụng, bảo vệ web và báo cáo hoạt động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3657B-AAC4-444B-854D-388B2C5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09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E8DF5-9A3A-4E75-9BD8-367352FE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9145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CFF85-6F93-424E-9640-D4FBC28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1467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>
            <a:defPPr algn="ctr">
              <a:defRPr sz="43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75D5B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75D5B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8AD63-DF88-4708-B9C6-412A0E4B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435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9FC9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FC9B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C9BB"/>
                </a:solidFill>
                <a:latin typeface="Arial"/>
                <a:ea typeface="Arial"/>
                <a:cs typeface="Arial"/>
              </a:rPr>
              <a:t>12.10.2026</a:t>
            </a:r>
          </a:p>
        </p:txBody>
      </p:sp>
    </p:spTree>
    <p:extLst>
      <p:ext uri="{BB962C8B-B14F-4D97-AF65-F5344CB8AC3E}">
        <p14:creationId xmlns:p14="http://schemas.microsoft.com/office/powerpoint/2010/main" val="262956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4A147-EE87-461F-9DD4-9980D206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BC583-5059-4702-AD87-7009F411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DF7AE-9B62-4C6D-AA09-68251B4B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Tuần 3 hoàn thành lõi F2 và F3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3BA9E-EE58-4F6E-BCF9-C47AD38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22E25-577E-4462-8C78-7F5C587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B64BD-D3D1-4C11-8276-4C60AE00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Phạm vi tuần này chuyển hệ thống từ quản lý thời gian sang bảo vệ và báo cáo hoạt động.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AD024-513A-480A-AA73-104D52F5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D89C8-8A2B-4B94-996B-CD119C38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33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Sự kiện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A3CAF-8230-4754-AFE3-99F46944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Outbox offline, chống trùng, giải thích lý do chặn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EAEC3-2A75-4AF9-ACD1-7FE211A2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69216-78D2-41E0-92E2-C8102EF0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14083-3A03-4672-9964-B0AC03A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Ứng dụng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60458-7896-4523-90D3-E0A775FD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Nhận diện SHA-256, allowlist/blocklist, popup qua Tray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43A39-349A-4C1F-942F-549E0273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9D65D-4438-410D-B3FD-7987D43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5069F-B7C1-4417-A385-0678B6DB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01BD5-C091-4FEC-B1EC-77A6F695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DNS proxy, sáu nhóm nội dung và SafeSearch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0F545-ECD2-4D84-8ADF-5324A35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155C9-DD68-42D4-AEC7-489D9090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74402-DAE4-49D9-978D-446356E6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C0B17-012B-4585-9604-60924EFF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1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Ngày/tuần, top ứng dụng/tên miền và xuất 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F058A-4B06-434E-91B3-684DD915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44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6B8D3-25BA-4106-95B2-FCA691FA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Kết quả: toàn bộ Definition of Done về chức năng đã có mã và kiểm thử tự động; nghiệm thu Windows thật vẫn là bước tiếp theo.</a:t>
            </a:r>
          </a:p>
        </p:txBody>
      </p:sp>
    </p:spTree>
    <p:extLst>
      <p:ext uri="{BB962C8B-B14F-4D97-AF65-F5344CB8AC3E}">
        <p14:creationId xmlns:p14="http://schemas.microsoft.com/office/powerpoint/2010/main" val="330080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BC93B6-27C4-464E-967D-19504D80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4ABEA-E889-4000-8582-F9F461F0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196EC-0A8C-4640-A606-93BCC977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dữ liệu hoạt động và đồng bộ offline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FF0C4-A7E4-4015-8B13-2D00289F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FB111-DA82-4300-B885-EDF56A38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D9879-E353-42FD-BC01-3313195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Mỗi sự kiện có UUID cố định. Agent chỉ đánh dấu đã gửi sau khi server xác nhận.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34C2E-552E-4946-ABFF-B64672D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2C7E5-06C6-459C-8679-1FE1C859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45CDC-5E83-45AD-9DD2-6AC5132F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8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 + Tray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871B0-DB22-4EAE-AF5D-159E2314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Ứng dụng, DNS, quota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yêu cầu xin giờ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CF342-673B-4698-A3C1-D04FBFE9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26EAA-C68F-4D65-9E43-DFB9B0DD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E74D9-A5D9-4D90-A065-389044AF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05DEE-2506-4534-B2C2-50B071F4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814ED-FA3E-4291-BE45-C087D84E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59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Chuẩn hóa 9 loại sự kiện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giải thích tại thời điểm chặn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442C4-DE56-4741-9C28-6B325648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B9A99-69B7-4152-87A0-784B6E49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E9AFC-5281-4075-94F3-5F339F80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AC0BB-8576-4EEC-8F1E-ED258EBC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SQLite outbox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6A4AB-3D51-4524-A78B-7DAC5CEC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Giữ dữ liệu khi offline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retry nguyên UUID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2B35A-F233-4012-BC87-FCD7EE3D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8B916-0555-4830-94DA-699814CC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3999C-8DBD-4A2F-8D3A-0076D5A1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26EDD-CD61-44B8-8BAE-43F0268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FastAPI server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12D1E6-9C13-4699-B939-8BDB3000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59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Batch tối đa 100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chống trùng theo thiết bị + UUID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8C29F-8133-4D36-893A-802A06AF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194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1E3289-AAB9-47A4-9F0F-81E9AA0D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81250"/>
            <a:ext cx="17621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F19067-D991-432F-B651-1DBC4A4D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7A4ED-D839-469C-A121-03C51E7C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78CFB-42ED-47C8-BB61-BD42A783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Sự kiện, báo cáo</a:t>
            </a:r>
          </a:p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trạng thái xóa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DEE343-E8AA-4834-9401-90B678C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33875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Khi kết nối trở lại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D44B45-234D-4045-B73B-5BCF95D4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57725"/>
            <a:ext cx="4048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DBF12-26B2-41B0-A7D6-95C6CC1B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76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803"/>
          </a:bodyPr>
          <a:lstStyle xmlns:a="http://schemas.openxmlformats.org/drawingml/2006/main">
            <a:defPPr algn="ctr">
              <a:defRPr sz="11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 ACK một lần, dữ liệu không nhân đôi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B6123-5B21-4467-91CF-7112200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0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312C"/>
                </a:solidFill>
                <a:latin typeface="Arial"/>
                <a:ea typeface="Arial"/>
                <a:cs typeface="Arial"/>
              </a:rPr>
              <a:t>Không ghi URL đầy đủ, query string, nội dung HTTPS hoặc tiêu đề cửa sổ.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0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312C"/>
                </a:solidFill>
                <a:latin typeface="Arial"/>
                <a:ea typeface="Arial"/>
                <a:cs typeface="Arial"/>
              </a:rPr>
              <a:t>Tray vắng mặt hoặc chưa đăng nhập thì hệ thống không thu thập hoạt động.</a:t>
            </a:r>
          </a:p>
        </p:txBody>
      </p:sp>
    </p:spTree>
    <p:extLst>
      <p:ext uri="{BB962C8B-B14F-4D97-AF65-F5344CB8AC3E}">
        <p14:creationId xmlns:p14="http://schemas.microsoft.com/office/powerpoint/2010/main" val="1344134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3785C-0098-48B8-9CD0-F64E8B48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C8284-193B-4342-86C6-2F6E3516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4DC67-9BC1-4E9F-BE8C-2FCEBC74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Kiểm soát ứng dụng dễ hiểu với phụ huynh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890B0-54C7-4837-AEAE-B267AFA1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350D0-0907-446D-AD8F-EBA9C53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4C825-F84D-439D-A084-3AC0BFDF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SHA-256 vẫn bảo vệ việc nhận diện, nhưng dashboard không bắt phụ huynh tự tìm hoặc nhập mã.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11F41-8EC1-4288-A341-1E553E95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4048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Agent tự phát hiện tệp thực thi và gửi tên cùng mã nhận diện.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Ứng dụng phổ biến hiển thị tên thân thiện và icon đặc trưng.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Tiến trình hệ thống được thu gọn. Ứng dụng đã đặt quyền luôn nằm ở danh sách chính.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Tìm kiếm và bộ lọc Nổi bật, Đã thiết lập, Tất cả không làm thay đổi chính sách.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A11DA-6C60-4360-90FE-03E93F8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39433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1B19E-D9F2-4723-9D8D-3EC8D53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 algn="l">
              <a:defRPr sz="975" b="1">
                <a:solidFill>
                  <a:srgbClr val="A56A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56A1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6A16"/>
                </a:solidFill>
                <a:latin typeface="Arial"/>
                <a:ea typeface="Arial"/>
                <a:cs typeface="Arial"/>
              </a:rPr>
              <a:t>Lưu 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6F101-33A2-475F-ACE2-FC78DB6B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90"/>
          </a:bodyPr>
          <a:lstStyle xmlns:a="http://schemas.openxmlformats.org/drawingml/2006/main">
            <a:defPPr algn="l">
              <a:defRPr sz="1050" b="0">
                <a:solidFill>
                  <a:srgbClr val="7B57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B571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571D"/>
                </a:solidFill>
                <a:latin typeface="Arial"/>
                <a:ea typeface="Arial"/>
                <a:cs typeface="Arial"/>
              </a:rPr>
              <a:t>Khi ứng dụng cập nhật thành tệp mới, mã hash thay đổi và phụ huynh cần xem lại luật.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70FDA-C0AA-40FD-A673-3A90A47D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04975"/>
            <a:ext cx="64008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6E355-160D-48FE-8A28-E329AFC6F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ab48bfbff4c5c"/>
          <a:srcRect xmlns:a="http://schemas.openxmlformats.org/drawingml/2006/main" l="8000" t="73000" r="3000" b="1500"/>
          <a:stretch xmlns:a="http://schemas.openxmlformats.org/drawingml/2006/main"/>
        </p:blipFill>
        <p:spPr>
          <a:xfrm xmlns:a="http://schemas.openxmlformats.org/drawingml/2006/main">
            <a:off x="5048250" y="1752600"/>
            <a:ext cx="6305550" cy="4429125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</p:spTree>
    <p:extLst>
      <p:ext uri="{BB962C8B-B14F-4D97-AF65-F5344CB8AC3E}">
        <p14:creationId xmlns:p14="http://schemas.microsoft.com/office/powerpoint/2010/main" val="69383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99B5C-650B-4EF6-9271-2EC82F6E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C2B18-84A4-4A62-A49C-160B446D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E38AD-B0EA-4DD8-AA15-4D2EB442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Bảo vệ web bằng DNS proxy và SafeSearch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D30DF-364C-4463-80C3-AD1E97F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5C34E-51E7-4D5A-B4A0-2E66C4AB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90DB2-BFCB-434F-B40E-0703D888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33525"/>
            <a:ext cx="590550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7C7CD-B0DC-47A3-A53C-0E426F231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734b59c614e85"/>
          <a:srcRect xmlns:a="http://schemas.openxmlformats.org/drawingml/2006/main" l="2000" t="12000" r="2000" b="42000"/>
          <a:stretch xmlns:a="http://schemas.openxmlformats.org/drawingml/2006/main"/>
        </p:blipFill>
        <p:spPr>
          <a:xfrm xmlns:a="http://schemas.openxmlformats.org/drawingml/2006/main">
            <a:off x="552450" y="1581150"/>
            <a:ext cx="5810250" cy="4533900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ACF4F-6551-46C1-9CD6-AC06C9B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Phạm vi triển khai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0294-B2A5-4E03-85CB-2ED61E1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476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Proxy UDP/TCP trên 127.0.0.1:53, áp dụng cho tên miền con.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Sáu nhóm nội dung với 311 miền seed và tối đa 200 tùy chỉnh mỗi hồ sơ.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Google và Bing chuyển sang endpoint SafeSearch bắt buộc.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Công tắc DNS proxy cho phép bật hoặc tắt độc lập với kiểm soát ứng dụng.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Service lưu cấu hình mạng cũ và khôi phục khi tắt bảo vệ hoặc dừng dịch vụ.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18814-1B79-40F3-9583-168D695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95900"/>
            <a:ext cx="45339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3ACC0-DCCB-4854-9725-DBA5F14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292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>
            <a:defPPr algn="l">
              <a:defRPr sz="1050" b="1">
                <a:solidFill>
                  <a:srgbClr val="C74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B50"/>
                </a:solidFill>
                <a:latin typeface="Arial"/>
                <a:ea typeface="Arial"/>
                <a:cs typeface="Arial"/>
              </a:rPr>
              <a:t>Giới hạn hiện tại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5D40B-C949-4889-B2CE-BDFE8654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05475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103"/>
          </a:bodyPr>
          <a:lstStyle xmlns:a="http://schemas.openxmlformats.org/drawingml/2006/main">
            <a:defPPr algn="l">
              <a:defRPr sz="1125" b="0">
                <a:solidFill>
                  <a:srgbClr val="8D3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8D3E4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D3E41"/>
                </a:solidFill>
                <a:latin typeface="Arial"/>
                <a:ea typeface="Arial"/>
                <a:cs typeface="Arial"/>
              </a:rPr>
              <a:t>DoH/DoT, VPN, DNS cache và truy cập bằng IP trực tiếp vẫn có thể vượt bộ lọc.</a:t>
            </a:r>
          </a:p>
        </p:txBody>
      </p:sp>
    </p:spTree>
    <p:extLst>
      <p:ext uri="{BB962C8B-B14F-4D97-AF65-F5344CB8AC3E}">
        <p14:creationId xmlns:p14="http://schemas.microsoft.com/office/powerpoint/2010/main" val="1969941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FE40E-3716-4F22-A48C-66DBE09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D0874-6153-4AA7-9B11-986F9659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46170-7BAF-48DC-A39A-D1AF9B1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Báo cáo hoạt động có cấu trúc và dễ đọc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B3F6A-5C9A-4D33-9755-BAC1F014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82787-4BFF-4597-991A-851E3619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5EDFD-7640-41DE-9454-35D4C9AA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2400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477E3-FCF2-44BB-9D15-6323B5FE9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cd0c1a28c4b74"/>
          <a:srcRect xmlns:a="http://schemas.openxmlformats.org/drawingml/2006/main" l="7000" t="8000" r="3000" b="38000"/>
          <a:stretch xmlns:a="http://schemas.openxmlformats.org/drawingml/2006/main"/>
        </p:blipFill>
        <p:spPr>
          <a:xfrm xmlns:a="http://schemas.openxmlformats.org/drawingml/2006/main">
            <a:off x="552450" y="1571625"/>
            <a:ext cx="7143750" cy="4429125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471DE-7F22-4FBC-ACC1-4DEBCC81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Nội dung báo cáo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B0777-7622-485A-8FA0-CE7C011A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381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Biểu đồ 7 ngày có thứ trong tuần và ngày cụ thể.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Xu hướng 8 tuần, top ứng dụng và top tên miền.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KPI thời gian sử dụng cùng số lần bị chặn.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Bộ lọc 7/28/90 ngày và xuất PDF tuần.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Số liệu DNS được ghi rõ là lượt truy vấn, không phải lượt mở trang.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CD557-CE18-42CF-BE72-91D8A06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86375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Dashboard và Tray dùng cùng bộ tổng hợp dữ liệu để tránh diễn giải khác nhau giữa phụ huynh và trẻ.</a:t>
            </a:r>
          </a:p>
        </p:txBody>
      </p:sp>
    </p:spTree>
    <p:extLst>
      <p:ext uri="{BB962C8B-B14F-4D97-AF65-F5344CB8AC3E}">
        <p14:creationId xmlns:p14="http://schemas.microsoft.com/office/powerpoint/2010/main" val="658980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619FB-EFD5-423C-8F45-22A01E4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788CD-AF98-43D7-BDEF-28D5BEC3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A2753-2B57-4180-8068-5BC67374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Quyền riêng tư và xóa dữ liệu theo thế hệ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3EC9A-316A-404B-BB9F-510D3830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BC97C-4E99-4406-BDE7-DD558C1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ADE6B-6309-4FBF-8277-485DE2E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Sự kiện chỉ giữ dữ liệu cần cho giải thích, báo cáo và thực thi chính sách.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555A3-739E-4A9B-8CFB-FBEBE7CB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00BE9-0BD0-4F6E-BE55-7A673BF1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Yêu cầu xóa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7C8B0-6BB2-4574-B46F-9EE1EB0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Server tăng generation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và xóa dữ liệu hiện có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4A35B-42F2-45B6-999B-FBC1C351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AC181-7B2C-41CD-A023-350FF0E0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D349C-F24F-459C-9197-D34D377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Thiết bị offline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ED2F8-B52F-443C-A34C-5FE86420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Dashboard hiển thị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đang chờ xác nhận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B43BD-C742-4DA7-AAA1-26BEAA2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10420-F8D6-4474-8843-1E945A9D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22A27-51DA-4A39-B7A4-977400B3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Kết nối lại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1889B-6091-49E9-B4D7-ED004B29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Agent xóa history + outbox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trước khi upload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1EDDF-CF44-4E6F-8B00-E9B96CB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D5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21C4C-7EAF-4BAD-BDED-9A6C895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1F62D-8AE4-4AAA-AE29-1ADA018E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Hoàn tất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BD778-2194-4C8D-810F-3394A798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765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Thiết bị ACK generation mới</a:t>
            </a:r>
          </a:p>
          <a:p xmlns:a="http://schemas.openxmlformats.org/drawingml/2006/main">
            <a:pPr algn="l">
              <a:defRPr sz="1200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không gửi lại dữ liệu cũ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448D0-A2D7-4670-A713-722557EE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1BA33-B502-43DE-8A89-4C8E8FF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Dữ liệu gửi về 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A7626-32F1-4814-BAAD-3DEAA2C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Bảy trường F3 cùng UUID, generation và lời giải thích.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Retention 90 ngày ở cả server và agent; SQLite bật secure_delete.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6A386-F668-451A-A2A3-35E27C86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Không gửi về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40BFA-00AD-45A8-81AB-FAC10C66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19650"/>
            <a:ext cx="4619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URL/query string, nội dung HTTPS và tiêu đề cửa sổ.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27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12C"/>
                </a:solidFill>
                <a:latin typeface="Arial"/>
                <a:ea typeface="Arial"/>
                <a:cs typeface="Arial"/>
              </a:rPr>
              <a:t>Đường dẫn tệp, PID và hash thực thi trong lịch sử sự kiện.</a:t>
            </a:r>
          </a:p>
        </p:txBody>
      </p:sp>
    </p:spTree>
    <p:extLst>
      <p:ext uri="{BB962C8B-B14F-4D97-AF65-F5344CB8AC3E}">
        <p14:creationId xmlns:p14="http://schemas.microsoft.com/office/powerpoint/2010/main" val="714725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C04B8-8F9A-4C40-93C5-B9DED26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B2BFD-BA6D-4D0D-9760-28F37EB6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9AF34-EA48-4F89-B621-442ECB12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Bằng chứng kiểm thử tại mốc tuần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E30F9-C57A-40FA-9E27-7A9D18B2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F15DE-32B1-4A8C-B8CD-41A9BEA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78C25-6930-4DC0-B720-BB0AE91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114BF-7D1E-4CF1-972F-077DB597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pytest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93198-3866-4B92-B0DB-8788C5F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Mốc 09/10/2026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A1089-0539-4EEB-B4E1-DF2D8A6A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971675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D7DC9-B1FC-4D9C-A0B9-C2EA9FA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B5D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1D839-ADD6-457B-8F03-DBF43A6C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test F2/F3/Tray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B1DC6-3C1C-4013-B427-C4DDAB42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Mốc 11/10/2026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7122D-1F73-43DC-9CE6-192791B2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71675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2EAB0-3A8F-4683-B608-F2E62F29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50/50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F63F8-47DF-4FD7-82E0-1CDA0BD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miền chặn đạt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78F0F-94AF-42D3-8904-DE70D85E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DNS isolated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54790-93CC-480E-A2A4-035B598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71675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C22D0-BE6C-4952-8576-14BDE3FB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4B5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B5D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5F964-2367-4501-A12E-8E8B252B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241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miền giáo dục cho phép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B0631-AB11-40BF-8D36-85CF44F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33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DNS isolated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EA9DF-53FC-478B-8421-743F22C7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51911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3ACF3-0804-4A46-A7F5-0954CD2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71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>
            <a:defPPr algn="l">
              <a:defRPr sz="20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480 truy vấn DNS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4B20A-AAA5-415E-95BC-46317629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863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A/AAAA trên UDP và TCP, gồm hostname gốc và www.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4786C-EA21-4E93-8201-C668FD5F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33825"/>
            <a:ext cx="5391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74AA0-C615-4369-B3A4-B549A639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719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>
            <a:defPPr algn="l">
              <a:defRPr sz="20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 regression đạt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1E8B1A-2A7D-4BAA-AAF6-C02C6383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86300"/>
            <a:ext cx="4638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Edge headless kiểm tra đăng nhập, bộ lọc, báo cáo, PDF, responsive và chuyển hồ sơ.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AB87F-4B4F-49BC-B438-71BD554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D7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16B"/>
                </a:solidFill>
                <a:latin typeface="Arial"/>
                <a:ea typeface="Arial"/>
                <a:cs typeface="Arial"/>
              </a:rPr>
              <a:t>Các bài đo isolated không thay đổi DNS adapter hoặc policy thật trên máy phát triển.</a:t>
            </a:r>
          </a:p>
        </p:txBody>
      </p:sp>
    </p:spTree>
    <p:extLst>
      <p:ext uri="{BB962C8B-B14F-4D97-AF65-F5344CB8AC3E}">
        <p14:creationId xmlns:p14="http://schemas.microsoft.com/office/powerpoint/2010/main" val="1182199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6711F-DACD-4A19-BBFA-50BB70A5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59512-7906-4A6C-992C-51E35616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C37F-4658-4E0B-8FCB-D8BBB689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Các vấn đề sau tích hợp đã được xử lý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A8DA5-5890-44C1-8932-13A93CA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435B8-5BEF-4B2E-9465-220BF708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6F9B7-6E9A-4991-A92C-FEA321A0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51915-C3B5-4F38-8190-79175CC2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Tray không xuất hiện sau khi khởi động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DF188-CA35-4A03-B2AC-0669409B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57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Đăng ký startup, bảo đảm singleton và khôi phục cửa sổ đang chạy.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AA9A3-5D98-4E16-BB92-757FBFD5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2225F-6E4C-4FAE-A138-564BEAF8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C2C92-17A0-4986-8C13-A111698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Ứng dụng đã chặn vẫn tiếp tục chạy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4BC87-EB33-42D7-B2BD-BA6C45E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Đường thực thi App Controller dùng policy đã đồng bộ và chỉ tác động phiên Windows của trẻ.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3EB0C-629D-496F-83BA-5C5F2A0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8CDD4-26A6-4F85-A414-9976BF13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E32EF-107D-48B5-8CF1-131E4C55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Biểu đồ khó đọc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C7069-9F58-4663-AEE4-252E740E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90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Chuyển sang biểu đồ HTML/CSS, thêm thứ trong tuần, tooltip và kích thước phù hợp.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F6074-DE36-4517-8B70-014DEF2B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B9B66-DB8D-4E32-A92F-84DCB004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5679A-8E39-43BB-9829-E4929702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Phụ huynh phải hiểu SHA-256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A5FC8-5B65-4BB3-8174-82E5E1B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576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Dashboard dùng catalog tự phát hiện, icon và nhóm tiến trình nền mở rộng.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146C4-D71A-4F52-9FED-7BC38708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B619F-5768-49B0-BEDD-57D49DD6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DDB1E-C6F9-4F73-BEB4-8F062073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DNS proxy thiếu quyền lựa chọn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B8594-C8C4-4E77-A76A-BF352C21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124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Thêm công tắc riêng, đồng bộ policy và khôi phục DNS khi tắt.</a:t>
            </a:r>
          </a:p>
        </p:txBody>
      </p:sp>
    </p:spTree>
    <p:extLst>
      <p:ext uri="{BB962C8B-B14F-4D97-AF65-F5344CB8AC3E}">
        <p14:creationId xmlns:p14="http://schemas.microsoft.com/office/powerpoint/2010/main" val="105150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34BCB-3037-425B-BF19-E024F75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B649A-7B07-4EB7-B7C1-22C2744C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BÁO CÁO TIẾN ĐỘ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1B8EA-F88F-4DB2-974A-F1885365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Bàn giao tuần 3 và bước tiếp theo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DAD87-DF63-487B-A0B2-806332B3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B9DBB-F2FE-4CE3-BDF5-FFDEBEE3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76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AF9DD-6F55-4A1D-B6B9-96B7003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Kịch bản demo đề xuất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88F94-2879-4C89-BC94-36F42047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4857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Chặn một ứng dụng lab và xem popup lý do.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Chặn tên miền qua DNS proxy, xác nhận SafeSearch.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báo cáo ngày/tuần và xuất PDF.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425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312C"/>
                </a:solidFill>
                <a:latin typeface="Arial"/>
                <a:ea typeface="Arial"/>
                <a:cs typeface="Arial"/>
              </a:rPr>
              <a:t>Tắt server, tạo sự kiện rồi kết nối lại để chứng minh không nhân đôi.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C9AC0-0E17-4C00-B3FB-D2B676FF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9A715-5710-48F2-8FC0-9D0AD5C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954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Cần hoàn tất trước khi 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DC8C5-094A-4EBE-B262-B2D56F20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288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Nghiệm thu Windows thật: service, Tray, ứng dụng, DNS adapter và khóa máy.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Rà soát dataset 311 miền trước khi tuyên bố mức độ an toàn nội dung.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Chống bypass bằng WFP/firewall và xử lý nhiều phiên Windows.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Đóng gói cài đặt, ký mã và hoàn thiện quy trình phục hồi sự cố.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DAAAC-6E33-49FC-ACAD-AB8C0950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07442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96B8F-2F57-49B9-832C-1511888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Tuần 3 đã đủ để demo xuyên suốt F2/F3 trong môi trường lab; các giới hạn production được ghi rõ và chưa bị che giấu.</a:t>
            </a:r>
          </a:p>
        </p:txBody>
      </p:sp>
    </p:spTree>
    <p:extLst>
      <p:ext uri="{BB962C8B-B14F-4D97-AF65-F5344CB8AC3E}">
        <p14:creationId xmlns:p14="http://schemas.microsoft.com/office/powerpoint/2010/main" val="1154193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2026-10-12T12:06:11.8300000Z</dcterms:created>
  <dcterms:modified xsi:type="dcterms:W3CDTF">2026-10-12T12:06:11.8300000Z</dcterms:modified>
</coreProperties>
</file>