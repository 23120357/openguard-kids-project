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8246240d394eb7" /><Relationship Type="http://schemas.openxmlformats.org/officeDocument/2006/relationships/extended-properties" Target="/docProps/app.xml" Id="R084ef42048cc4995" /><Relationship Type="http://schemas.openxmlformats.org/officeDocument/2006/relationships/officeDocument" Target="/ppt/presentation.xml" Id="R56d4faed6f2446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9c51cc250943e2"/>
  </p:sldMasterIdLst>
  <p:notesMasterIdLst>
    <p:notesMasterId xmlns:r="http://schemas.openxmlformats.org/officeDocument/2006/relationships" r:id="R4caadaff177f46ae"/>
  </p:notesMasterIdLst>
  <p:sldIdLst>
    <p:sldId xmlns:r="http://schemas.openxmlformats.org/officeDocument/2006/relationships" id="256" r:id="R1a7a4a7517024c37"/>
    <p:sldId xmlns:r="http://schemas.openxmlformats.org/officeDocument/2006/relationships" id="257" r:id="R528e76c20003468e"/>
    <p:sldId xmlns:r="http://schemas.openxmlformats.org/officeDocument/2006/relationships" id="258" r:id="Rba8a4eac074e4512"/>
    <p:sldId xmlns:r="http://schemas.openxmlformats.org/officeDocument/2006/relationships" id="259" r:id="R42507db28704498a"/>
    <p:sldId xmlns:r="http://schemas.openxmlformats.org/officeDocument/2006/relationships" id="260" r:id="R5d6693a9e6e3407a"/>
    <p:sldId xmlns:r="http://schemas.openxmlformats.org/officeDocument/2006/relationships" id="261" r:id="R174c024bad4e447b"/>
    <p:sldId xmlns:r="http://schemas.openxmlformats.org/officeDocument/2006/relationships" id="262" r:id="R15b36d3ca11f4d09"/>
    <p:sldId xmlns:r="http://schemas.openxmlformats.org/officeDocument/2006/relationships" id="263" r:id="Reb143cb2aefa4f21"/>
    <p:sldId xmlns:r="http://schemas.openxmlformats.org/officeDocument/2006/relationships" id="264" r:id="R34c11f31e9e44248"/>
    <p:sldId xmlns:r="http://schemas.openxmlformats.org/officeDocument/2006/relationships" id="265" r:id="R0c577e9afb1e40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89c7f5d3e5496a" /><Relationship Type="http://schemas.openxmlformats.org/officeDocument/2006/relationships/slideMaster" Target="/ppt/slideMasters/slideMaster1.xml" Id="R1b9c51cc250943e2" /><Relationship Type="http://schemas.openxmlformats.org/officeDocument/2006/relationships/notesMaster" Target="/ppt/notesMasters/notesMaster1.xml" Id="R4caadaff177f46ae" /><Relationship Type="http://schemas.openxmlformats.org/officeDocument/2006/relationships/presProps" Target="/ppt/presProps.xml" Id="Re74e2b467a224531" /><Relationship Type="http://schemas.openxmlformats.org/officeDocument/2006/relationships/tableStyles" Target="/ppt/tableStyles.xml" Id="R1c712ef08ebd4539" /><Relationship Type="http://schemas.openxmlformats.org/officeDocument/2006/relationships/slide" Target="/ppt/slides/slide1.xml" Id="R1a7a4a7517024c37" /><Relationship Type="http://schemas.openxmlformats.org/officeDocument/2006/relationships/slide" Target="/ppt/slides/slide2.xml" Id="R528e76c20003468e" /><Relationship Type="http://schemas.openxmlformats.org/officeDocument/2006/relationships/slide" Target="/ppt/slides/slide3.xml" Id="Rba8a4eac074e4512" /><Relationship Type="http://schemas.openxmlformats.org/officeDocument/2006/relationships/slide" Target="/ppt/slides/slide4.xml" Id="R42507db28704498a" /><Relationship Type="http://schemas.openxmlformats.org/officeDocument/2006/relationships/slide" Target="/ppt/slides/slide5.xml" Id="R5d6693a9e6e3407a" /><Relationship Type="http://schemas.openxmlformats.org/officeDocument/2006/relationships/slide" Target="/ppt/slides/slide6.xml" Id="R174c024bad4e447b" /><Relationship Type="http://schemas.openxmlformats.org/officeDocument/2006/relationships/slide" Target="/ppt/slides/slide7.xml" Id="R15b36d3ca11f4d09" /><Relationship Type="http://schemas.openxmlformats.org/officeDocument/2006/relationships/slide" Target="/ppt/slides/slide8.xml" Id="Reb143cb2aefa4f21" /><Relationship Type="http://schemas.openxmlformats.org/officeDocument/2006/relationships/slide" Target="/ppt/slides/slide9.xml" Id="R34c11f31e9e44248" /><Relationship Type="http://schemas.openxmlformats.org/officeDocument/2006/relationships/slide" Target="/ppt/slides/slide10.xml" Id="R0c577e9afb1e40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e9c830407341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f279b8db2b43e2" /><Relationship Type="http://schemas.openxmlformats.org/officeDocument/2006/relationships/notesMaster" Target="/ppt/notesMasters/notesMaster1.xml" Id="Rfbddc23ea7f04c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af10644369c4d87" /><Relationship Type="http://schemas.openxmlformats.org/officeDocument/2006/relationships/notesMaster" Target="/ppt/notesMasters/notesMaster1.xml" Id="Rfac9f2ce93b24f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d08e64ca8b4bfb" /><Relationship Type="http://schemas.openxmlformats.org/officeDocument/2006/relationships/notesMaster" Target="/ppt/notesMasters/notesMaster1.xml" Id="Rc52fb3d9c7b043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6b6d38b8d74ee8" /><Relationship Type="http://schemas.openxmlformats.org/officeDocument/2006/relationships/notesMaster" Target="/ppt/notesMasters/notesMaster1.xml" Id="Rca9c69f27c1b4d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14c39d62084d1c" /><Relationship Type="http://schemas.openxmlformats.org/officeDocument/2006/relationships/notesMaster" Target="/ppt/notesMasters/notesMaster1.xml" Id="Rc7debb390eff4e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ccb8a622484a3e" /><Relationship Type="http://schemas.openxmlformats.org/officeDocument/2006/relationships/notesMaster" Target="/ppt/notesMasters/notesMaster1.xml" Id="R3a09b89a0dce43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6735876c674c10" /><Relationship Type="http://schemas.openxmlformats.org/officeDocument/2006/relationships/notesMaster" Target="/ppt/notesMasters/notesMaster1.xml" Id="R4152f90e8f1e4b4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9a51c1cd8a468d" /><Relationship Type="http://schemas.openxmlformats.org/officeDocument/2006/relationships/notesMaster" Target="/ppt/notesMasters/notesMaster1.xml" Id="R99e8559c6c7245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9520c7cf2a4d84" /><Relationship Type="http://schemas.openxmlformats.org/officeDocument/2006/relationships/notesMaster" Target="/ppt/notesMasters/notesMaster1.xml" Id="R1839a8e68e0744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52b7f24e25e4624" /><Relationship Type="http://schemas.openxmlformats.org/officeDocument/2006/relationships/notesMaster" Target="/ppt/notesMasters/notesMaster1.xml" Id="R09cfb3c6444248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README.md, docs/WEEK2_F4.md và docs/WEEK3_HANDOFF.md trong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README.md và lịch sử mốc trong docs/HANDOFF.md.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agent/windows_service.py, agent/tray_ui.py, agent/core.py và docs/LOCAL_IPC.md.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docs/ARCHITECTURE.md. Sơ đồ phản ánh repository cuối Tuần 2, không phải kiến trúc production đích.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docs/WEEK2_F4.md và scripts/Setup-OGKAgent.ps1.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kết quả pytest hiện tại và docs/WEEK2_F4.md. Còn 1 cảnh báo deprecation của Starlette TestClient.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phiên kiểm thử ngày 04/10/2026 và docs/F1_TESTING.md.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README.md, docs/WEEK3_HANDOFF.md, docs/PRIVACY.md và docs/THREATMODEL.md.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docs/WEEK3_HANDOFF.md. Kế hoạch ưu tiên event foundation trước khi tạo dữ liệu F2/F3.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README.md và docs/WEEK3_HANDOFF.md. Cleanup database là thao tác không thể hoàn tác.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a7811d740d41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8b295b60c44ff8" /><Relationship Type="http://schemas.openxmlformats.org/officeDocument/2006/relationships/slideLayout" Target="/ppt/slideLayouts/slideLayout1.xml" Id="R46fed154272f4af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fed154272f4af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ee074dafd478f" /><Relationship Type="http://schemas.openxmlformats.org/officeDocument/2006/relationships/notesSlide" Target="/ppt/notesSlides/notesSlide1.xml" Id="R0051dd28fa8049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35f6e3ff24b93" /><Relationship Type="http://schemas.openxmlformats.org/officeDocument/2006/relationships/notesSlide" Target="/ppt/notesSlides/notesSlide2.xml" Id="R2e278067e7ac41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3f74c21714594" /><Relationship Type="http://schemas.openxmlformats.org/officeDocument/2006/relationships/notesSlide" Target="/ppt/notesSlides/notesSlide3.xml" Id="R1fd97a548c6641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b5a4fabbb40fe" /><Relationship Type="http://schemas.openxmlformats.org/officeDocument/2006/relationships/notesSlide" Target="/ppt/notesSlides/notesSlide4.xml" Id="R64f58e9bc93f49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048c3105644fb" /><Relationship Type="http://schemas.openxmlformats.org/officeDocument/2006/relationships/notesSlide" Target="/ppt/notesSlides/notesSlide5.xml" Id="R4d0e38b72c294b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86aaf19684a3b" /><Relationship Type="http://schemas.openxmlformats.org/officeDocument/2006/relationships/notesSlide" Target="/ppt/notesSlides/notesSlide6.xml" Id="R7fdbc29f02794c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8fe7cc1c14384" /><Relationship Type="http://schemas.openxmlformats.org/officeDocument/2006/relationships/notesSlide" Target="/ppt/notesSlides/notesSlide7.xml" Id="Ra3385477f64a41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9376c7aa7f4b0e" /><Relationship Type="http://schemas.openxmlformats.org/officeDocument/2006/relationships/notesSlide" Target="/ppt/notesSlides/notesSlide8.xml" Id="Rc9c407fb59d84f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bfc81ec8b4290" /><Relationship Type="http://schemas.openxmlformats.org/officeDocument/2006/relationships/notesSlide" Target="/ppt/notesSlides/notesSlide9.xml" Id="Ra1649d9d3a9842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c2214a95145ca" /><Relationship Type="http://schemas.openxmlformats.org/officeDocument/2006/relationships/notesSlide" Target="/ppt/notesSlides/notesSlide10.xml" Id="R1f6187bfcd894a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FD85AD-CA7A-48FA-A6D0-A5032134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14300" cy="3381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F2294-1AF1-4273-B1A2-E271426C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285875"/>
            <a:ext cx="933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46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OpenGuard Kids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C0675-C9D9-4BE8-90B0-07DA2257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885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D7E9E6"/>
                </a:solidFill>
                <a:latin typeface="Segoe UI"/>
                <a:ea typeface="Segoe UI"/>
                <a:cs typeface="Segoe UI"/>
              </a:defRPr>
            </a:pPr>
            <a:r>
              <a:rPr sz="2550" b="0">
                <a:solidFill>
                  <a:srgbClr val="D7E9E6"/>
                </a:solidFill>
                <a:latin typeface="Segoe UI"/>
                <a:ea typeface="Segoe UI"/>
                <a:cs typeface="Segoe UI"/>
              </a:rPr>
              <a:t>Tiến hóa hệ thống từ Tuần 1 đến Tuần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B47D7-319F-499F-B579-66241058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05150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FD7D0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9FD7D0"/>
                </a:solidFill>
                <a:latin typeface="Segoe UI"/>
                <a:ea typeface="Segoe UI"/>
                <a:cs typeface="Segoe UI"/>
              </a:rPr>
              <a:t>F1 quản lý thời gian</a:t>
            </a:r>
          </a:p>
          <a:p xmlns:a="http://schemas.openxmlformats.org/drawingml/2006/main">
            <a:pPr algn="l">
              <a:defRPr sz="1725" b="0">
                <a:solidFill>
                  <a:srgbClr val="9FD7D0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9FD7D0"/>
                </a:solidFill>
                <a:latin typeface="Segoe UI"/>
                <a:ea typeface="Segoe UI"/>
                <a:cs typeface="Segoe UI"/>
              </a:rPr>
              <a:t>Lõi F4 cấu hình từ xa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4CB13-C6BA-4273-A10D-AAD3ED25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435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B7CACF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B7CACF"/>
                </a:solidFill>
                <a:latin typeface="Segoe UI"/>
                <a:ea typeface="Segoe UI"/>
                <a:cs typeface="Segoe UI"/>
              </a:rPr>
              <a:t>Bàn giao phát triển · 04/10/2026</a:t>
            </a:r>
          </a:p>
        </p:txBody>
      </p:sp>
    </p:spTree>
    <p:extLst>
      <p:ext uri="{BB962C8B-B14F-4D97-AF65-F5344CB8AC3E}">
        <p14:creationId xmlns:p14="http://schemas.microsoft.com/office/powerpoint/2010/main" val="16663501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2DC219-CA37-42E6-A693-530361FD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Tuần 1 đặt nền móng client-server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39400-85E8-4B83-A4A7-5B888A90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B09D5-A43F-4029-9660-B3B0F098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7A20D-5AC4-4E90-AA34-C0F1747C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52550"/>
            <a:ext cx="1619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CFE7E2"/>
                </a:solidFill>
                <a:latin typeface="Segoe UI"/>
                <a:ea typeface="Segoe UI"/>
                <a:cs typeface="Segoe UI"/>
              </a:defRPr>
            </a:pPr>
            <a:r>
              <a:rPr sz="7200" b="1">
                <a:solidFill>
                  <a:srgbClr val="CFE7E2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C835F5-CB55-43BD-8226-E220EF84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Mục tiêu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0050D4-EDA8-44E8-B269-284B9DFE0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Một luồng tối thiểu chạy được từ phụ huynh đến server và agent mô phỏng.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A8536-C2AD-416E-88A7-8BADA986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1952625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Dashboard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phụ huynh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6B3804-E9C3-40B2-A587-EDB819C6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22860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FastAPI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Auth, enroll, policy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E22E30-A24A-4B83-A886-D054DBC4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809750"/>
            <a:ext cx="15240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SQLite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FCF1F-D99A-42C5-A477-6737CD741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29050"/>
            <a:ext cx="22860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2D9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Simulator console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heartbeat + cache</a:t>
            </a:r>
          </a:p>
        </p:txBody>
      </p:sp>
      <p:cxnSp>
        <p:nvCxnSpPr>
          <p:cNvPr id="2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381625" y="2266950"/>
            <a:ext cx="10382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05850" y="2266950"/>
            <a:ext cx="9620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10" idx="0"/>
            <a:endCxn xmlns:a="http://schemas.openxmlformats.org/drawingml/2006/main" id="8" idx="2"/>
          </p:cNvCxnSpPr>
          <p:nvPr/>
        </p:nvCxnSpPr>
        <p:spPr>
          <a:xfrm xmlns:a="http://schemas.openxmlformats.org/drawingml/2006/main" flipV="1">
            <a:off x="7562850" y="2724150"/>
            <a:ext cx="0" cy="11049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97706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452BD-42A2-464A-A89F-839C4BE6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1816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Kết quả Tuần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D7750-984D-43AD-871D-64C9F698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62600"/>
            <a:ext cx="714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Đăng nhập phụ huynh</a:t>
            </a:r>
          </a:p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Mã ghép đôi và token thiết bị</a:t>
            </a:r>
          </a:p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Heartbeat, policy cơ bản và dashboard</a:t>
            </a:r>
          </a:p>
        </p:txBody>
      </p:sp>
    </p:spTree>
    <p:extLst>
      <p:ext uri="{BB962C8B-B14F-4D97-AF65-F5344CB8AC3E}">
        <p14:creationId xmlns:p14="http://schemas.microsoft.com/office/powerpoint/2010/main" val="1506653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13F07D-6A04-4281-ADB1-71CCFFA3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Tuần 2: từ simulator đến agent thật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D4222-AB43-4BED-9144-64E98FAB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397F6-227F-4E84-A0F6-9EEF4EFD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07855-37B9-4416-9001-0D9E7AB1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Tuần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ED7FE-A6A0-4499-91B4-C4191D90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4287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Tuần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7BD60-9284-4F9E-B063-C2826D33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3143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9EFED"/>
          </a:solidFill>
          <a:ln xmlns:a="http://schemas.openxmlformats.org/drawingml/2006/main" w="14288">
            <a:solidFill>
              <a:srgbClr val="B9C8C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Simulator</a:t>
            </a:r>
          </a:p>
          <a:p xmlns:a="http://schemas.openxmlformats.org/drawingml/2006/main">
            <a:pPr algn="ctr">
              <a:defRPr sz="1800" b="1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chạy trong console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1189A-8291-423B-9435-636A8641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1432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Windows Service</a:t>
            </a:r>
          </a:p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LocalSystem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C402EA-67F9-49A4-BC26-67C1AA01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62325"/>
            <a:ext cx="31432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Tray UI</a:t>
            </a:r>
          </a:p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8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phiên người dùng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89F1E-DDA3-456D-8712-2113737B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476500"/>
            <a:ext cx="1524000" cy="609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cxnSp>
        <p:nvCxnSpPr>
          <p:cNvPr id="23" name="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9191625" y="2943225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3B5D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D2E900-5BFC-4EBD-A747-76E7BE32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3238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Policy cache đơn giản</a:t>
            </a:r>
          </a:p>
          <a:p xmlns:a="http://schemas.openxmlformats.org/drawingml/2006/main">
            <a:pPr algn="l">
              <a:defRPr sz="165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Không khóa Windows</a:t>
            </a:r>
          </a:p>
          <a:p xmlns:a="http://schemas.openxmlformats.org/drawingml/2006/main">
            <a:pPr algn="l">
              <a:defRPr sz="165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Không có UI cho trẻ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2F3AF-D931-44F7-9444-27FD567E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724400"/>
            <a:ext cx="3524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Named pipe cục bộ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Quota, lịch, idle, grace, khóa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Policy ký HMAC và WebSocket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PIN hồ sơ, request xin giờ, audit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B4C109-877E-44EA-A3AD-B8FDEB6B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578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Thay đổi cốt lõi: logic thực thi chuyển vào Service, còn thao tác với desktop nằm ở Tray.</a:t>
            </a:r>
          </a:p>
        </p:txBody>
      </p:sp>
    </p:spTree>
    <p:extLst>
      <p:ext uri="{BB962C8B-B14F-4D97-AF65-F5344CB8AC3E}">
        <p14:creationId xmlns:p14="http://schemas.microsoft.com/office/powerpoint/2010/main" val="759732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A773C5-42A2-4182-96F2-1B26796C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Kiến trúc hệ thống hiện tại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4840B-DC1D-419E-935C-CE7EF295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7A865-603A-42A8-9659-BCB06D06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90199-60FD-411D-A6FC-EE14A6FF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25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Máy phụ huynh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20760-3C18-4C4A-9BB4-D7A48529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3525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Development server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5240CE-CFED-4223-B4F2-A27922B4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Máy Windows của trẻ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41C4B-8BD1-4C5B-BAE6-2DDA7B19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2238375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Dashboard</a:t>
            </a:r>
          </a:p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HTML / CSS / 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9DDAF-EEF1-431A-BA49-0375D66E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2750"/>
            <a:ext cx="2857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FastAPI</a:t>
            </a:r>
          </a:p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Parent API + Device API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3C85F-FE00-4A74-83C0-323D8AA4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19250"/>
            <a:ext cx="2857500" cy="9144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SQLite WAL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identity, policy, command, audit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68DD8F-F7BD-4A40-BB6D-810F42CE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53000"/>
            <a:ext cx="28575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2D9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SSE dashboard</a:t>
            </a:r>
          </a:p>
          <a:p xmlns:a="http://schemas.openxmlformats.org/drawingml/2006/main">
            <a:pPr algn="ctr">
              <a:defRPr sz="157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WebSocket agent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FEEC13-0DFA-46C6-9A6E-15B63940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27622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Tray UI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login, quota,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1803CB-2A25-46CE-BADD-CB30A75E5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952750"/>
            <a:ext cx="27622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EAF6F4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Windows Service</a:t>
            </a:r>
          </a:p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policy, F1, remote sync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31669-B13B-48E1-A72E-5866410F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ProgramData</a:t>
            </a:r>
          </a:p>
          <a:p xmlns:a="http://schemas.openxmlformats.org/drawingml/2006/main">
            <a:pPr algn="ctr">
              <a:defRPr sz="1500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config, signed cache, F1 SQLite</a:t>
            </a:r>
          </a:p>
        </p:txBody>
      </p:sp>
      <p:cxnSp>
        <p:nvCxnSpPr>
          <p:cNvPr id="3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905125" y="3429000"/>
            <a:ext cx="1381125" cy="476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3B5D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8" idx="0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5715000" y="2533650"/>
            <a:ext cx="0" cy="4191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3B5D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8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5715000" y="3905250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97706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40" name=""/>
          <p:cNvCxnSpPr>
            <a:stCxn xmlns:a="http://schemas.openxmlformats.org/drawingml/2006/main" id="10" idx="1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 flipV="1">
            <a:off x="1785938" y="4000500"/>
            <a:ext cx="2500313" cy="134302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D97706"/>
            </a:solidFill>
            <a:prstDash val="solid"/>
            <a:tailEnd type="triangle" w="sm" len="sm"/>
          </a:ln>
        </p:spPr>
      </p:cxnSp>
      <p:cxnSp>
        <p:nvCxnSpPr>
          <p:cNvPr id="41" name=""/>
          <p:cNvCxnSpPr>
            <a:stCxn xmlns:a="http://schemas.openxmlformats.org/drawingml/2006/main" id="12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143750" y="3390900"/>
            <a:ext cx="1428750" cy="381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42" name="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953625" y="24955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3B5D"/>
            </a:solidFill>
            <a:prstDash val="solid"/>
            <a:headEnd type="triangle" w="sm" len="sm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953625" y="3829050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23B5D"/>
            </a:solidFill>
            <a:prstDash val="solid"/>
            <a:headEnd type="triangle" w="sm" len="sm"/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EFA925-15FA-4884-8DEA-3FECFF62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813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Cookie + CSRF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EBB03-C460-4EE2-B22E-9FE3E10D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81350"/>
            <a:ext cx="1381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056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HTTP + WebSocket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FCCCF-74A2-4ACA-AFB9-23C025F5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Named pipe v1</a:t>
            </a:r>
          </a:p>
        </p:txBody>
      </p:sp>
    </p:spTree>
    <p:extLst>
      <p:ext uri="{BB962C8B-B14F-4D97-AF65-F5344CB8AC3E}">
        <p14:creationId xmlns:p14="http://schemas.microsoft.com/office/powerpoint/2010/main" val="7289807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D0277C-52F0-400F-95BA-B4A58EBF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Luồng sử dụng hiện tại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68276-0195-4171-A84B-CF529407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E3466-9533-46E3-A46E-55784BA6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F5CB9-C9F9-4EEB-9C28-EBB29B992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1676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22538-2213-43D8-8FA7-F4C5E9E9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24150"/>
            <a:ext cx="1905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D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Tạo hồ sơ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A04AD9-49B5-47F9-9B43-6405F63F6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190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Phụ huynh đặt username, PIN và policy mặc định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FA118-39C7-4242-BF6B-7BCFAE0D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676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9AA73-316C-481E-B28E-F540152D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724150"/>
            <a:ext cx="1905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D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Ghép thiết bị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FAD45B-C83C-4989-A10A-B3FC0309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638550"/>
            <a:ext cx="190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Mã 8 ký tự, hạn 10 phút, dùng một lần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B103B4-D4A1-4444-8B6E-06284D19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1676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60780C-C385-4DAB-95A3-5C7B83D9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724150"/>
            <a:ext cx="1905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D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Cài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0BB4B0-392F-43CD-92E7-EA90E02B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638550"/>
            <a:ext cx="190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Một lệnh Setup, UAC, service và Tray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D8B0A8-09E3-422E-A098-7F243373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676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FB1BD8-2216-4373-B01B-CE530703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724150"/>
            <a:ext cx="1905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D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Đăng nhập trẻ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43D0D-FA80-4190-8F08-0B439EF12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638550"/>
            <a:ext cx="190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Tray xác minh PIN cục bộ và chọn đúng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82FA64-B1BB-41CD-9FA8-51BC1895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16764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3B5D"/>
          </a:solidFill>
          <a:ln xmlns:a="http://schemas.openxmlformats.org/drawingml/2006/main" w="14288">
            <a:solidFill>
              <a:srgbClr val="123B5D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8B4FB8-19D9-458D-B64B-C5DD1B5C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724150"/>
            <a:ext cx="1905000" cy="685800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9D8D4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Sử dụng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BB170-1ED8-496C-9494-70E76FE29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638550"/>
            <a:ext cx="1905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Quota, lịch, xin giờ và audit đồng bộ hai phía</a:t>
            </a:r>
          </a:p>
        </p:txBody>
      </p:sp>
      <p:cxnSp>
        <p:nvCxnSpPr>
          <p:cNvPr id="42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28875" y="306705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752975" y="306705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077075" y="306705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14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401175" y="306705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8A999"/>
            </a:solidFill>
            <a:prstDash val="solid"/>
            <a:tailEnd type="triangle" w="sm" len="sm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920111-FFEF-4507-A337-1B996125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972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Policy mới giữ usage hôm nay. Phút cộng thêm là khoản riêng và command ID ngăn áp dụng lặp.</a:t>
            </a:r>
          </a:p>
        </p:txBody>
      </p:sp>
    </p:spTree>
    <p:extLst>
      <p:ext uri="{BB962C8B-B14F-4D97-AF65-F5344CB8AC3E}">
        <p14:creationId xmlns:p14="http://schemas.microsoft.com/office/powerpoint/2010/main" val="21351817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024AA0-4763-4A2A-93E3-DF231DBD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F1 và lõi F4 đã triển khai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C44EB-336C-4631-97A2-A0835952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5F549-EB4E-42F6-A9E1-FE2A85B4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81660-F39A-485C-84DF-1A3110A1D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47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474"/>
          </a:bodyPr>
          <a:lstStyle xmlns:a="http://schemas.openxmlformats.org/drawingml/2006/main"/>
          <a:p xmlns:a="http://schemas.openxmlformats.org/drawingml/2006/main">
            <a:pPr algn="l">
              <a:defRPr sz="780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780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140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492EC-A88E-4BA1-954F-D7BF188B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test tự động đạt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7C163-EDBB-432C-91F0-33CAEA42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2619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State machine, IPC, API, realtime và UI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63D4E-0B85-42F0-9687-860415F3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428750"/>
            <a:ext cx="0" cy="43338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D8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88FC7-D864-4732-B32C-65C06FE5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4763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F1 - quản lý thời gian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15634-7319-4BCE-966A-736276EB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047875"/>
            <a:ext cx="3190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Quota weekday/weekend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Lịch 7 × 48 ô nửa giờ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Idle, lock state và monotonic clock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Cảnh báo 10/5/1 phút, grace 60 giây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One-shot LockWorkStation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Persistence và phát hiện lùi giờ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389CD5-C1D5-4EA5-BE8A-42F16719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763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7436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F4 - cấu hình từ xa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58818-719A-4978-B781-62B05247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47875"/>
            <a:ext cx="3190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Policy version + HMAC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WebSocket và heartbeat fallback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PIN hồ sơ và phiên đang dùng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Cộng giờ idempotent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Request xin giờ realtime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Audit cho phụ huynh và trẻ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914DDD-EB51-4319-8506-C17B65D1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7706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Mức development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46E3A0-1210-455D-97D0-5645F44C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6255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Chưa thay thế acceptance trên máy Windows lab.</a:t>
            </a:r>
          </a:p>
        </p:txBody>
      </p:sp>
    </p:spTree>
    <p:extLst>
      <p:ext uri="{BB962C8B-B14F-4D97-AF65-F5344CB8AC3E}">
        <p14:creationId xmlns:p14="http://schemas.microsoft.com/office/powerpoint/2010/main" val="9442600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DB17B-37E1-47FF-B2EB-D19117AB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Bằng chứng kiểm thử và khoảng trống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D26A6-B86B-4DBF-A717-A6C53C90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6D38C-15A0-4399-B8E5-269E234B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72ECE6-D23A-4E70-959F-609B0C89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E7D5B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2E7D5B"/>
                </a:solidFill>
                <a:latin typeface="Segoe UI"/>
                <a:ea typeface="Segoe UI"/>
                <a:cs typeface="Segoe UI"/>
              </a:rPr>
              <a:t>Đã kiểm chứng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E8FA3-2BFC-45F8-9BF4-50670E4A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✓ 140/140 test đạt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✓ Service restart và named pipe trả pong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✓ Agent ghép đôi, nhận profile và policy v11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✓ Đồng hồ giảm 5 giây trong 5 giây thực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✓ Dashboard phục vụ selector 24h, phút 00/30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B2554-42ED-493B-AD31-397595A4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381125"/>
            <a:ext cx="0" cy="428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D8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DAFB83-E20C-4936-94D2-F551D821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66850"/>
            <a:ext cx="4524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97706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97706"/>
                </a:solidFill>
                <a:latin typeface="Segoe UI"/>
                <a:ea typeface="Segoe UI"/>
                <a:cs typeface="Segoe UI"/>
              </a:rPr>
              <a:t>Cần acceptance trên máy lab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640ACC-EDD6-4370-9E6F-95FE4F241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95500"/>
            <a:ext cx="461962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Quota 3 phút, grace 60 giây và khóa thật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Ngoài lịch phải khóa trong 5 giây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Sai số một giờ trong ±30 giây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Policy dashboard đến agent dưới 60 giây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Lệnh khẩn đầu-cuối dưới 5 giây</a:t>
            </a:r>
          </a:p>
          <a:p xmlns:a="http://schemas.openxmlformats.org/drawingml/2006/main">
            <a:pPr algn="l">
              <a:defRPr sz="172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• Cài mới và cleanup trên máy Windows sạch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86BF7B-9146-4797-B4ED-6BD2CB2C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29250"/>
            <a:ext cx="10096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FFF2D9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Kết luận: lõi Tuần 2 đã có trong mã, nhưng chưa nên ghi “nghiệm thu hoàn tất” trước khi chạy đủ acceptance thật.</a:t>
            </a:r>
          </a:p>
        </p:txBody>
      </p:sp>
    </p:spTree>
    <p:extLst>
      <p:ext uri="{BB962C8B-B14F-4D97-AF65-F5344CB8AC3E}">
        <p14:creationId xmlns:p14="http://schemas.microsoft.com/office/powerpoint/2010/main" val="4268364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D211D2-C5B2-4AA2-8A8C-D067AF82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Giới hạn còn lại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26AB92-A298-4784-B1E7-A60D07A5A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14820-D4A3-4C19-9EA0-149D97DE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498F6-8C5D-4FC2-ACA6-324B36FE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763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D542E-27C8-4AAC-84DB-65BCBDC3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428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Kiểm soát nội dung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68887-C388-4E22-B6E2-295DB0C3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Chưa có app controller theo SHA-256, DNS proxy, phân loại miền hoặc SafeSearch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D2CE3-26BF-4D96-A1B4-5DC2C226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765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5EDBF-178E-454E-99B5-99501167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763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14288">
            <a:solidFill>
              <a:srgbClr val="D97706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9B0F3C-BDDD-404B-BCEF-0D1C4D1A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479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Ghi nhận và báo cáo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A515D-16C5-4599-869A-B245CEF7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02895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Chưa có event app/domain, batch offline, biểu đồ tuần hoặc top ứng dụng/miền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9E5ABD-40AF-41B1-AAED-197B7B59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6957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9DE3AC-091F-4AE9-A6FF-919AD5D6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8763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14288">
            <a:solidFill>
              <a:srgbClr val="B4231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51E88-3043-4600-807E-8682C5A1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867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Bảo mật production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E5945-172B-47BC-B8C4-BD1105F3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4815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Chưa có TLS/pinning, DPAPI/AES-GCM, installer ký số, Alembic hoặc worker bền vững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2D275-1F90-4599-B2EB-5B7C6293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149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6E7046-AC53-4AF4-9538-5DE66B65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8763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14288">
            <a:solidFill>
              <a:srgbClr val="B4231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525787-8279-4866-96D0-D6799A5F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86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Chống bypass và vận hành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3BCCF2-EAD2-4BDC-916B-AE468D47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6735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Chưa hỗ trợ multi-session/RDP; kết thúc phiên Tray đưa F1 về trạng thái chờ hồ sơ</a:t>
            </a:r>
          </a:p>
        </p:txBody>
      </p:sp>
    </p:spTree>
    <p:extLst>
      <p:ext uri="{BB962C8B-B14F-4D97-AF65-F5344CB8AC3E}">
        <p14:creationId xmlns:p14="http://schemas.microsoft.com/office/powerpoint/2010/main" val="19773833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D2DC0D-EFF8-4954-AF6C-5EC16FE78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Kế hoạch Tuần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EDE321-9F8B-47AB-A8E9-2F4926F0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F5B28-967C-490F-8A2A-642E5245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AA24D2-A233-4C70-B569-16855398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BE33B-1956-487A-836E-5894A1F9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Nền event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46ADA-1837-4A11-84C1-81F86D81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Schema tối thiểu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Outbox + idempotency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Retention contract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E5CC0A-70A3-44B1-B0A7-803F1C7D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504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B06A42-6BDB-44E0-8203-55CD98F6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Kiểm soát ứng dụng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C40C8D-2336-4B2E-AEB9-4155F574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3855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Process metadata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Tên + SHA-256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Lý do chặn trên Tray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746D0A-1687-4D3F-BA8A-A500552B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04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9C9E-8F46-4A23-9A67-55E6777E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DNS và SafeSearch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B09AC8-37B8-4BBE-933B-8913BAA0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Proxy 127.0.0.1:53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Domain + subdomain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Bộ phân loại an toàn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C96307-A8F5-401B-84D1-4F9A64FA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049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99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1D9DF6-6140-4ED7-96AA-BE333475C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71750"/>
            <a:ext cx="2381250" cy="742950"/>
          </a:xfrm>
          <a:prstGeom xmlns:a="http://schemas.openxmlformats.org/drawingml/2006/main" prst="roundRect">
            <a:avLst>
              <a:gd name="adj" fmla="val 179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A999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Báo cáo F3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F6A331-B745-4EDC-AC9E-29B647BD0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3855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Batch offline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Biểu đồ phụ huynh</a:t>
            </a:r>
          </a:p>
          <a:p xmlns:a="http://schemas.openxmlformats.org/drawingml/2006/main">
            <a:pPr algn="ctr">
              <a:defRPr sz="1575" b="0">
                <a:solidFill>
                  <a:srgbClr val="5D7183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5D7183"/>
                </a:solidFill>
                <a:latin typeface="Segoe UI"/>
                <a:ea typeface="Segoe UI"/>
                <a:cs typeface="Segoe UI"/>
              </a:rPr>
              <a:t>Hôm nay em dùng gì</a:t>
            </a:r>
          </a:p>
        </p:txBody>
      </p:sp>
      <p:cxnSp>
        <p:nvCxnSpPr>
          <p:cNvPr id="3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71800" y="29432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848350" y="29432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724900" y="29432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8A999"/>
            </a:solidFill>
            <a:prstDash val="solid"/>
            <a:tailEnd type="triangle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33E9D2-D649-44FA-B044-1E074D95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10096500" cy="647700"/>
          </a:xfrm>
          <a:prstGeom xmlns:a="http://schemas.openxmlformats.org/drawingml/2006/main" prst="roundRect">
            <a:avLst>
              <a:gd name="adj" fmla="val 20588"/>
            </a:avLst>
          </a:prstGeom>
          <a:solidFill xmlns:a="http://schemas.openxmlformats.org/drawingml/2006/main">
            <a:srgbClr val="E2F3E8"/>
          </a:solidFill>
          <a:ln xmlns:a="http://schemas.openxmlformats.org/drawingml/2006/main" w="14288">
            <a:solidFill>
              <a:srgbClr val="2E7D5B"/>
            </a:solidFill>
            <a:prstDash val="solid"/>
          </a:ln>
        </p:spPr>
        <p:txBody>
          <a:bodyPr xmlns:a="http://schemas.openxmlformats.org/drawingml/2006/main" anchor="ctr">
            <a:normAutofit fontScale="95074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Definition of done: event offline gửi đúng một lần, app/DNS có test an toàn, dashboard và child view dùng cùng dữ liệu.</a:t>
            </a:r>
          </a:p>
        </p:txBody>
      </p:sp>
    </p:spTree>
    <p:extLst>
      <p:ext uri="{BB962C8B-B14F-4D97-AF65-F5344CB8AC3E}">
        <p14:creationId xmlns:p14="http://schemas.microsoft.com/office/powerpoint/2010/main" val="1412684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64CB12-061C-4E30-A7F9-33DBCD8E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3B5D"/>
                </a:solidFill>
                <a:latin typeface="Segoe UI"/>
                <a:ea typeface="Segoe UI"/>
                <a:cs typeface="Segoe UI"/>
              </a:defRPr>
            </a:pPr>
            <a:r>
              <a:rPr sz="2925" b="1">
                <a:solidFill>
                  <a:srgbClr val="123B5D"/>
                </a:solidFill>
                <a:latin typeface="Segoe UI"/>
                <a:ea typeface="Segoe UI"/>
                <a:cs typeface="Segoe UI"/>
              </a:rPr>
              <a:t>Runbook bàn giao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7B907-0E86-403A-B10C-53B269CA7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0A5D3C-41DF-4C3D-B2ED-D3176AEB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5720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8A999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18A999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C57D54-6D98-4CA5-A99C-B4BB7DD5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Chạy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48964A-C560-4DBE-A180-CC1AB8FF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52625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5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Server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python -m uvicorn server.app.main:create_app --factory --host 127.0.0.1 --port 8000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Client</a:t>
            </a:r>
          </a:p>
          <a:p xmlns:a="http://schemas.openxmlformats.org/drawingml/2006/main">
            <a:pPr algn="l">
              <a:defRPr sz="1575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575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&amp; .\scripts\Setup-OGKAgent.ps1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92BB5-BD6E-429B-9DAC-92F8A475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113C4-5766-432D-9EA0-AF95A808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478FC6-9A4B-45EF-B231-AC0E2D53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481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pytest -q, Ruff check, service Running, named pipe pong, /api/health = 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938D01-B65C-4025-BC89-FBC2E193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8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49540-1801-40FC-B07E-CF9BE207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Cleanup giữ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69C172-9A64-4BAB-A1EF-95F53407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Client: Cleanup-OGKTestService.ps1 -RemoveAgentData</a:t>
            </a:r>
          </a:p>
          <a:p xmlns:a="http://schemas.openxmlformats.org/drawingml/2006/main">
            <a:pPr algn="l">
              <a:defRPr sz="1650" b="0">
                <a:solidFill>
                  <a:srgbClr val="17324D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17324D"/>
                </a:solidFill>
                <a:latin typeface="Segoe UI"/>
                <a:ea typeface="Segoe UI"/>
                <a:cs typeface="Segoe UI"/>
              </a:rPr>
              <a:t>Server: dừng Uvicorn, xóa data/server.db, seed lại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65EE4F-BD53-49A9-AB2B-204CD46C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2579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0F766E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0F766E"/>
                </a:solidFill>
                <a:latin typeface="Segoe UI"/>
                <a:ea typeface="Segoe UI"/>
                <a:cs typeface="Segoe UI"/>
              </a:rPr>
              <a:t>Chi tiết: docs/WEEK3_HANDOFF.md</a:t>
            </a:r>
          </a:p>
        </p:txBody>
      </p:sp>
    </p:spTree>
    <p:extLst>
      <p:ext uri="{BB962C8B-B14F-4D97-AF65-F5344CB8AC3E}">
        <p14:creationId xmlns:p14="http://schemas.microsoft.com/office/powerpoint/2010/main" val="726998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2026-10-04T12:01:48.9930000Z</dcterms:created>
  <dcterms:modified xsi:type="dcterms:W3CDTF">2026-10-04T12:01:48.9930000Z</dcterms:modified>
</coreProperties>
</file>