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a28cd1bb2ed4b2c" /><Relationship Type="http://schemas.openxmlformats.org/officeDocument/2006/relationships/extended-properties" Target="/docProps/app.xml" Id="Rf3b51e8eb5bb4ac8" /><Relationship Type="http://schemas.openxmlformats.org/officeDocument/2006/relationships/officeDocument" Target="/ppt/presentation.xml" Id="R453fcad03fde4fe3" /></Relationships>
</file>

<file path=ppt/presentation.xml><?xml version="1.0" encoding="utf-8"?>
<p:presentation xmlns:p="http://schemas.openxmlformats.org/presentationml/2006/main">
  <p:sldMasterIdLst>
    <p:sldMasterId xmlns:r="http://schemas.openxmlformats.org/officeDocument/2006/relationships" id="2147483648" r:id="Rdda5902757c14d95"/>
  </p:sldMasterIdLst>
  <p:notesMasterIdLst>
    <p:notesMasterId xmlns:r="http://schemas.openxmlformats.org/officeDocument/2006/relationships" r:id="R0e8adb4f214c45c2"/>
  </p:notesMasterIdLst>
  <p:sldIdLst>
    <p:sldId xmlns:r="http://schemas.openxmlformats.org/officeDocument/2006/relationships" id="256" r:id="R720bfa9b90c54844"/>
    <p:sldId xmlns:r="http://schemas.openxmlformats.org/officeDocument/2006/relationships" id="257" r:id="R91493497c9be440d"/>
    <p:sldId xmlns:r="http://schemas.openxmlformats.org/officeDocument/2006/relationships" id="258" r:id="R428b3a0f1be247ab"/>
    <p:sldId xmlns:r="http://schemas.openxmlformats.org/officeDocument/2006/relationships" id="259" r:id="Rab3cfa67b3a5480b"/>
    <p:sldId xmlns:r="http://schemas.openxmlformats.org/officeDocument/2006/relationships" id="260" r:id="Ra1f4bd885bdd439f"/>
    <p:sldId xmlns:r="http://schemas.openxmlformats.org/officeDocument/2006/relationships" id="261" r:id="Rffc62bfb151a4e2c"/>
    <p:sldId xmlns:r="http://schemas.openxmlformats.org/officeDocument/2006/relationships" id="262" r:id="R5be774269d544b4d"/>
    <p:sldId xmlns:r="http://schemas.openxmlformats.org/officeDocument/2006/relationships" id="263" r:id="R219b3cf6c73e4dcd"/>
    <p:sldId xmlns:r="http://schemas.openxmlformats.org/officeDocument/2006/relationships" id="264" r:id="R12b40d69fcef47f3"/>
    <p:sldId xmlns:r="http://schemas.openxmlformats.org/officeDocument/2006/relationships" id="265" r:id="Re1ae0082e4204bf7"/>
    <p:sldId xmlns:r="http://schemas.openxmlformats.org/officeDocument/2006/relationships" id="266" r:id="R24dd8fe4d8f84c5d"/>
    <p:sldId xmlns:r="http://schemas.openxmlformats.org/officeDocument/2006/relationships" id="267" r:id="R4022e4b4f60b44fd"/>
    <p:sldId xmlns:r="http://schemas.openxmlformats.org/officeDocument/2006/relationships" id="268" r:id="R84990163db624039"/>
    <p:sldId xmlns:r="http://schemas.openxmlformats.org/officeDocument/2006/relationships" id="269" r:id="Rea1cb57672a84474"/>
    <p:sldId xmlns:r="http://schemas.openxmlformats.org/officeDocument/2006/relationships" id="270" r:id="R1be7ef913626405d"/>
    <p:sldId xmlns:r="http://schemas.openxmlformats.org/officeDocument/2006/relationships" id="271" r:id="R000cbf524b4f4857"/>
    <p:sldId xmlns:r="http://schemas.openxmlformats.org/officeDocument/2006/relationships" id="272" r:id="R03369d0dbe35473d"/>
    <p:sldId xmlns:r="http://schemas.openxmlformats.org/officeDocument/2006/relationships" id="273" r:id="R24a53a12c4db4bc2"/>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52b4ca6f2d1046ae" /><Relationship Type="http://schemas.openxmlformats.org/officeDocument/2006/relationships/slideMaster" Target="/ppt/slideMasters/slideMaster1.xml" Id="Rdda5902757c14d95" /><Relationship Type="http://schemas.openxmlformats.org/officeDocument/2006/relationships/notesMaster" Target="/ppt/notesMasters/notesMaster1.xml" Id="R0e8adb4f214c45c2" /><Relationship Type="http://schemas.openxmlformats.org/officeDocument/2006/relationships/presProps" Target="/ppt/presProps.xml" Id="R49358e41c0a04b16" /><Relationship Type="http://schemas.openxmlformats.org/officeDocument/2006/relationships/viewProps" Target="/ppt/viewProps.xml" Id="Rc19946fdf7e34ef3" /><Relationship Type="http://schemas.openxmlformats.org/officeDocument/2006/relationships/tableStyles" Target="/ppt/tableStyles.xml" Id="Rd5d5b215afde41ce" /><Relationship Type="http://schemas.openxmlformats.org/officeDocument/2006/relationships/slide" Target="/ppt/slides/slide1.xml" Id="R720bfa9b90c54844" /><Relationship Type="http://schemas.openxmlformats.org/officeDocument/2006/relationships/slide" Target="/ppt/slides/slide2.xml" Id="R91493497c9be440d" /><Relationship Type="http://schemas.openxmlformats.org/officeDocument/2006/relationships/slide" Target="/ppt/slides/slide3.xml" Id="R428b3a0f1be247ab" /><Relationship Type="http://schemas.openxmlformats.org/officeDocument/2006/relationships/slide" Target="/ppt/slides/slide4.xml" Id="Rab3cfa67b3a5480b" /><Relationship Type="http://schemas.openxmlformats.org/officeDocument/2006/relationships/slide" Target="/ppt/slides/slide5.xml" Id="Ra1f4bd885bdd439f" /><Relationship Type="http://schemas.openxmlformats.org/officeDocument/2006/relationships/slide" Target="/ppt/slides/slide6.xml" Id="Rffc62bfb151a4e2c" /><Relationship Type="http://schemas.openxmlformats.org/officeDocument/2006/relationships/slide" Target="/ppt/slides/slide7.xml" Id="R5be774269d544b4d" /><Relationship Type="http://schemas.openxmlformats.org/officeDocument/2006/relationships/slide" Target="/ppt/slides/slide8.xml" Id="R219b3cf6c73e4dcd" /><Relationship Type="http://schemas.openxmlformats.org/officeDocument/2006/relationships/slide" Target="/ppt/slides/slide9.xml" Id="R12b40d69fcef47f3" /><Relationship Type="http://schemas.openxmlformats.org/officeDocument/2006/relationships/slide" Target="/ppt/slides/slide10.xml" Id="Re1ae0082e4204bf7" /><Relationship Type="http://schemas.openxmlformats.org/officeDocument/2006/relationships/slide" Target="/ppt/slides/slide11.xml" Id="R24dd8fe4d8f84c5d" /><Relationship Type="http://schemas.openxmlformats.org/officeDocument/2006/relationships/slide" Target="/ppt/slides/slide12.xml" Id="R4022e4b4f60b44fd" /><Relationship Type="http://schemas.openxmlformats.org/officeDocument/2006/relationships/slide" Target="/ppt/slides/slide13.xml" Id="R84990163db624039" /><Relationship Type="http://schemas.openxmlformats.org/officeDocument/2006/relationships/slide" Target="/ppt/slides/slide14.xml" Id="Rea1cb57672a84474" /><Relationship Type="http://schemas.openxmlformats.org/officeDocument/2006/relationships/slide" Target="/ppt/slides/slide15.xml" Id="R1be7ef913626405d" /><Relationship Type="http://schemas.openxmlformats.org/officeDocument/2006/relationships/slide" Target="/ppt/slides/slide16.xml" Id="R000cbf524b4f4857" /><Relationship Type="http://schemas.openxmlformats.org/officeDocument/2006/relationships/slide" Target="/ppt/slides/slide17.xml" Id="R03369d0dbe35473d" /><Relationship Type="http://schemas.openxmlformats.org/officeDocument/2006/relationships/slide" Target="/ppt/slides/slide18.xml" Id="R24a53a12c4db4b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5fae7a93aa40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c2042143984aab" /><Relationship Type="http://schemas.openxmlformats.org/officeDocument/2006/relationships/notesMaster" Target="/ppt/notesMasters/notesMaster1.xml" Id="R06a2993b705148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d8d868f520424f" /><Relationship Type="http://schemas.openxmlformats.org/officeDocument/2006/relationships/notesMaster" Target="/ppt/notesMasters/notesMaster1.xml" Id="Rb1f150c839fb40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8099e063034f6e" /><Relationship Type="http://schemas.openxmlformats.org/officeDocument/2006/relationships/notesMaster" Target="/ppt/notesMasters/notesMaster1.xml" Id="R498eaabbb1e94bb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f2bab925604c33" /><Relationship Type="http://schemas.openxmlformats.org/officeDocument/2006/relationships/notesMaster" Target="/ppt/notesMasters/notesMaster1.xml" Id="R5d48f53b10f042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57b3b457e440dc" /><Relationship Type="http://schemas.openxmlformats.org/officeDocument/2006/relationships/notesMaster" Target="/ppt/notesMasters/notesMaster1.xml" Id="R9ebd1249c2204ad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fc74d3ba4d4c8d" /><Relationship Type="http://schemas.openxmlformats.org/officeDocument/2006/relationships/notesMaster" Target="/ppt/notesMasters/notesMaster1.xml" Id="R7f5584133ead46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8e0fef84df4670" /><Relationship Type="http://schemas.openxmlformats.org/officeDocument/2006/relationships/notesMaster" Target="/ppt/notesMasters/notesMaster1.xml" Id="Reecf7f78c23c46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e36be51dbd4b11" /><Relationship Type="http://schemas.openxmlformats.org/officeDocument/2006/relationships/notesMaster" Target="/ppt/notesMasters/notesMaster1.xml" Id="R5a84e376e1ec49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c3d90fbbf03b4eec" /><Relationship Type="http://schemas.openxmlformats.org/officeDocument/2006/relationships/notesMaster" Target="/ppt/notesMasters/notesMaster1.xml" Id="R28e9782b7243489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3cf1dc747d4e7d" /><Relationship Type="http://schemas.openxmlformats.org/officeDocument/2006/relationships/notesMaster" Target="/ppt/notesMasters/notesMaster1.xml" Id="R6a06eddc41fa498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e98775abe394043" /><Relationship Type="http://schemas.openxmlformats.org/officeDocument/2006/relationships/notesMaster" Target="/ppt/notesMasters/notesMaster1.xml" Id="R35ee250972df4ad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1d111af88004ef5" /><Relationship Type="http://schemas.openxmlformats.org/officeDocument/2006/relationships/notesMaster" Target="/ppt/notesMasters/notesMaster1.xml" Id="R2116e84a904a45e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b7e07cc35ad4733" /><Relationship Type="http://schemas.openxmlformats.org/officeDocument/2006/relationships/notesMaster" Target="/ppt/notesMasters/notesMaster1.xml" Id="R882bffc2c6ca45f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bbd2fd44fe0431e" /><Relationship Type="http://schemas.openxmlformats.org/officeDocument/2006/relationships/notesMaster" Target="/ppt/notesMasters/notesMaster1.xml" Id="Rcec1a882e5a64ff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6f060767833477b" /><Relationship Type="http://schemas.openxmlformats.org/officeDocument/2006/relationships/notesMaster" Target="/ppt/notesMasters/notesMaster1.xml" Id="Rc798bef89fe34a7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b39e0a9ab4e43f1" /><Relationship Type="http://schemas.openxmlformats.org/officeDocument/2006/relationships/notesMaster" Target="/ppt/notesMasters/notesMaster1.xml" Id="R590523bf3e124d0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f966428c7074dd7" /><Relationship Type="http://schemas.openxmlformats.org/officeDocument/2006/relationships/notesMaster" Target="/ppt/notesMasters/notesMaster1.xml" Id="Rca6f835b54b5491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99aeb0d99a04c10" /><Relationship Type="http://schemas.openxmlformats.org/officeDocument/2006/relationships/notesMaster" Target="/ppt/notesMasters/notesMaster1.xml" Id="Rdd7b546c926948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a:t>
            </a:r>
          </a:p>
          <a:p xmlns:a="http://schemas.openxmlformats.org/drawingml/2006/main">
            <a:r>
              <a:t>- Mã nguồn và tài liệu dự án tại mốc 12/10/2026.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a:t>
            </a:r>
          </a:p>
          <a:p xmlns:a="http://schemas.openxmlformats.org/drawingml/2006/main">
            <a:r>
              <a:t>- docs/week3_system_current.mmd</a:t>
            </a:r>
          </a:p>
          <a:p xmlns:a="http://schemas.openxmlformats.org/drawingml/2006/main">
            <a:r>
              <a:t>- agent/remote_sync.py</a:t>
            </a:r>
          </a:p>
          <a:p xmlns:a="http://schemas.openxmlformats.org/drawingml/2006/main">
            <a:r>
              <a:t>- agent/filtering.py</a:t>
            </a:r>
          </a:p>
          <a:p xmlns:a="http://schemas.openxmlformats.org/drawingml/2006/main">
            <a:r>
              <a:t>- docs/WEEK3_EVENTS.md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a:t>
            </a:r>
          </a:p>
          <a:p xmlns:a="http://schemas.openxmlformats.org/drawingml/2006/main">
            <a:r>
              <a:t>- agent/filtering.py, DNSProxy.resolve và safe_search_reply</a:t>
            </a:r>
          </a:p>
          <a:p xmlns:a="http://schemas.openxmlformats.org/drawingml/2006/main">
            <a:r>
              <a:t>- docs/F2_TESTING.md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a:t>
            </a:r>
          </a:p>
          <a:p xmlns:a="http://schemas.openxmlformats.org/drawingml/2006/main">
            <a:r>
              <a:t>- agent/remote_sync.py, sync_activity</a:t>
            </a:r>
          </a:p>
          <a:p xmlns:a="http://schemas.openxmlformats.org/drawingml/2006/main">
            <a:r>
              <a:t>- agent/event_queue.py</a:t>
            </a:r>
          </a:p>
          <a:p xmlns:a="http://schemas.openxmlformats.org/drawingml/2006/main">
            <a:r>
              <a:t>- server/app/event_routes.py, ingest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a:t>
            </a:r>
          </a:p>
          <a:p xmlns:a="http://schemas.openxmlformats.org/drawingml/2006/main">
            <a:r>
              <a:t>- agent/core.py, _record_usage_sample</a:t>
            </a:r>
          </a:p>
          <a:p xmlns:a="http://schemas.openxmlformats.org/drawingml/2006/main">
            <a:r>
              <a:t>- agent/filtering.py, AppController.scan</a:t>
            </a:r>
          </a:p>
          <a:p xmlns:a="http://schemas.openxmlformats.org/drawingml/2006/main">
            <a:r>
              <a:t>- common/activity_reports.py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a:t>
            </a:r>
          </a:p>
          <a:p xmlns:a="http://schemas.openxmlformats.org/drawingml/2006/main">
            <a:r>
              <a:t>- agent/filtering.py, DNSProxy.resolve</a:t>
            </a:r>
          </a:p>
          <a:p xmlns:a="http://schemas.openxmlformats.org/drawingml/2006/main">
            <a:r>
              <a:t>- common/activity_reports.py</a:t>
            </a:r>
          </a:p>
          <a:p xmlns:a="http://schemas.openxmlformats.org/drawingml/2006/main">
            <a:r>
              <a:t>- docs/F3_REPORTS.md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thiệu đầu ra chính của F3. Các đại lượng cần được giải thích theo đúng cách thu thập, đặc biệt số truy vấn DNS không đồng nghĩa với số trang trẻ đã đọc.</a:t>
            </a:r>
          </a:p>
          <a:p xmlns:a="http://schemas.openxmlformats.org/drawingml/2006/main">
            <a:r>
              <a:t/>
            </a:r>
          </a:p>
          <a:p xmlns:a="http://schemas.openxmlformats.org/drawingml/2006/main">
            <a:r>
              <a:t>Nguồn:</a:t>
            </a:r>
          </a:p>
          <a:p xmlns:a="http://schemas.openxmlformats.org/drawingml/2006/main">
            <a:r>
              <a:t>- docs/F3_REPORTS.md</a:t>
            </a:r>
          </a:p>
          <a:p xmlns:a="http://schemas.openxmlformats.org/drawingml/2006/main">
            <a:r>
              <a:t>- output/reports-analytics-final.png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mạnh nguyên tắc tối thiểu dữ liệu, khả năng hoạt động khi mất mạng và cơ chế xóa đồng bộ giữa server với agent.</a:t>
            </a:r>
          </a:p>
          <a:p xmlns:a="http://schemas.openxmlformats.org/drawingml/2006/main">
            <a:r>
              <a:t/>
            </a:r>
          </a:p>
          <a:p xmlns:a="http://schemas.openxmlformats.org/drawingml/2006/main">
            <a:r>
              <a:t>Nguồn:</a:t>
            </a:r>
          </a:p>
          <a:p xmlns:a="http://schemas.openxmlformats.org/drawingml/2006/main">
            <a:r>
              <a:t>- docs/F3_REPORTS.md</a:t>
            </a:r>
          </a:p>
          <a:p xmlns:a="http://schemas.openxmlformats.org/drawingml/2006/main">
            <a:r>
              <a:t>- docs/PRIVACY.md</a:t>
            </a:r>
          </a:p>
          <a:p xmlns:a="http://schemas.openxmlformats.org/drawingml/2006/main">
            <a:r>
              <a:t>- agent/event_queue.py</a:t>
            </a:r>
          </a:p>
          <a:p xmlns:a="http://schemas.openxmlformats.org/drawingml/2006/main">
            <a:r>
              <a:t>- server/app/event_routes.py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F5 thu hẹp ranh giới tin cậy ở cả server, đường truyền và Windows agent. Trong demo LAN, HTTP chỉ là ngoại lệ cho môi trường lab tin cậy.</a:t>
            </a:r>
          </a:p>
          <a:p xmlns:a="http://schemas.openxmlformats.org/drawingml/2006/main">
            <a:r>
              <a:t/>
            </a:r>
          </a:p>
          <a:p xmlns:a="http://schemas.openxmlformats.org/drawingml/2006/main">
            <a:r>
              <a:t>Nguồn:</a:t>
            </a:r>
          </a:p>
          <a:p xmlns:a="http://schemas.openxmlformats.org/drawingml/2006/main">
            <a:r>
              <a:t>- docs/F5_SECURITY.md</a:t>
            </a:r>
          </a:p>
          <a:p xmlns:a="http://schemas.openxmlformats.org/drawingml/2006/main">
            <a:r>
              <a:t>- docs/THREATMODEL.md</a:t>
            </a:r>
          </a:p>
          <a:p xmlns:a="http://schemas.openxmlformats.org/drawingml/2006/main">
            <a:r>
              <a:t>- agent/transport_security.py</a:t>
            </a:r>
          </a:p>
          <a:p xmlns:a="http://schemas.openxmlformats.org/drawingml/2006/main">
            <a:r>
              <a:t>- agent/secret_storage.py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một ví dụ xuyên suốt: một miền bị F2 chặn, F3 ghi miền cấp đăng ký cùng lý do, F5 xác thực thiết bị trước khi nhận policy hoặc gửi event.</a:t>
            </a:r>
          </a:p>
          <a:p xmlns:a="http://schemas.openxmlformats.org/drawingml/2006/main">
            <a:r>
              <a:t/>
            </a:r>
          </a:p>
          <a:p xmlns:a="http://schemas.openxmlformats.org/drawingml/2006/main">
            <a:r>
              <a:t>Nguồn:</a:t>
            </a:r>
          </a:p>
          <a:p xmlns:a="http://schemas.openxmlformats.org/drawingml/2006/main">
            <a:r>
              <a:t>- docs/F2_TESTING.md</a:t>
            </a:r>
          </a:p>
          <a:p xmlns:a="http://schemas.openxmlformats.org/drawingml/2006/main">
            <a:r>
              <a:t>- docs/F3_REPORTS.md</a:t>
            </a:r>
          </a:p>
          <a:p xmlns:a="http://schemas.openxmlformats.org/drawingml/2006/main">
            <a:r>
              <a:t>- docs/F5_SECURITY.md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số liệu thuộc bộ kiểm thử nội bộ. Trình bày rõ rằng kiểm thử mô phỏng không thay thế nghiệm thu hành vi trên Windows thật.</a:t>
            </a:r>
          </a:p>
          <a:p xmlns:a="http://schemas.openxmlformats.org/drawingml/2006/main">
            <a:r>
              <a:t/>
            </a:r>
          </a:p>
          <a:p xmlns:a="http://schemas.openxmlformats.org/drawingml/2006/main">
            <a:r>
              <a:t>Nguồn:</a:t>
            </a:r>
          </a:p>
          <a:p xmlns:a="http://schemas.openxmlformats.org/drawingml/2006/main">
            <a:r>
              <a:t>- docs/F2_TESTING.md</a:t>
            </a:r>
          </a:p>
          <a:p xmlns:a="http://schemas.openxmlformats.org/drawingml/2006/main">
            <a:r>
              <a:t>- README.md</a:t>
            </a:r>
          </a:p>
          <a:p xmlns:a="http://schemas.openxmlformats.org/drawingml/2006/main">
            <a:r>
              <a:t>- docs/F1_F5_VERIFICATION_COMMANDS.md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Tóm tắt cách đặt hai máy trong cùng LAN. Không cần gán IP tĩnh thủ công nếu router hỗ trợ DHCP reservation hoặc hostname phân giải ổn định.</a:t>
            </a:r>
          </a:p>
          <a:p xmlns:a="http://schemas.openxmlformats.org/drawingml/2006/main">
            <a:r>
              <a:t/>
            </a:r>
          </a:p>
          <a:p xmlns:a="http://schemas.openxmlformats.org/drawingml/2006/main">
            <a:r>
              <a:t>Nguồn:</a:t>
            </a:r>
          </a:p>
          <a:p xmlns:a="http://schemas.openxmlformats.org/drawingml/2006/main">
            <a:r>
              <a:t>- README.md</a:t>
            </a:r>
          </a:p>
          <a:p xmlns:a="http://schemas.openxmlformats.org/drawingml/2006/main">
            <a:r>
              <a:t>- scripts/Setup-OGKAgent.ps1</a:t>
            </a:r>
          </a:p>
          <a:p xmlns:a="http://schemas.openxmlformats.org/drawingml/2006/main">
            <a:r>
              <a:t>- docs/WEEK3_HANDOFF.md</a:t>
            </a:r>
          </a:p>
          <a:p xmlns:a="http://schemas.openxmlformats.org/drawingml/2006/main">
            <a:r>
              <a:t>- docs/WEB_PROTECTION.md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luận cân bằng giữa phần đã hoàn thành và giới hạn kỹ thuật. Lệnh mở khóa nên có TTL, audit và xác nhận đúng thiết bị trước khi triển khai.</a:t>
            </a:r>
          </a:p>
          <a:p xmlns:a="http://schemas.openxmlformats.org/drawingml/2006/main">
            <a:r>
              <a:t/>
            </a:r>
          </a:p>
          <a:p xmlns:a="http://schemas.openxmlformats.org/drawingml/2006/main">
            <a:r>
              <a:t>Nguồn:</a:t>
            </a:r>
          </a:p>
          <a:p xmlns:a="http://schemas.openxmlformats.org/drawingml/2006/main">
            <a:r>
              <a:t>- README.md</a:t>
            </a:r>
          </a:p>
          <a:p xmlns:a="http://schemas.openxmlformats.org/drawingml/2006/main">
            <a:r>
              <a:t>- docs/ARCHITECTURE.md</a:t>
            </a:r>
          </a:p>
          <a:p xmlns:a="http://schemas.openxmlformats.org/drawingml/2006/main">
            <a:r>
              <a:t>- docs/F5_SECURITY.md</a:t>
            </a:r>
          </a:p>
          <a:p xmlns:a="http://schemas.openxmlformats.org/drawingml/2006/main">
            <a:r>
              <a:t>- docs/F2_TESTING.md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547ebcd1b84ae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6e45c281f7a442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c79379b0944d6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cb6946fe53f49d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e13ac5ea6c04b6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3c1d3c55bdb42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EB4115-30A5-487D-881D-9A67D9B28C3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24E3F68C-B254-4944-AD64-884B067720E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EF766A-A95C-42F5-9C0F-D529952ABB0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99481A-CA15-47BD-8DCC-41D4B4832B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4AFF2ED6-4889-4F9F-A762-037F942C546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8EF6DE7-C437-4966-81A9-0F66F86537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B3EDA6DD-B1AE-401A-8D91-810D876103E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9455E7CD-C7D0-403F-A628-925B3CA4689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EEDDE6-2E8B-4C2E-9288-8602DABA32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9C9438FE-C651-4868-AB1C-177E7B2C4D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01f9faace44779" /><Relationship Type="http://schemas.openxmlformats.org/officeDocument/2006/relationships/slideLayout" Target="/ppt/slideLayouts/slideLayout1.xml" Id="Rfaa7f24b5264493a" /><Relationship Type="http://schemas.openxmlformats.org/officeDocument/2006/relationships/slideLayout" Target="/ppt/slideLayouts/slideLayout2.xml" Id="Rd022001411e04b09" /><Relationship Type="http://schemas.openxmlformats.org/officeDocument/2006/relationships/slideLayout" Target="/ppt/slideLayouts/slideLayout3.xml" Id="R7669fe477c1c46c5" /><Relationship Type="http://schemas.openxmlformats.org/officeDocument/2006/relationships/slideLayout" Target="/ppt/slideLayouts/slideLayout4.xml" Id="R38249036924745d2" /><Relationship Type="http://schemas.openxmlformats.org/officeDocument/2006/relationships/slideLayout" Target="/ppt/slideLayouts/slideLayout5.xml" Id="R5bc7e28a64494aee" /><Relationship Type="http://schemas.openxmlformats.org/officeDocument/2006/relationships/slideLayout" Target="/ppt/slideLayouts/slideLayout6.xml" Id="R898355e9a3e947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a7f24b5264493a"/>
    <p:sldLayoutId xmlns:r="http://schemas.openxmlformats.org/officeDocument/2006/relationships" id="2147483650" r:id="Rd022001411e04b09"/>
    <p:sldLayoutId xmlns:r="http://schemas.openxmlformats.org/officeDocument/2006/relationships" id="2147483651" r:id="R7669fe477c1c46c5"/>
    <p:sldLayoutId xmlns:r="http://schemas.openxmlformats.org/officeDocument/2006/relationships" id="2147483652" r:id="R38249036924745d2"/>
    <p:sldLayoutId xmlns:r="http://schemas.openxmlformats.org/officeDocument/2006/relationships" id="2147483653" r:id="R5bc7e28a64494aee"/>
    <p:sldLayoutId xmlns:r="http://schemas.openxmlformats.org/officeDocument/2006/relationships" id="2147483654" r:id="R898355e9a3e947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5eb624ec3b2479b" /><Relationship Type="http://schemas.openxmlformats.org/officeDocument/2006/relationships/notesSlide" Target="/ppt/notesSlides/notesSlide1.xml" Id="R16061e93c82741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312911f1af34217" /><Relationship Type="http://schemas.openxmlformats.org/officeDocument/2006/relationships/image" Target="/ppt/media/image.png" Id="Rbc9a05f6569540c1" /><Relationship Type="http://schemas.openxmlformats.org/officeDocument/2006/relationships/notesSlide" Target="/ppt/notesSlides/notesSlide2.xml" Id="R9159206765db4e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aef2a0bd0f145bd" /><Relationship Type="http://schemas.openxmlformats.org/officeDocument/2006/relationships/notesSlide" Target="/ppt/notesSlides/notesSlide3.xml" Id="Rb7241a532a6a43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2c65cf80ff54abe" /><Relationship Type="http://schemas.openxmlformats.org/officeDocument/2006/relationships/image" Target="/ppt/media/image2.png" Id="R82e49f8a8f994499" /><Relationship Type="http://schemas.openxmlformats.org/officeDocument/2006/relationships/notesSlide" Target="/ppt/notesSlides/notesSlide4.xml" Id="R26fce916662541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0c0701b39224e05" /><Relationship Type="http://schemas.openxmlformats.org/officeDocument/2006/relationships/image" Target="/ppt/media/image3.png" Id="Rc8f6ecbd25004a16" /><Relationship Type="http://schemas.openxmlformats.org/officeDocument/2006/relationships/notesSlide" Target="/ppt/notesSlides/notesSlide5.xml" Id="R59a449a1b39146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6f3e9c35c9344af" /><Relationship Type="http://schemas.openxmlformats.org/officeDocument/2006/relationships/image" Target="/ppt/media/image4.png" Id="Rd0a0e9475d364767" /><Relationship Type="http://schemas.openxmlformats.org/officeDocument/2006/relationships/notesSlide" Target="/ppt/notesSlides/notesSlide6.xml" Id="R0b5bd641d4794a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d4d3a84228442e3" /><Relationship Type="http://schemas.openxmlformats.org/officeDocument/2006/relationships/image" Target="/ppt/media/image5.png" Id="Rbe056a5b5fe4405f" /><Relationship Type="http://schemas.openxmlformats.org/officeDocument/2006/relationships/notesSlide" Target="/ppt/notesSlides/notesSlide7.xml" Id="R2e99d2172a814b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cad4c8cb604480a" /><Relationship Type="http://schemas.openxmlformats.org/officeDocument/2006/relationships/image" Target="/ppt/media/image6.png" Id="Rbbf30104f48a4015" /><Relationship Type="http://schemas.openxmlformats.org/officeDocument/2006/relationships/notesSlide" Target="/ppt/notesSlides/notesSlide8.xml" Id="R87788206cf3346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32e83a042ce42f0" /><Relationship Type="http://schemas.openxmlformats.org/officeDocument/2006/relationships/notesSlide" Target="/ppt/notesSlides/notesSlide9.xml" Id="Rdf03b59284624e9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528ffcef5d24d9e" /><Relationship Type="http://schemas.openxmlformats.org/officeDocument/2006/relationships/notesSlide" Target="/ppt/notesSlides/notesSlide10.xml" Id="Rb140a11b2a9f4a5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2a43e2e34f444d1" /><Relationship Type="http://schemas.openxmlformats.org/officeDocument/2006/relationships/notesSlide" Target="/ppt/notesSlides/notesSlide11.xml" Id="R10491de376804f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e6b90ca7a024f78" /><Relationship Type="http://schemas.openxmlformats.org/officeDocument/2006/relationships/image" Target="/ppt/media/image7.png" Id="R5ffe646d5fcd4101" /><Relationship Type="http://schemas.openxmlformats.org/officeDocument/2006/relationships/notesSlide" Target="/ppt/notesSlides/notesSlide12.xml" Id="Re9a295a49e0446e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79db8ab98ba4714" /><Relationship Type="http://schemas.openxmlformats.org/officeDocument/2006/relationships/notesSlide" Target="/ppt/notesSlides/notesSlide13.xml" Id="Rdc76b05c1f23473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65593e787394ff7" /><Relationship Type="http://schemas.openxmlformats.org/officeDocument/2006/relationships/notesSlide" Target="/ppt/notesSlides/notesSlide14.xml" Id="R71144a2f95da442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44251c233fd44b0" /><Relationship Type="http://schemas.openxmlformats.org/officeDocument/2006/relationships/notesSlide" Target="/ppt/notesSlides/notesSlide15.xml" Id="R85c13ecce789488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8c8d1ca09ed4725" /><Relationship Type="http://schemas.openxmlformats.org/officeDocument/2006/relationships/notesSlide" Target="/ppt/notesSlides/notesSlide16.xml" Id="R6d64ba7310174b7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48609fad3204be0" /><Relationship Type="http://schemas.openxmlformats.org/officeDocument/2006/relationships/notesSlide" Target="/ppt/notesSlides/notesSlide17.xml" Id="Rb70121d33409492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5f2ecdffb474d52" /><Relationship Type="http://schemas.openxmlformats.org/officeDocument/2006/relationships/notesSlide" Target="/ppt/notesSlides/notesSlide18.xml" Id="Re1d749aad9794b57" /></Relationships>
</file>

<file path=ppt/slides/slide1.xml><?xml version="1.0" encoding="utf-8"?>
<p:sld xmlns:p="http://schemas.openxmlformats.org/presentationml/2006/main">
  <p:cSld>
    <p:bg>
      <p:bgPr>
        <a:solidFill xmlns:a="http://schemas.openxmlformats.org/drawingml/2006/main">
          <a:srgbClr val="123C52"/>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0EFE8358-B108-4594-8E88-1ECAABFDE94B}"/>
              </a:ext>
            </a:extLst>
          </p:cNvPr>
          <p:cNvSpPr>
            <a:spLocks xmlns:a="http://schemas.openxmlformats.org/drawingml/2006/main" noGrp="1"/>
          </p:cNvSpPr>
          <p:nvPr/>
        </p:nvSpPr>
        <p:spPr>
          <a:xfrm xmlns:a="http://schemas.openxmlformats.org/drawingml/2006/main">
            <a:off x="876300" y="952500"/>
            <a:ext cx="66675" cy="4667250"/>
          </a:xfrm>
          <a:prstGeom xmlns:a="http://schemas.openxmlformats.org/drawingml/2006/main" prst="rect">
            <a:avLst/>
          </a:prstGeom>
          <a:solidFill xmlns:a="http://schemas.openxmlformats.org/drawingml/2006/main">
            <a:srgbClr val="80D7B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9C9B4AB0-92C0-4C7F-A90D-0D58BD2DF0A4}"/>
              </a:ext>
            </a:extLst>
          </p:cNvPr>
          <p:cNvSpPr>
            <a:spLocks xmlns:a="http://schemas.openxmlformats.org/drawingml/2006/main" noGrp="1"/>
          </p:cNvSpPr>
          <p:nvPr/>
        </p:nvSpPr>
        <p:spPr>
          <a:xfrm xmlns:a="http://schemas.openxmlformats.org/drawingml/2006/main">
            <a:off x="1276350" y="1219200"/>
            <a:ext cx="457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212" lnSpcReduction="10000"/>
          </a:bodyPr>
          <a:lstStyle xmlns:a="http://schemas.openxmlformats.org/drawingml/2006/main">
            <a:defPPr algn="l">
              <a:defRPr sz="1650" b="1">
                <a:solidFill>
                  <a:srgbClr val="80D7B7"/>
                </a:solidFill>
                <a:latin typeface="Arial"/>
                <a:ea typeface="Arial"/>
                <a:cs typeface="Arial"/>
              </a:defRPr>
            </a:defPPr>
            <a:lvl1pPr algn="l">
              <a:defRPr sz="1650" b="1">
                <a:solidFill>
                  <a:srgbClr val="80D7B7"/>
                </a:solidFill>
                <a:latin typeface="Arial"/>
                <a:ea typeface="Arial"/>
                <a:cs typeface="Arial"/>
              </a:defRPr>
            </a:lvl1pPr>
            <a:lvl2pPr algn="l">
              <a:defRPr sz="1650" b="1">
                <a:solidFill>
                  <a:srgbClr val="80D7B7"/>
                </a:solidFill>
                <a:latin typeface="Arial"/>
                <a:ea typeface="Arial"/>
                <a:cs typeface="Arial"/>
              </a:defRPr>
            </a:lvl2pPr>
            <a:lvl3pPr algn="l">
              <a:defRPr sz="1650" b="1">
                <a:solidFill>
                  <a:srgbClr val="80D7B7"/>
                </a:solidFill>
                <a:latin typeface="Arial"/>
                <a:ea typeface="Arial"/>
                <a:cs typeface="Arial"/>
              </a:defRPr>
            </a:lvl3pPr>
            <a:lvl4pPr algn="l">
              <a:defRPr sz="1650" b="1">
                <a:solidFill>
                  <a:srgbClr val="80D7B7"/>
                </a:solidFill>
                <a:latin typeface="Arial"/>
                <a:ea typeface="Arial"/>
                <a:cs typeface="Arial"/>
              </a:defRPr>
            </a:lvl4pPr>
            <a:lvl5pPr algn="l">
              <a:defRPr sz="1650" b="1">
                <a:solidFill>
                  <a:srgbClr val="80D7B7"/>
                </a:solidFill>
                <a:latin typeface="Arial"/>
                <a:ea typeface="Arial"/>
                <a:cs typeface="Arial"/>
              </a:defRPr>
            </a:lvl5pPr>
            <a:lvl6pPr algn="l">
              <a:defRPr sz="1650" b="1">
                <a:solidFill>
                  <a:srgbClr val="80D7B7"/>
                </a:solidFill>
                <a:latin typeface="Arial"/>
                <a:ea typeface="Arial"/>
                <a:cs typeface="Arial"/>
              </a:defRPr>
            </a:lvl6pPr>
            <a:lvl7pPr algn="l">
              <a:defRPr sz="1650" b="1">
                <a:solidFill>
                  <a:srgbClr val="80D7B7"/>
                </a:solidFill>
                <a:latin typeface="Arial"/>
                <a:ea typeface="Arial"/>
                <a:cs typeface="Arial"/>
              </a:defRPr>
            </a:lvl7pPr>
            <a:lvl8pPr algn="l">
              <a:defRPr sz="1650" b="1">
                <a:solidFill>
                  <a:srgbClr val="80D7B7"/>
                </a:solidFill>
                <a:latin typeface="Arial"/>
                <a:ea typeface="Arial"/>
                <a:cs typeface="Arial"/>
              </a:defRPr>
            </a:lvl8pPr>
            <a:lvl9pPr algn="l">
              <a:defRPr sz="1650" b="1">
                <a:solidFill>
                  <a:srgbClr val="80D7B7"/>
                </a:solidFill>
                <a:latin typeface="Arial"/>
                <a:ea typeface="Arial"/>
                <a:cs typeface="Arial"/>
              </a:defRPr>
            </a:lvl9pPr>
          </a:lstStyle>
          <a:p xmlns:a="http://schemas.openxmlformats.org/drawingml/2006/main">
            <a:pPr algn="l">
              <a:buNone/>
              <a:defRPr sz="1650" b="1">
                <a:solidFill>
                  <a:srgbClr val="80D7B7"/>
                </a:solidFill>
                <a:latin typeface="Arial"/>
                <a:ea typeface="Arial"/>
                <a:cs typeface="Arial"/>
              </a:defRPr>
            </a:pPr>
            <a:r>
              <a:rPr sz="1650" b="1">
                <a:solidFill>
                  <a:srgbClr val="80D7B7"/>
                </a:solidFill>
                <a:latin typeface="Arial"/>
                <a:ea typeface="Arial"/>
                <a:cs typeface="Arial"/>
              </a:rPr>
              <a:t>OpenGuard Kids</a:t>
            </a:r>
          </a:p>
        </p:txBody>
      </p:sp>
      <p:sp>
        <p:nvSpPr>
          <p:cNvPr id="3" name="Rectangle 2">
            <a:extLst xmlns:a="http://schemas.openxmlformats.org/drawingml/2006/main">
              <a:ext uri="{FF2B5EF4-FFF2-40B4-BE49-F238E27FC236}">
                <a16:creationId xmlns:a16="http://schemas.microsoft.com/office/drawing/2014/main" id="{AD347BCB-9DA1-47BE-A44A-3BFACD53257C}"/>
              </a:ext>
            </a:extLst>
          </p:cNvPr>
          <p:cNvSpPr>
            <a:spLocks xmlns:a="http://schemas.openxmlformats.org/drawingml/2006/main" noGrp="1"/>
          </p:cNvSpPr>
          <p:nvPr/>
        </p:nvSpPr>
        <p:spPr>
          <a:xfrm xmlns:a="http://schemas.openxmlformats.org/drawingml/2006/main">
            <a:off x="1276350" y="2095500"/>
            <a:ext cx="6477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4125" b="1">
                <a:solidFill>
                  <a:srgbClr val="FFFFFF"/>
                </a:solidFill>
                <a:latin typeface="Arial"/>
                <a:ea typeface="Arial"/>
                <a:cs typeface="Arial"/>
              </a:defRPr>
            </a:defPPr>
            <a:lvl1pPr algn="l">
              <a:defRPr sz="4125" b="1">
                <a:solidFill>
                  <a:srgbClr val="FFFFFF"/>
                </a:solidFill>
                <a:latin typeface="Arial"/>
                <a:ea typeface="Arial"/>
                <a:cs typeface="Arial"/>
              </a:defRPr>
            </a:lvl1pPr>
            <a:lvl2pPr algn="l">
              <a:defRPr sz="4125" b="1">
                <a:solidFill>
                  <a:srgbClr val="FFFFFF"/>
                </a:solidFill>
                <a:latin typeface="Arial"/>
                <a:ea typeface="Arial"/>
                <a:cs typeface="Arial"/>
              </a:defRPr>
            </a:lvl2pPr>
            <a:lvl3pPr algn="l">
              <a:defRPr sz="4125" b="1">
                <a:solidFill>
                  <a:srgbClr val="FFFFFF"/>
                </a:solidFill>
                <a:latin typeface="Arial"/>
                <a:ea typeface="Arial"/>
                <a:cs typeface="Arial"/>
              </a:defRPr>
            </a:lvl3pPr>
            <a:lvl4pPr algn="l">
              <a:defRPr sz="4125" b="1">
                <a:solidFill>
                  <a:srgbClr val="FFFFFF"/>
                </a:solidFill>
                <a:latin typeface="Arial"/>
                <a:ea typeface="Arial"/>
                <a:cs typeface="Arial"/>
              </a:defRPr>
            </a:lvl4pPr>
            <a:lvl5pPr algn="l">
              <a:defRPr sz="4125" b="1">
                <a:solidFill>
                  <a:srgbClr val="FFFFFF"/>
                </a:solidFill>
                <a:latin typeface="Arial"/>
                <a:ea typeface="Arial"/>
                <a:cs typeface="Arial"/>
              </a:defRPr>
            </a:lvl5pPr>
            <a:lvl6pPr algn="l">
              <a:defRPr sz="4125" b="1">
                <a:solidFill>
                  <a:srgbClr val="FFFFFF"/>
                </a:solidFill>
                <a:latin typeface="Arial"/>
                <a:ea typeface="Arial"/>
                <a:cs typeface="Arial"/>
              </a:defRPr>
            </a:lvl6pPr>
            <a:lvl7pPr algn="l">
              <a:defRPr sz="4125" b="1">
                <a:solidFill>
                  <a:srgbClr val="FFFFFF"/>
                </a:solidFill>
                <a:latin typeface="Arial"/>
                <a:ea typeface="Arial"/>
                <a:cs typeface="Arial"/>
              </a:defRPr>
            </a:lvl7pPr>
            <a:lvl8pPr algn="l">
              <a:defRPr sz="4125" b="1">
                <a:solidFill>
                  <a:srgbClr val="FFFFFF"/>
                </a:solidFill>
                <a:latin typeface="Arial"/>
                <a:ea typeface="Arial"/>
                <a:cs typeface="Arial"/>
              </a:defRPr>
            </a:lvl8pPr>
            <a:lvl9pPr algn="l">
              <a:defRPr sz="4125" b="1">
                <a:solidFill>
                  <a:srgbClr val="FFFFFF"/>
                </a:solidFill>
                <a:latin typeface="Arial"/>
                <a:ea typeface="Arial"/>
                <a:cs typeface="Arial"/>
              </a:defRPr>
            </a:lvl9pPr>
          </a:lstStyle>
          <a:p xmlns:a="http://schemas.openxmlformats.org/drawingml/2006/main">
            <a:pPr algn="l">
              <a:buNone/>
              <a:defRPr sz="4125" b="1">
                <a:solidFill>
                  <a:srgbClr val="FFFFFF"/>
                </a:solidFill>
                <a:latin typeface="Arial"/>
                <a:ea typeface="Arial"/>
                <a:cs typeface="Arial"/>
              </a:defRPr>
            </a:pPr>
            <a:r>
              <a:rPr sz="4125" b="1">
                <a:solidFill>
                  <a:srgbClr val="FFFFFF"/>
                </a:solidFill>
                <a:latin typeface="Arial"/>
                <a:ea typeface="Arial"/>
                <a:cs typeface="Arial"/>
              </a:rPr>
              <a:t>Báo cáo tổng hợp</a:t>
            </a:r>
          </a:p>
          <a:p xmlns:a="http://schemas.openxmlformats.org/drawingml/2006/main">
            <a:pPr algn="l">
              <a:buNone/>
              <a:defRPr sz="4125" b="1">
                <a:solidFill>
                  <a:srgbClr val="FFFFFF"/>
                </a:solidFill>
                <a:latin typeface="Arial"/>
                <a:ea typeface="Arial"/>
                <a:cs typeface="Arial"/>
              </a:defRPr>
            </a:pPr>
            <a:r>
              <a:rPr sz="4125" b="1">
                <a:solidFill>
                  <a:srgbClr val="FFFFFF"/>
                </a:solidFill>
                <a:latin typeface="Arial"/>
                <a:ea typeface="Arial"/>
                <a:cs typeface="Arial"/>
              </a:rPr>
              <a:t>F2, F3 và F5</a:t>
            </a:r>
          </a:p>
        </p:txBody>
      </p:sp>
      <p:sp>
        <p:nvSpPr>
          <p:cNvPr id="6" name="Oval 5">
            <a:extLst xmlns:a="http://schemas.openxmlformats.org/drawingml/2006/main">
              <a:ext uri="{FF2B5EF4-FFF2-40B4-BE49-F238E27FC236}">
                <a16:creationId xmlns:a16="http://schemas.microsoft.com/office/drawing/2014/main" id="{50EB7881-CAAD-4734-960C-7EF949E4A827}"/>
              </a:ext>
            </a:extLst>
          </p:cNvPr>
          <p:cNvSpPr>
            <a:spLocks xmlns:a="http://schemas.openxmlformats.org/drawingml/2006/main" noGrp="1"/>
          </p:cNvSpPr>
          <p:nvPr/>
        </p:nvSpPr>
        <p:spPr>
          <a:xfrm xmlns:a="http://schemas.openxmlformats.org/drawingml/2006/main">
            <a:off x="9334500" y="1409700"/>
            <a:ext cx="1562100" cy="1562100"/>
          </a:xfrm>
          <a:prstGeom xmlns:a="http://schemas.openxmlformats.org/drawingml/2006/main" prst="ellipse">
            <a:avLst/>
          </a:prstGeom>
          <a:solidFill xmlns:a="http://schemas.openxmlformats.org/drawingml/2006/main">
            <a:srgbClr val="218D73"/>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0976F021-7352-4DF9-88A1-4F5CA37D50C9}"/>
              </a:ext>
            </a:extLst>
          </p:cNvPr>
          <p:cNvSpPr>
            <a:spLocks xmlns:a="http://schemas.openxmlformats.org/drawingml/2006/main" noGrp="1"/>
          </p:cNvSpPr>
          <p:nvPr/>
        </p:nvSpPr>
        <p:spPr>
          <a:xfrm xmlns:a="http://schemas.openxmlformats.org/drawingml/2006/main">
            <a:off x="9839325" y="1914525"/>
            <a:ext cx="552450" cy="552450"/>
          </a:xfrm>
          <a:prstGeom xmlns:a="http://schemas.openxmlformats.org/drawingml/2006/main" prst="ellipse">
            <a:avLst/>
          </a:prstGeom>
          <a:solidFill xmlns:a="http://schemas.openxmlformats.org/drawingml/2006/main">
            <a:srgbClr val="123C5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61B2C05E-B349-45C7-AEF7-A5EC4AF59813}"/>
              </a:ext>
            </a:extLst>
          </p:cNvPr>
          <p:cNvSpPr>
            <a:spLocks xmlns:a="http://schemas.openxmlformats.org/drawingml/2006/main" noGrp="1"/>
          </p:cNvSpPr>
          <p:nvPr/>
        </p:nvSpPr>
        <p:spPr>
          <a:xfrm xmlns:a="http://schemas.openxmlformats.org/drawingml/2006/main">
            <a:off x="9429750" y="3124200"/>
            <a:ext cx="138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215" lnSpcReduction="10000"/>
          </a:bodyPr>
          <a:lstStyle xmlns:a="http://schemas.openxmlformats.org/drawingml/2006/main">
            <a:defPPr algn="ctr">
              <a:defRPr sz="4125" b="1">
                <a:solidFill>
                  <a:srgbClr val="80D7B7"/>
                </a:solidFill>
                <a:latin typeface="Arial"/>
                <a:ea typeface="Arial"/>
                <a:cs typeface="Arial"/>
              </a:defRPr>
            </a:defPPr>
            <a:lvl1pPr algn="ctr">
              <a:defRPr sz="4125" b="1">
                <a:solidFill>
                  <a:srgbClr val="80D7B7"/>
                </a:solidFill>
                <a:latin typeface="Arial"/>
                <a:ea typeface="Arial"/>
                <a:cs typeface="Arial"/>
              </a:defRPr>
            </a:lvl1pPr>
            <a:lvl2pPr algn="ctr">
              <a:defRPr sz="4125" b="1">
                <a:solidFill>
                  <a:srgbClr val="80D7B7"/>
                </a:solidFill>
                <a:latin typeface="Arial"/>
                <a:ea typeface="Arial"/>
                <a:cs typeface="Arial"/>
              </a:defRPr>
            </a:lvl2pPr>
            <a:lvl3pPr algn="ctr">
              <a:defRPr sz="4125" b="1">
                <a:solidFill>
                  <a:srgbClr val="80D7B7"/>
                </a:solidFill>
                <a:latin typeface="Arial"/>
                <a:ea typeface="Arial"/>
                <a:cs typeface="Arial"/>
              </a:defRPr>
            </a:lvl3pPr>
            <a:lvl4pPr algn="ctr">
              <a:defRPr sz="4125" b="1">
                <a:solidFill>
                  <a:srgbClr val="80D7B7"/>
                </a:solidFill>
                <a:latin typeface="Arial"/>
                <a:ea typeface="Arial"/>
                <a:cs typeface="Arial"/>
              </a:defRPr>
            </a:lvl4pPr>
            <a:lvl5pPr algn="ctr">
              <a:defRPr sz="4125" b="1">
                <a:solidFill>
                  <a:srgbClr val="80D7B7"/>
                </a:solidFill>
                <a:latin typeface="Arial"/>
                <a:ea typeface="Arial"/>
                <a:cs typeface="Arial"/>
              </a:defRPr>
            </a:lvl5pPr>
            <a:lvl6pPr algn="ctr">
              <a:defRPr sz="4125" b="1">
                <a:solidFill>
                  <a:srgbClr val="80D7B7"/>
                </a:solidFill>
                <a:latin typeface="Arial"/>
                <a:ea typeface="Arial"/>
                <a:cs typeface="Arial"/>
              </a:defRPr>
            </a:lvl6pPr>
            <a:lvl7pPr algn="ctr">
              <a:defRPr sz="4125" b="1">
                <a:solidFill>
                  <a:srgbClr val="80D7B7"/>
                </a:solidFill>
                <a:latin typeface="Arial"/>
                <a:ea typeface="Arial"/>
                <a:cs typeface="Arial"/>
              </a:defRPr>
            </a:lvl7pPr>
            <a:lvl8pPr algn="ctr">
              <a:defRPr sz="4125" b="1">
                <a:solidFill>
                  <a:srgbClr val="80D7B7"/>
                </a:solidFill>
                <a:latin typeface="Arial"/>
                <a:ea typeface="Arial"/>
                <a:cs typeface="Arial"/>
              </a:defRPr>
            </a:lvl8pPr>
            <a:lvl9pPr algn="ctr">
              <a:defRPr sz="4125" b="1">
                <a:solidFill>
                  <a:srgbClr val="80D7B7"/>
                </a:solidFill>
                <a:latin typeface="Arial"/>
                <a:ea typeface="Arial"/>
                <a:cs typeface="Arial"/>
              </a:defRPr>
            </a:lvl9pPr>
          </a:lstStyle>
          <a:p xmlns:a="http://schemas.openxmlformats.org/drawingml/2006/main">
            <a:pPr algn="ctr">
              <a:buNone/>
              <a:defRPr sz="4125" b="1">
                <a:solidFill>
                  <a:srgbClr val="80D7B7"/>
                </a:solidFill>
                <a:latin typeface="Arial"/>
                <a:ea typeface="Arial"/>
                <a:cs typeface="Arial"/>
              </a:defRPr>
            </a:pPr>
            <a:r>
              <a:rPr sz="4125" b="1">
                <a:solidFill>
                  <a:srgbClr val="80D7B7"/>
                </a:solidFill>
                <a:latin typeface="Arial"/>
                <a:ea typeface="Arial"/>
                <a:cs typeface="Arial"/>
              </a:rPr>
              <a:t>18</a:t>
            </a:r>
          </a:p>
        </p:txBody>
      </p:sp>
    </p:spTree>
    <p:extLst>
      <p:ext uri="{BB962C8B-B14F-4D97-AF65-F5344CB8AC3E}">
        <p14:creationId xmlns:p14="http://schemas.microsoft.com/office/powerpoint/2010/main" val="1121766497"/>
      </p:ext>
    </p:extLst>
  </p:cSld>
</p:sld>
</file>

<file path=ppt/slides/slide2.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51" name="Rectangle 50">
            <a:extLst xmlns:a="http://schemas.openxmlformats.org/drawingml/2006/main">
              <a:ext uri="{FF2B5EF4-FFF2-40B4-BE49-F238E27FC236}">
                <a16:creationId xmlns:a16="http://schemas.microsoft.com/office/drawing/2014/main" id="{EE093C60-C7F8-4F22-B670-42FC4EFCA8D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18D73"/>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A38319AF-1124-4258-9C25-B1CE357FA8F0}"/>
              </a:ext>
            </a:extLst>
          </p:cNvPr>
          <p:cNvSpPr>
            <a:spLocks xmlns:a="http://schemas.openxmlformats.org/drawingml/2006/main" noGrp="1"/>
          </p:cNvSpPr>
          <p:nvPr/>
        </p:nvSpPr>
        <p:spPr>
          <a:xfrm xmlns:a="http://schemas.openxmlformats.org/drawingml/2006/main">
            <a:off x="514350" y="25717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545" lnSpcReduction="20000"/>
          </a:bodyPr>
          <a:lstStyle xmlns:a="http://schemas.openxmlformats.org/drawingml/2006/main">
            <a:defPPr algn="l">
              <a:defRPr sz="825" b="1">
                <a:solidFill>
                  <a:srgbClr val="218D73"/>
                </a:solidFill>
                <a:latin typeface="Arial"/>
                <a:ea typeface="Arial"/>
                <a:cs typeface="Arial"/>
              </a:defRPr>
            </a:defPPr>
            <a:lvl1pPr algn="l">
              <a:defRPr sz="825" b="1">
                <a:solidFill>
                  <a:srgbClr val="218D73"/>
                </a:solidFill>
                <a:latin typeface="Arial"/>
                <a:ea typeface="Arial"/>
                <a:cs typeface="Arial"/>
              </a:defRPr>
            </a:lvl1pPr>
            <a:lvl2pPr algn="l">
              <a:defRPr sz="825" b="1">
                <a:solidFill>
                  <a:srgbClr val="218D73"/>
                </a:solidFill>
                <a:latin typeface="Arial"/>
                <a:ea typeface="Arial"/>
                <a:cs typeface="Arial"/>
              </a:defRPr>
            </a:lvl2pPr>
            <a:lvl3pPr algn="l">
              <a:defRPr sz="825" b="1">
                <a:solidFill>
                  <a:srgbClr val="218D73"/>
                </a:solidFill>
                <a:latin typeface="Arial"/>
                <a:ea typeface="Arial"/>
                <a:cs typeface="Arial"/>
              </a:defRPr>
            </a:lvl3pPr>
            <a:lvl4pPr algn="l">
              <a:defRPr sz="825" b="1">
                <a:solidFill>
                  <a:srgbClr val="218D73"/>
                </a:solidFill>
                <a:latin typeface="Arial"/>
                <a:ea typeface="Arial"/>
                <a:cs typeface="Arial"/>
              </a:defRPr>
            </a:lvl4pPr>
            <a:lvl5pPr algn="l">
              <a:defRPr sz="825" b="1">
                <a:solidFill>
                  <a:srgbClr val="218D73"/>
                </a:solidFill>
                <a:latin typeface="Arial"/>
                <a:ea typeface="Arial"/>
                <a:cs typeface="Arial"/>
              </a:defRPr>
            </a:lvl5pPr>
            <a:lvl6pPr algn="l">
              <a:defRPr sz="825" b="1">
                <a:solidFill>
                  <a:srgbClr val="218D73"/>
                </a:solidFill>
                <a:latin typeface="Arial"/>
                <a:ea typeface="Arial"/>
                <a:cs typeface="Arial"/>
              </a:defRPr>
            </a:lvl6pPr>
            <a:lvl7pPr algn="l">
              <a:defRPr sz="825" b="1">
                <a:solidFill>
                  <a:srgbClr val="218D73"/>
                </a:solidFill>
                <a:latin typeface="Arial"/>
                <a:ea typeface="Arial"/>
                <a:cs typeface="Arial"/>
              </a:defRPr>
            </a:lvl7pPr>
            <a:lvl8pPr algn="l">
              <a:defRPr sz="825" b="1">
                <a:solidFill>
                  <a:srgbClr val="218D73"/>
                </a:solidFill>
                <a:latin typeface="Arial"/>
                <a:ea typeface="Arial"/>
                <a:cs typeface="Arial"/>
              </a:defRPr>
            </a:lvl8pPr>
            <a:lvl9pPr algn="l">
              <a:defRPr sz="825" b="1">
                <a:solidFill>
                  <a:srgbClr val="218D73"/>
                </a:solidFill>
                <a:latin typeface="Arial"/>
                <a:ea typeface="Arial"/>
                <a:cs typeface="Arial"/>
              </a:defRPr>
            </a:lvl9pPr>
          </a:lstStyle>
          <a:p xmlns:a="http://schemas.openxmlformats.org/drawingml/2006/main">
            <a:pPr algn="l">
              <a:buNone/>
              <a:defRPr sz="825" b="1">
                <a:solidFill>
                  <a:srgbClr val="218D73"/>
                </a:solidFill>
                <a:latin typeface="Arial"/>
                <a:ea typeface="Arial"/>
                <a:cs typeface="Arial"/>
              </a:defRPr>
            </a:pPr>
            <a:r>
              <a:rPr sz="825" b="1">
                <a:solidFill>
                  <a:srgbClr val="218D73"/>
                </a:solidFill>
                <a:latin typeface="Arial"/>
                <a:ea typeface="Arial"/>
                <a:cs typeface="Arial"/>
              </a:rPr>
              <a:t>OPEN GUARD KIDS  |  BÁO CÁO F2, F3 VÀ F5</a:t>
            </a:r>
          </a:p>
        </p:txBody>
      </p:sp>
      <p:sp>
        <p:nvSpPr>
          <p:cNvPr id="3" name="Rectangle 2">
            <a:extLst xmlns:a="http://schemas.openxmlformats.org/drawingml/2006/main">
              <a:ext uri="{FF2B5EF4-FFF2-40B4-BE49-F238E27FC236}">
                <a16:creationId xmlns:a16="http://schemas.microsoft.com/office/drawing/2014/main" id="{8D1C25EC-A02F-41B7-BFFD-D69F115EE21E}"/>
              </a:ext>
            </a:extLst>
          </p:cNvPr>
          <p:cNvSpPr>
            <a:spLocks xmlns:a="http://schemas.openxmlformats.org/drawingml/2006/main" noGrp="1"/>
          </p:cNvSpPr>
          <p:nvPr/>
        </p:nvSpPr>
        <p:spPr>
          <a:xfrm xmlns:a="http://schemas.openxmlformats.org/drawingml/2006/main">
            <a:off x="514350" y="55245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970"/>
          </a:bodyPr>
          <a:lstStyle xmlns:a="http://schemas.openxmlformats.org/drawingml/2006/main">
            <a:defPPr algn="l">
              <a:defRPr sz="2475" b="1">
                <a:solidFill>
                  <a:srgbClr val="123C52"/>
                </a:solidFill>
                <a:latin typeface="Arial"/>
                <a:ea typeface="Arial"/>
                <a:cs typeface="Arial"/>
              </a:defRPr>
            </a:defPPr>
            <a:lvl1pPr algn="l">
              <a:defRPr sz="2475" b="1">
                <a:solidFill>
                  <a:srgbClr val="123C52"/>
                </a:solidFill>
                <a:latin typeface="Arial"/>
                <a:ea typeface="Arial"/>
                <a:cs typeface="Arial"/>
              </a:defRPr>
            </a:lvl1pPr>
            <a:lvl2pPr algn="l">
              <a:defRPr sz="2475" b="1">
                <a:solidFill>
                  <a:srgbClr val="123C52"/>
                </a:solidFill>
                <a:latin typeface="Arial"/>
                <a:ea typeface="Arial"/>
                <a:cs typeface="Arial"/>
              </a:defRPr>
            </a:lvl2pPr>
            <a:lvl3pPr algn="l">
              <a:defRPr sz="2475" b="1">
                <a:solidFill>
                  <a:srgbClr val="123C52"/>
                </a:solidFill>
                <a:latin typeface="Arial"/>
                <a:ea typeface="Arial"/>
                <a:cs typeface="Arial"/>
              </a:defRPr>
            </a:lvl3pPr>
            <a:lvl4pPr algn="l">
              <a:defRPr sz="2475" b="1">
                <a:solidFill>
                  <a:srgbClr val="123C52"/>
                </a:solidFill>
                <a:latin typeface="Arial"/>
                <a:ea typeface="Arial"/>
                <a:cs typeface="Arial"/>
              </a:defRPr>
            </a:lvl4pPr>
            <a:lvl5pPr algn="l">
              <a:defRPr sz="2475" b="1">
                <a:solidFill>
                  <a:srgbClr val="123C52"/>
                </a:solidFill>
                <a:latin typeface="Arial"/>
                <a:ea typeface="Arial"/>
                <a:cs typeface="Arial"/>
              </a:defRPr>
            </a:lvl5pPr>
            <a:lvl6pPr algn="l">
              <a:defRPr sz="2475" b="1">
                <a:solidFill>
                  <a:srgbClr val="123C52"/>
                </a:solidFill>
                <a:latin typeface="Arial"/>
                <a:ea typeface="Arial"/>
                <a:cs typeface="Arial"/>
              </a:defRPr>
            </a:lvl6pPr>
            <a:lvl7pPr algn="l">
              <a:defRPr sz="2475" b="1">
                <a:solidFill>
                  <a:srgbClr val="123C52"/>
                </a:solidFill>
                <a:latin typeface="Arial"/>
                <a:ea typeface="Arial"/>
                <a:cs typeface="Arial"/>
              </a:defRPr>
            </a:lvl7pPr>
            <a:lvl8pPr algn="l">
              <a:defRPr sz="2475" b="1">
                <a:solidFill>
                  <a:srgbClr val="123C52"/>
                </a:solidFill>
                <a:latin typeface="Arial"/>
                <a:ea typeface="Arial"/>
                <a:cs typeface="Arial"/>
              </a:defRPr>
            </a:lvl8pPr>
            <a:lvl9pPr algn="l">
              <a:defRPr sz="2475" b="1">
                <a:solidFill>
                  <a:srgbClr val="123C52"/>
                </a:solidFill>
                <a:latin typeface="Arial"/>
                <a:ea typeface="Arial"/>
                <a:cs typeface="Arial"/>
              </a:defRPr>
            </a:lvl9pPr>
          </a:lstStyle>
          <a:p xmlns:a="http://schemas.openxmlformats.org/drawingml/2006/main">
            <a:pPr algn="l">
              <a:buNone/>
              <a:defRPr sz="2475" b="1">
                <a:solidFill>
                  <a:srgbClr val="123C52"/>
                </a:solidFill>
                <a:latin typeface="Arial"/>
                <a:ea typeface="Arial"/>
                <a:cs typeface="Arial"/>
              </a:defRPr>
            </a:pPr>
            <a:r>
              <a:rPr sz="2475" b="1">
                <a:solidFill>
                  <a:srgbClr val="123C52"/>
                </a:solidFill>
                <a:latin typeface="Arial"/>
                <a:ea typeface="Arial"/>
                <a:cs typeface="Arial"/>
              </a:rPr>
              <a:t>Sơ đồ hệ thống hiện tại</a:t>
            </a:r>
          </a:p>
        </p:txBody>
      </p:sp>
      <p:sp>
        <p:nvSpPr>
          <p:cNvPr id="4" name="Rectangle 3">
            <a:extLst xmlns:a="http://schemas.openxmlformats.org/drawingml/2006/main">
              <a:ext uri="{FF2B5EF4-FFF2-40B4-BE49-F238E27FC236}">
                <a16:creationId xmlns:a16="http://schemas.microsoft.com/office/drawing/2014/main" id="{E802EAB7-BFD9-4ED0-A45D-AE5C59AF0DD7}"/>
              </a:ext>
            </a:extLst>
          </p:cNvPr>
          <p:cNvSpPr>
            <a:spLocks xmlns:a="http://schemas.openxmlformats.org/drawingml/2006/main" noGrp="1"/>
          </p:cNvSpPr>
          <p:nvPr/>
        </p:nvSpPr>
        <p:spPr>
          <a:xfrm xmlns:a="http://schemas.openxmlformats.org/drawingml/2006/main">
            <a:off x="514350" y="1143000"/>
            <a:ext cx="11163300" cy="9525"/>
          </a:xfrm>
          <a:prstGeom xmlns:a="http://schemas.openxmlformats.org/drawingml/2006/main" prst="rect">
            <a:avLst/>
          </a:prstGeom>
          <a:solidFill xmlns:a="http://schemas.openxmlformats.org/drawingml/2006/main">
            <a:srgbClr val="D7E5D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69467C36-787F-4227-9A2D-6419B67DDBEB}"/>
              </a:ext>
            </a:extLst>
          </p:cNvPr>
          <p:cNvSpPr>
            <a:spLocks xmlns:a="http://schemas.openxmlformats.org/drawingml/2006/main" noGrp="1"/>
          </p:cNvSpPr>
          <p:nvPr/>
        </p:nvSpPr>
        <p:spPr>
          <a:xfrm xmlns:a="http://schemas.openxmlformats.org/drawingml/2006/main">
            <a:off x="11096625" y="2571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8636" lnSpcReduction="20000"/>
          </a:bodyPr>
          <a:lstStyle xmlns:a="http://schemas.openxmlformats.org/drawingml/2006/main">
            <a:defPPr algn="r">
              <a:defRPr sz="825" b="1">
                <a:solidFill>
                  <a:srgbClr val="218D73"/>
                </a:solidFill>
                <a:latin typeface="Arial"/>
                <a:ea typeface="Arial"/>
                <a:cs typeface="Arial"/>
              </a:defRPr>
            </a:defPPr>
            <a:lvl1pPr algn="r">
              <a:defRPr sz="825" b="1">
                <a:solidFill>
                  <a:srgbClr val="218D73"/>
                </a:solidFill>
                <a:latin typeface="Arial"/>
                <a:ea typeface="Arial"/>
                <a:cs typeface="Arial"/>
              </a:defRPr>
            </a:lvl1pPr>
            <a:lvl2pPr algn="r">
              <a:defRPr sz="825" b="1">
                <a:solidFill>
                  <a:srgbClr val="218D73"/>
                </a:solidFill>
                <a:latin typeface="Arial"/>
                <a:ea typeface="Arial"/>
                <a:cs typeface="Arial"/>
              </a:defRPr>
            </a:lvl2pPr>
            <a:lvl3pPr algn="r">
              <a:defRPr sz="825" b="1">
                <a:solidFill>
                  <a:srgbClr val="218D73"/>
                </a:solidFill>
                <a:latin typeface="Arial"/>
                <a:ea typeface="Arial"/>
                <a:cs typeface="Arial"/>
              </a:defRPr>
            </a:lvl3pPr>
            <a:lvl4pPr algn="r">
              <a:defRPr sz="825" b="1">
                <a:solidFill>
                  <a:srgbClr val="218D73"/>
                </a:solidFill>
                <a:latin typeface="Arial"/>
                <a:ea typeface="Arial"/>
                <a:cs typeface="Arial"/>
              </a:defRPr>
            </a:lvl4pPr>
            <a:lvl5pPr algn="r">
              <a:defRPr sz="825" b="1">
                <a:solidFill>
                  <a:srgbClr val="218D73"/>
                </a:solidFill>
                <a:latin typeface="Arial"/>
                <a:ea typeface="Arial"/>
                <a:cs typeface="Arial"/>
              </a:defRPr>
            </a:lvl5pPr>
            <a:lvl6pPr algn="r">
              <a:defRPr sz="825" b="1">
                <a:solidFill>
                  <a:srgbClr val="218D73"/>
                </a:solidFill>
                <a:latin typeface="Arial"/>
                <a:ea typeface="Arial"/>
                <a:cs typeface="Arial"/>
              </a:defRPr>
            </a:lvl6pPr>
            <a:lvl7pPr algn="r">
              <a:defRPr sz="825" b="1">
                <a:solidFill>
                  <a:srgbClr val="218D73"/>
                </a:solidFill>
                <a:latin typeface="Arial"/>
                <a:ea typeface="Arial"/>
                <a:cs typeface="Arial"/>
              </a:defRPr>
            </a:lvl7pPr>
            <a:lvl8pPr algn="r">
              <a:defRPr sz="825" b="1">
                <a:solidFill>
                  <a:srgbClr val="218D73"/>
                </a:solidFill>
                <a:latin typeface="Arial"/>
                <a:ea typeface="Arial"/>
                <a:cs typeface="Arial"/>
              </a:defRPr>
            </a:lvl8pPr>
            <a:lvl9pPr algn="r">
              <a:defRPr sz="825" b="1">
                <a:solidFill>
                  <a:srgbClr val="218D73"/>
                </a:solidFill>
                <a:latin typeface="Arial"/>
                <a:ea typeface="Arial"/>
                <a:cs typeface="Arial"/>
              </a:defRPr>
            </a:lvl9pPr>
          </a:lstStyle>
          <a:p xmlns:a="http://schemas.openxmlformats.org/drawingml/2006/main">
            <a:pPr algn="r">
              <a:buNone/>
              <a:defRPr sz="825" b="1">
                <a:solidFill>
                  <a:srgbClr val="218D73"/>
                </a:solidFill>
                <a:latin typeface="Arial"/>
                <a:ea typeface="Arial"/>
                <a:cs typeface="Arial"/>
              </a:defRPr>
            </a:pPr>
            <a:r>
              <a:rPr sz="825" b="1">
                <a:solidFill>
                  <a:srgbClr val="218D73"/>
                </a:solidFill>
                <a:latin typeface="Arial"/>
                <a:ea typeface="Arial"/>
                <a:cs typeface="Arial"/>
              </a:rPr>
              <a:t>02</a:t>
            </a:r>
          </a:p>
        </p:txBody>
      </p:sp>
      <p:sp>
        <p:nvSpPr>
          <p:cNvPr id="50" name="Rectangle 49">
            <a:extLst xmlns:a="http://schemas.openxmlformats.org/drawingml/2006/main">
              <a:ext uri="{FF2B5EF4-FFF2-40B4-BE49-F238E27FC236}">
                <a16:creationId xmlns:a16="http://schemas.microsoft.com/office/drawing/2014/main" id="{0A768660-2503-4B01-BC1A-D89366D1F47F}"/>
              </a:ext>
            </a:extLst>
          </p:cNvPr>
          <p:cNvSpPr>
            <a:spLocks xmlns:a="http://schemas.openxmlformats.org/drawingml/2006/main" noGrp="1"/>
          </p:cNvSpPr>
          <p:nvPr/>
        </p:nvSpPr>
        <p:spPr>
          <a:xfrm xmlns:a="http://schemas.openxmlformats.org/drawingml/2006/main">
            <a:off x="8448675" y="6200775"/>
            <a:ext cx="1676400" cy="66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25000" lnSpcReduction="20000"/>
          </a:bodyPr>
          <a:lstStyle xmlns:a="http://schemas.openxmlformats.org/drawingml/2006/main">
            <a:defPPr algn="ctr">
              <a:defRPr sz="900" b="0">
                <a:solidFill>
                  <a:srgbClr val="5E746D"/>
                </a:solidFill>
                <a:latin typeface="Arial"/>
                <a:ea typeface="Arial"/>
                <a:cs typeface="Arial"/>
              </a:defRPr>
            </a:defPPr>
            <a:lvl1pPr algn="ctr">
              <a:defRPr sz="900" b="0">
                <a:solidFill>
                  <a:srgbClr val="5E746D"/>
                </a:solidFill>
                <a:latin typeface="Arial"/>
                <a:ea typeface="Arial"/>
                <a:cs typeface="Arial"/>
              </a:defRPr>
            </a:lvl1pPr>
            <a:lvl2pPr algn="ctr">
              <a:defRPr sz="900" b="0">
                <a:solidFill>
                  <a:srgbClr val="5E746D"/>
                </a:solidFill>
                <a:latin typeface="Arial"/>
                <a:ea typeface="Arial"/>
                <a:cs typeface="Arial"/>
              </a:defRPr>
            </a:lvl2pPr>
            <a:lvl3pPr algn="ctr">
              <a:defRPr sz="900" b="0">
                <a:solidFill>
                  <a:srgbClr val="5E746D"/>
                </a:solidFill>
                <a:latin typeface="Arial"/>
                <a:ea typeface="Arial"/>
                <a:cs typeface="Arial"/>
              </a:defRPr>
            </a:lvl3pPr>
            <a:lvl4pPr algn="ctr">
              <a:defRPr sz="900" b="0">
                <a:solidFill>
                  <a:srgbClr val="5E746D"/>
                </a:solidFill>
                <a:latin typeface="Arial"/>
                <a:ea typeface="Arial"/>
                <a:cs typeface="Arial"/>
              </a:defRPr>
            </a:lvl4pPr>
            <a:lvl5pPr algn="ctr">
              <a:defRPr sz="900" b="0">
                <a:solidFill>
                  <a:srgbClr val="5E746D"/>
                </a:solidFill>
                <a:latin typeface="Arial"/>
                <a:ea typeface="Arial"/>
                <a:cs typeface="Arial"/>
              </a:defRPr>
            </a:lvl5pPr>
            <a:lvl6pPr algn="ctr">
              <a:defRPr sz="900" b="0">
                <a:solidFill>
                  <a:srgbClr val="5E746D"/>
                </a:solidFill>
                <a:latin typeface="Arial"/>
                <a:ea typeface="Arial"/>
                <a:cs typeface="Arial"/>
              </a:defRPr>
            </a:lvl6pPr>
            <a:lvl7pPr algn="ctr">
              <a:defRPr sz="900" b="0">
                <a:solidFill>
                  <a:srgbClr val="5E746D"/>
                </a:solidFill>
                <a:latin typeface="Arial"/>
                <a:ea typeface="Arial"/>
                <a:cs typeface="Arial"/>
              </a:defRPr>
            </a:lvl7pPr>
            <a:lvl8pPr algn="ctr">
              <a:defRPr sz="900" b="0">
                <a:solidFill>
                  <a:srgbClr val="5E746D"/>
                </a:solidFill>
                <a:latin typeface="Arial"/>
                <a:ea typeface="Arial"/>
                <a:cs typeface="Arial"/>
              </a:defRPr>
            </a:lvl8pPr>
            <a:lvl9pPr algn="ctr">
              <a:defRPr sz="900" b="0">
                <a:solidFill>
                  <a:srgbClr val="5E746D"/>
                </a:solidFill>
                <a:latin typeface="Arial"/>
                <a:ea typeface="Arial"/>
                <a:cs typeface="Arial"/>
              </a:defRPr>
            </a:lvl9pPr>
          </a:lstStyle>
          <a:p xmlns:a="http://schemas.openxmlformats.org/drawingml/2006/main">
            <a:pPr algn="ctr">
              <a:buNone/>
              <a:defRPr sz="900" b="0">
                <a:solidFill>
                  <a:srgbClr val="5E746D"/>
                </a:solidFill>
                <a:latin typeface="Arial"/>
                <a:ea typeface="Arial"/>
                <a:cs typeface="Arial"/>
              </a:defRPr>
            </a:pPr>
            <a:r>
              <a:rPr sz="900" b="0">
                <a:solidFill>
                  <a:srgbClr val="5E746D"/>
                </a:solidFill>
                <a:latin typeface="Arial"/>
                <a:ea typeface="Arial"/>
                <a:cs typeface="Arial"/>
              </a:rPr>
              <a:t>1.1.1.1 hoặc cấu hình</a:t>
            </a:r>
          </a:p>
        </p:txBody>
      </p:sp>
      <p:pic>
        <p:nvPicPr>
          <p:cNvPr id="53" name="Picture 52">
            <a:extLst xmlns:a="http://schemas.openxmlformats.org/drawingml/2006/main">
              <a:ext uri="{FF2B5EF4-FFF2-40B4-BE49-F238E27FC236}">
                <a16:creationId xmlns:a16="http://schemas.microsoft.com/office/drawing/2014/main" id="{B09C8BA1-A383-4DE9-A5DB-F1C2F81AE98E}"/>
              </a:ext>
            </a:extLst>
          </p:cNvPr>
          <p:cNvPicPr>
            <a:picLocks xmlns:a="http://schemas.openxmlformats.org/drawingml/2006/main" noChangeAspect="1"/>
          </p:cNvPicPr>
          <p:nvPr/>
        </p:nvPicPr>
        <p:blipFill>
          <a:blip xmlns:r="http://schemas.openxmlformats.org/officeDocument/2006/relationships" xmlns:a="http://schemas.openxmlformats.org/drawingml/2006/main" r:embed="Rbc9a05f6569540c1"/>
          <a:stretch xmlns:a="http://schemas.openxmlformats.org/drawingml/2006/main">
            <a:fillRect l="0" t="0" r="0" b="0"/>
          </a:stretch>
        </p:blipFill>
        <p:spPr>
          <a:xfrm xmlns:a="http://schemas.openxmlformats.org/drawingml/2006/main">
            <a:off x="194801" y="1278686"/>
            <a:ext cx="12192000" cy="4300627"/>
          </a:xfrm>
          <a:prstGeom xmlns:a="http://schemas.openxmlformats.org/drawingml/2006/main" prst="rect">
            <a:avLst/>
          </a:prstGeom>
        </p:spPr>
      </p:pic>
      <p:sp>
        <p:nvSpPr>
          <p:cNvPr id="54" name="Rectangle 53">
            <a:extLst xmlns:a="http://schemas.openxmlformats.org/drawingml/2006/main">
              <a:ext uri="{FF2B5EF4-FFF2-40B4-BE49-F238E27FC236}">
                <a16:creationId xmlns:a16="http://schemas.microsoft.com/office/drawing/2014/main" id="{C4FD2DF5-1705-E5E3-3C0F-CBFAD9CBDA49}"/>
              </a:ext>
            </a:extLst>
          </p:cNvPr>
          <p:cNvSpPr>
            <a:spLocks xmlns:a="http://schemas.openxmlformats.org/drawingml/2006/main" noGrp="1"/>
          </p:cNvSpPr>
          <p:nvPr/>
        </p:nvSpPr>
        <p:spPr>
          <a:xfrm xmlns:a="http://schemas.openxmlformats.org/drawingml/2006/main">
            <a:off x="194801" y="1531620"/>
            <a:ext cx="9314959" cy="2788920"/>
          </a:xfrm>
          <a:prstGeom xmlns:a="http://schemas.openxmlformats.org/drawingml/2006/main" prst="rect">
            <a:avLst/>
          </a:prstGeom>
          <a:noFill xmlns:a="http://schemas.openxmlformats.org/drawingml/2006/mai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extLst>
      <p:ext uri="{BB962C8B-B14F-4D97-AF65-F5344CB8AC3E}">
        <p14:creationId xmlns:p14="http://schemas.microsoft.com/office/powerpoint/2010/main" val="2050981517"/>
      </p:ext>
    </p:extLst>
  </p:cSld>
</p:sld>
</file>

<file path=ppt/slides/slide3.xml><?xml version="1.0" encoding="utf-8"?>
<p:sld xmlns:p="http://schemas.openxmlformats.org/presentationml/2006/main" show="0">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36" name="Rectangle 35">
            <a:extLst xmlns:a="http://schemas.openxmlformats.org/drawingml/2006/main">
              <a:ext uri="{FF2B5EF4-FFF2-40B4-BE49-F238E27FC236}">
                <a16:creationId xmlns:a16="http://schemas.microsoft.com/office/drawing/2014/main" id="{79CCDDAD-0707-4806-9989-48466DCB206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18D73"/>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7201C3E4-1E5E-4F10-84BF-3D9B172D33B8}"/>
              </a:ext>
            </a:extLst>
          </p:cNvPr>
          <p:cNvSpPr>
            <a:spLocks xmlns:a="http://schemas.openxmlformats.org/drawingml/2006/main" noGrp="1"/>
          </p:cNvSpPr>
          <p:nvPr/>
        </p:nvSpPr>
        <p:spPr>
          <a:xfrm xmlns:a="http://schemas.openxmlformats.org/drawingml/2006/main">
            <a:off x="514350" y="25717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545" lnSpcReduction="20000"/>
          </a:bodyPr>
          <a:lstStyle xmlns:a="http://schemas.openxmlformats.org/drawingml/2006/main">
            <a:defPPr algn="l">
              <a:defRPr sz="825" b="1">
                <a:solidFill>
                  <a:srgbClr val="218D73"/>
                </a:solidFill>
                <a:latin typeface="Arial"/>
                <a:ea typeface="Arial"/>
                <a:cs typeface="Arial"/>
              </a:defRPr>
            </a:defPPr>
            <a:lvl1pPr algn="l">
              <a:defRPr sz="825" b="1">
                <a:solidFill>
                  <a:srgbClr val="218D73"/>
                </a:solidFill>
                <a:latin typeface="Arial"/>
                <a:ea typeface="Arial"/>
                <a:cs typeface="Arial"/>
              </a:defRPr>
            </a:lvl1pPr>
            <a:lvl2pPr algn="l">
              <a:defRPr sz="825" b="1">
                <a:solidFill>
                  <a:srgbClr val="218D73"/>
                </a:solidFill>
                <a:latin typeface="Arial"/>
                <a:ea typeface="Arial"/>
                <a:cs typeface="Arial"/>
              </a:defRPr>
            </a:lvl2pPr>
            <a:lvl3pPr algn="l">
              <a:defRPr sz="825" b="1">
                <a:solidFill>
                  <a:srgbClr val="218D73"/>
                </a:solidFill>
                <a:latin typeface="Arial"/>
                <a:ea typeface="Arial"/>
                <a:cs typeface="Arial"/>
              </a:defRPr>
            </a:lvl3pPr>
            <a:lvl4pPr algn="l">
              <a:defRPr sz="825" b="1">
                <a:solidFill>
                  <a:srgbClr val="218D73"/>
                </a:solidFill>
                <a:latin typeface="Arial"/>
                <a:ea typeface="Arial"/>
                <a:cs typeface="Arial"/>
              </a:defRPr>
            </a:lvl4pPr>
            <a:lvl5pPr algn="l">
              <a:defRPr sz="825" b="1">
                <a:solidFill>
                  <a:srgbClr val="218D73"/>
                </a:solidFill>
                <a:latin typeface="Arial"/>
                <a:ea typeface="Arial"/>
                <a:cs typeface="Arial"/>
              </a:defRPr>
            </a:lvl5pPr>
            <a:lvl6pPr algn="l">
              <a:defRPr sz="825" b="1">
                <a:solidFill>
                  <a:srgbClr val="218D73"/>
                </a:solidFill>
                <a:latin typeface="Arial"/>
                <a:ea typeface="Arial"/>
                <a:cs typeface="Arial"/>
              </a:defRPr>
            </a:lvl6pPr>
            <a:lvl7pPr algn="l">
              <a:defRPr sz="825" b="1">
                <a:solidFill>
                  <a:srgbClr val="218D73"/>
                </a:solidFill>
                <a:latin typeface="Arial"/>
                <a:ea typeface="Arial"/>
                <a:cs typeface="Arial"/>
              </a:defRPr>
            </a:lvl7pPr>
            <a:lvl8pPr algn="l">
              <a:defRPr sz="825" b="1">
                <a:solidFill>
                  <a:srgbClr val="218D73"/>
                </a:solidFill>
                <a:latin typeface="Arial"/>
                <a:ea typeface="Arial"/>
                <a:cs typeface="Arial"/>
              </a:defRPr>
            </a:lvl8pPr>
            <a:lvl9pPr algn="l">
              <a:defRPr sz="825" b="1">
                <a:solidFill>
                  <a:srgbClr val="218D73"/>
                </a:solidFill>
                <a:latin typeface="Arial"/>
                <a:ea typeface="Arial"/>
                <a:cs typeface="Arial"/>
              </a:defRPr>
            </a:lvl9pPr>
          </a:lstStyle>
          <a:p xmlns:a="http://schemas.openxmlformats.org/drawingml/2006/main">
            <a:pPr algn="l">
              <a:buNone/>
              <a:defRPr sz="825" b="1">
                <a:solidFill>
                  <a:srgbClr val="218D73"/>
                </a:solidFill>
                <a:latin typeface="Arial"/>
                <a:ea typeface="Arial"/>
                <a:cs typeface="Arial"/>
              </a:defRPr>
            </a:pPr>
            <a:r>
              <a:rPr sz="825" b="1">
                <a:solidFill>
                  <a:srgbClr val="218D73"/>
                </a:solidFill>
                <a:latin typeface="Arial"/>
                <a:ea typeface="Arial"/>
                <a:cs typeface="Arial"/>
              </a:rPr>
              <a:t>OPEN GUARD KIDS  |  BÁO CÁO F2, F3 VÀ F5</a:t>
            </a:r>
          </a:p>
        </p:txBody>
      </p:sp>
      <p:sp>
        <p:nvSpPr>
          <p:cNvPr id="3" name="Rectangle 2">
            <a:extLst xmlns:a="http://schemas.openxmlformats.org/drawingml/2006/main">
              <a:ext uri="{FF2B5EF4-FFF2-40B4-BE49-F238E27FC236}">
                <a16:creationId xmlns:a16="http://schemas.microsoft.com/office/drawing/2014/main" id="{669633EA-1277-4C39-8560-3E68462D2CFA}"/>
              </a:ext>
            </a:extLst>
          </p:cNvPr>
          <p:cNvSpPr>
            <a:spLocks xmlns:a="http://schemas.openxmlformats.org/drawingml/2006/main" noGrp="1"/>
          </p:cNvSpPr>
          <p:nvPr/>
        </p:nvSpPr>
        <p:spPr>
          <a:xfrm xmlns:a="http://schemas.openxmlformats.org/drawingml/2006/main">
            <a:off x="514350" y="55245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970"/>
          </a:bodyPr>
          <a:lstStyle xmlns:a="http://schemas.openxmlformats.org/drawingml/2006/main">
            <a:defPPr algn="l">
              <a:defRPr sz="2475" b="1">
                <a:solidFill>
                  <a:srgbClr val="123C52"/>
                </a:solidFill>
                <a:latin typeface="Arial"/>
                <a:ea typeface="Arial"/>
                <a:cs typeface="Arial"/>
              </a:defRPr>
            </a:defPPr>
            <a:lvl1pPr algn="l">
              <a:defRPr sz="2475" b="1">
                <a:solidFill>
                  <a:srgbClr val="123C52"/>
                </a:solidFill>
                <a:latin typeface="Arial"/>
                <a:ea typeface="Arial"/>
                <a:cs typeface="Arial"/>
              </a:defRPr>
            </a:lvl1pPr>
            <a:lvl2pPr algn="l">
              <a:defRPr sz="2475" b="1">
                <a:solidFill>
                  <a:srgbClr val="123C52"/>
                </a:solidFill>
                <a:latin typeface="Arial"/>
                <a:ea typeface="Arial"/>
                <a:cs typeface="Arial"/>
              </a:defRPr>
            </a:lvl2pPr>
            <a:lvl3pPr algn="l">
              <a:defRPr sz="2475" b="1">
                <a:solidFill>
                  <a:srgbClr val="123C52"/>
                </a:solidFill>
                <a:latin typeface="Arial"/>
                <a:ea typeface="Arial"/>
                <a:cs typeface="Arial"/>
              </a:defRPr>
            </a:lvl3pPr>
            <a:lvl4pPr algn="l">
              <a:defRPr sz="2475" b="1">
                <a:solidFill>
                  <a:srgbClr val="123C52"/>
                </a:solidFill>
                <a:latin typeface="Arial"/>
                <a:ea typeface="Arial"/>
                <a:cs typeface="Arial"/>
              </a:defRPr>
            </a:lvl4pPr>
            <a:lvl5pPr algn="l">
              <a:defRPr sz="2475" b="1">
                <a:solidFill>
                  <a:srgbClr val="123C52"/>
                </a:solidFill>
                <a:latin typeface="Arial"/>
                <a:ea typeface="Arial"/>
                <a:cs typeface="Arial"/>
              </a:defRPr>
            </a:lvl5pPr>
            <a:lvl6pPr algn="l">
              <a:defRPr sz="2475" b="1">
                <a:solidFill>
                  <a:srgbClr val="123C52"/>
                </a:solidFill>
                <a:latin typeface="Arial"/>
                <a:ea typeface="Arial"/>
                <a:cs typeface="Arial"/>
              </a:defRPr>
            </a:lvl6pPr>
            <a:lvl7pPr algn="l">
              <a:defRPr sz="2475" b="1">
                <a:solidFill>
                  <a:srgbClr val="123C52"/>
                </a:solidFill>
                <a:latin typeface="Arial"/>
                <a:ea typeface="Arial"/>
                <a:cs typeface="Arial"/>
              </a:defRPr>
            </a:lvl7pPr>
            <a:lvl8pPr algn="l">
              <a:defRPr sz="2475" b="1">
                <a:solidFill>
                  <a:srgbClr val="123C52"/>
                </a:solidFill>
                <a:latin typeface="Arial"/>
                <a:ea typeface="Arial"/>
                <a:cs typeface="Arial"/>
              </a:defRPr>
            </a:lvl8pPr>
            <a:lvl9pPr algn="l">
              <a:defRPr sz="2475" b="1">
                <a:solidFill>
                  <a:srgbClr val="123C52"/>
                </a:solidFill>
                <a:latin typeface="Arial"/>
                <a:ea typeface="Arial"/>
                <a:cs typeface="Arial"/>
              </a:defRPr>
            </a:lvl9pPr>
          </a:lstStyle>
          <a:p xmlns:a="http://schemas.openxmlformats.org/drawingml/2006/main">
            <a:pPr algn="l">
              <a:buNone/>
              <a:defRPr sz="2475" b="1">
                <a:solidFill>
                  <a:srgbClr val="123C52"/>
                </a:solidFill>
                <a:latin typeface="Arial"/>
                <a:ea typeface="Arial"/>
                <a:cs typeface="Arial"/>
              </a:defRPr>
            </a:pPr>
            <a:r>
              <a:rPr sz="2475" b="1">
                <a:solidFill>
                  <a:srgbClr val="123C52"/>
                </a:solidFill>
                <a:latin typeface="Arial"/>
                <a:ea typeface="Arial"/>
                <a:cs typeface="Arial"/>
              </a:rPr>
              <a:t>Luồng kiểm tra truy cập web</a:t>
            </a:r>
          </a:p>
        </p:txBody>
      </p:sp>
      <p:sp>
        <p:nvSpPr>
          <p:cNvPr id="4" name="Rectangle 3">
            <a:extLst xmlns:a="http://schemas.openxmlformats.org/drawingml/2006/main">
              <a:ext uri="{FF2B5EF4-FFF2-40B4-BE49-F238E27FC236}">
                <a16:creationId xmlns:a16="http://schemas.microsoft.com/office/drawing/2014/main" id="{253C4125-9831-4D11-A1E7-A5F01021D298}"/>
              </a:ext>
            </a:extLst>
          </p:cNvPr>
          <p:cNvSpPr>
            <a:spLocks xmlns:a="http://schemas.openxmlformats.org/drawingml/2006/main" noGrp="1"/>
          </p:cNvSpPr>
          <p:nvPr/>
        </p:nvSpPr>
        <p:spPr>
          <a:xfrm xmlns:a="http://schemas.openxmlformats.org/drawingml/2006/main">
            <a:off x="514350" y="1143000"/>
            <a:ext cx="11163300" cy="9525"/>
          </a:xfrm>
          <a:prstGeom xmlns:a="http://schemas.openxmlformats.org/drawingml/2006/main" prst="rect">
            <a:avLst/>
          </a:prstGeom>
          <a:solidFill xmlns:a="http://schemas.openxmlformats.org/drawingml/2006/main">
            <a:srgbClr val="D7E5D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1135D4AB-BA27-4AF5-BA31-163927B8B885}"/>
              </a:ext>
            </a:extLst>
          </p:cNvPr>
          <p:cNvSpPr>
            <a:spLocks xmlns:a="http://schemas.openxmlformats.org/drawingml/2006/main" noGrp="1"/>
          </p:cNvSpPr>
          <p:nvPr/>
        </p:nvSpPr>
        <p:spPr>
          <a:xfrm xmlns:a="http://schemas.openxmlformats.org/drawingml/2006/main">
            <a:off x="11096625" y="2571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545" lnSpcReduction="20000"/>
          </a:bodyPr>
          <a:lstStyle xmlns:a="http://schemas.openxmlformats.org/drawingml/2006/main">
            <a:defPPr algn="r">
              <a:defRPr sz="825" b="1">
                <a:solidFill>
                  <a:srgbClr val="218D73"/>
                </a:solidFill>
                <a:latin typeface="Arial"/>
                <a:ea typeface="Arial"/>
                <a:cs typeface="Arial"/>
              </a:defRPr>
            </a:defPPr>
            <a:lvl1pPr algn="r">
              <a:defRPr sz="825" b="1">
                <a:solidFill>
                  <a:srgbClr val="218D73"/>
                </a:solidFill>
                <a:latin typeface="Arial"/>
                <a:ea typeface="Arial"/>
                <a:cs typeface="Arial"/>
              </a:defRPr>
            </a:lvl1pPr>
            <a:lvl2pPr algn="r">
              <a:defRPr sz="825" b="1">
                <a:solidFill>
                  <a:srgbClr val="218D73"/>
                </a:solidFill>
                <a:latin typeface="Arial"/>
                <a:ea typeface="Arial"/>
                <a:cs typeface="Arial"/>
              </a:defRPr>
            </a:lvl2pPr>
            <a:lvl3pPr algn="r">
              <a:defRPr sz="825" b="1">
                <a:solidFill>
                  <a:srgbClr val="218D73"/>
                </a:solidFill>
                <a:latin typeface="Arial"/>
                <a:ea typeface="Arial"/>
                <a:cs typeface="Arial"/>
              </a:defRPr>
            </a:lvl3pPr>
            <a:lvl4pPr algn="r">
              <a:defRPr sz="825" b="1">
                <a:solidFill>
                  <a:srgbClr val="218D73"/>
                </a:solidFill>
                <a:latin typeface="Arial"/>
                <a:ea typeface="Arial"/>
                <a:cs typeface="Arial"/>
              </a:defRPr>
            </a:lvl4pPr>
            <a:lvl5pPr algn="r">
              <a:defRPr sz="825" b="1">
                <a:solidFill>
                  <a:srgbClr val="218D73"/>
                </a:solidFill>
                <a:latin typeface="Arial"/>
                <a:ea typeface="Arial"/>
                <a:cs typeface="Arial"/>
              </a:defRPr>
            </a:lvl5pPr>
            <a:lvl6pPr algn="r">
              <a:defRPr sz="825" b="1">
                <a:solidFill>
                  <a:srgbClr val="218D73"/>
                </a:solidFill>
                <a:latin typeface="Arial"/>
                <a:ea typeface="Arial"/>
                <a:cs typeface="Arial"/>
              </a:defRPr>
            </a:lvl6pPr>
            <a:lvl7pPr algn="r">
              <a:defRPr sz="825" b="1">
                <a:solidFill>
                  <a:srgbClr val="218D73"/>
                </a:solidFill>
                <a:latin typeface="Arial"/>
                <a:ea typeface="Arial"/>
                <a:cs typeface="Arial"/>
              </a:defRPr>
            </a:lvl7pPr>
            <a:lvl8pPr algn="r">
              <a:defRPr sz="825" b="1">
                <a:solidFill>
                  <a:srgbClr val="218D73"/>
                </a:solidFill>
                <a:latin typeface="Arial"/>
                <a:ea typeface="Arial"/>
                <a:cs typeface="Arial"/>
              </a:defRPr>
            </a:lvl8pPr>
            <a:lvl9pPr algn="r">
              <a:defRPr sz="825" b="1">
                <a:solidFill>
                  <a:srgbClr val="218D73"/>
                </a:solidFill>
                <a:latin typeface="Arial"/>
                <a:ea typeface="Arial"/>
                <a:cs typeface="Arial"/>
              </a:defRPr>
            </a:lvl9pPr>
          </a:lstStyle>
          <a:p xmlns:a="http://schemas.openxmlformats.org/drawingml/2006/main">
            <a:pPr algn="r">
              <a:buNone/>
              <a:defRPr sz="825" b="1">
                <a:solidFill>
                  <a:srgbClr val="218D73"/>
                </a:solidFill>
                <a:latin typeface="Arial"/>
                <a:ea typeface="Arial"/>
                <a:cs typeface="Arial"/>
              </a:defRPr>
            </a:pPr>
            <a:r>
              <a:rPr sz="825" b="1">
                <a:solidFill>
                  <a:srgbClr val="218D73"/>
                </a:solidFill>
                <a:latin typeface="Arial"/>
                <a:ea typeface="Arial"/>
                <a:cs typeface="Arial"/>
              </a:rPr>
              <a:t>03</a:t>
            </a:r>
          </a:p>
        </p:txBody>
      </p:sp>
      <p:sp>
        <p:nvSpPr>
          <p:cNvPr id="6" name="Rectangle 5">
            <a:extLst xmlns:a="http://schemas.openxmlformats.org/drawingml/2006/main">
              <a:ext uri="{FF2B5EF4-FFF2-40B4-BE49-F238E27FC236}">
                <a16:creationId xmlns:a16="http://schemas.microsoft.com/office/drawing/2014/main" id="{497ADF35-D730-4B29-874E-45B0810D18DA}"/>
              </a:ext>
            </a:extLst>
          </p:cNvPr>
          <p:cNvSpPr>
            <a:spLocks xmlns:a="http://schemas.openxmlformats.org/drawingml/2006/main" noGrp="1"/>
          </p:cNvSpPr>
          <p:nvPr/>
        </p:nvSpPr>
        <p:spPr>
          <a:xfrm xmlns:a="http://schemas.openxmlformats.org/drawingml/2006/main">
            <a:off x="514350" y="1323975"/>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lgn="l">
              <a:defRPr sz="1275" b="0">
                <a:solidFill>
                  <a:srgbClr val="5E746D"/>
                </a:solidFill>
                <a:latin typeface="Arial"/>
                <a:ea typeface="Arial"/>
                <a:cs typeface="Arial"/>
              </a:defRPr>
            </a:defPPr>
            <a:lvl1pPr algn="l">
              <a:defRPr sz="1275" b="0">
                <a:solidFill>
                  <a:srgbClr val="5E746D"/>
                </a:solidFill>
                <a:latin typeface="Arial"/>
                <a:ea typeface="Arial"/>
                <a:cs typeface="Arial"/>
              </a:defRPr>
            </a:lvl1pPr>
            <a:lvl2pPr algn="l">
              <a:defRPr sz="1275" b="0">
                <a:solidFill>
                  <a:srgbClr val="5E746D"/>
                </a:solidFill>
                <a:latin typeface="Arial"/>
                <a:ea typeface="Arial"/>
                <a:cs typeface="Arial"/>
              </a:defRPr>
            </a:lvl2pPr>
            <a:lvl3pPr algn="l">
              <a:defRPr sz="1275" b="0">
                <a:solidFill>
                  <a:srgbClr val="5E746D"/>
                </a:solidFill>
                <a:latin typeface="Arial"/>
                <a:ea typeface="Arial"/>
                <a:cs typeface="Arial"/>
              </a:defRPr>
            </a:lvl3pPr>
            <a:lvl4pPr algn="l">
              <a:defRPr sz="1275" b="0">
                <a:solidFill>
                  <a:srgbClr val="5E746D"/>
                </a:solidFill>
                <a:latin typeface="Arial"/>
                <a:ea typeface="Arial"/>
                <a:cs typeface="Arial"/>
              </a:defRPr>
            </a:lvl4pPr>
            <a:lvl5pPr algn="l">
              <a:defRPr sz="1275" b="0">
                <a:solidFill>
                  <a:srgbClr val="5E746D"/>
                </a:solidFill>
                <a:latin typeface="Arial"/>
                <a:ea typeface="Arial"/>
                <a:cs typeface="Arial"/>
              </a:defRPr>
            </a:lvl5pPr>
            <a:lvl6pPr algn="l">
              <a:defRPr sz="1275" b="0">
                <a:solidFill>
                  <a:srgbClr val="5E746D"/>
                </a:solidFill>
                <a:latin typeface="Arial"/>
                <a:ea typeface="Arial"/>
                <a:cs typeface="Arial"/>
              </a:defRPr>
            </a:lvl6pPr>
            <a:lvl7pPr algn="l">
              <a:defRPr sz="1275" b="0">
                <a:solidFill>
                  <a:srgbClr val="5E746D"/>
                </a:solidFill>
                <a:latin typeface="Arial"/>
                <a:ea typeface="Arial"/>
                <a:cs typeface="Arial"/>
              </a:defRPr>
            </a:lvl7pPr>
            <a:lvl8pPr algn="l">
              <a:defRPr sz="1275" b="0">
                <a:solidFill>
                  <a:srgbClr val="5E746D"/>
                </a:solidFill>
                <a:latin typeface="Arial"/>
                <a:ea typeface="Arial"/>
                <a:cs typeface="Arial"/>
              </a:defRPr>
            </a:lvl8pPr>
            <a:lvl9pPr algn="l">
              <a:defRPr sz="1275" b="0">
                <a:solidFill>
                  <a:srgbClr val="5E746D"/>
                </a:solidFill>
                <a:latin typeface="Arial"/>
                <a:ea typeface="Arial"/>
                <a:cs typeface="Arial"/>
              </a:defRPr>
            </a:lvl9pPr>
          </a:lstStyle>
          <a:p xmlns:a="http://schemas.openxmlformats.org/drawingml/2006/main">
            <a:pPr algn="l">
              <a:buNone/>
              <a:defRPr sz="1275" b="0">
                <a:solidFill>
                  <a:srgbClr val="5E746D"/>
                </a:solidFill>
                <a:latin typeface="Arial"/>
                <a:ea typeface="Arial"/>
                <a:cs typeface="Arial"/>
              </a:defRPr>
            </a:pPr>
            <a:r>
              <a:rPr sz="1275" b="0">
                <a:solidFill>
                  <a:srgbClr val="5E746D"/>
                </a:solidFill>
                <a:latin typeface="Arial"/>
                <a:ea typeface="Arial"/>
                <a:cs typeface="Arial"/>
              </a:rPr>
              <a:t>Agent đặt DNS của máy về proxy cục bộ 127.0.0.1:53, nên truy vấn tên miền đi qua OpenGuard Kids trước khi tới DNS bên ngoài.</a:t>
            </a:r>
          </a:p>
        </p:txBody>
      </p:sp>
      <p:sp>
        <p:nvSpPr>
          <p:cNvPr id="7" name="Rectangle: Rounded Corners 6">
            <a:extLst xmlns:a="http://schemas.openxmlformats.org/drawingml/2006/main">
              <a:ext uri="{FF2B5EF4-FFF2-40B4-BE49-F238E27FC236}">
                <a16:creationId xmlns:a16="http://schemas.microsoft.com/office/drawing/2014/main" id="{9FD42E61-CEF1-494E-AD47-EC6DA9A59775}"/>
              </a:ext>
            </a:extLst>
          </p:cNvPr>
          <p:cNvSpPr>
            <a:spLocks xmlns:a="http://schemas.openxmlformats.org/drawingml/2006/main" noGrp="1"/>
          </p:cNvSpPr>
          <p:nvPr/>
        </p:nvSpPr>
        <p:spPr>
          <a:xfrm xmlns:a="http://schemas.openxmlformats.org/drawingml/2006/main">
            <a:off x="552450" y="2266950"/>
            <a:ext cx="419100" cy="247650"/>
          </a:xfrm>
          <a:prstGeom xmlns:a="http://schemas.openxmlformats.org/drawingml/2006/main" prst="roundRect">
            <a:avLst>
              <a:gd name="adj" fmla="val 50000"/>
            </a:avLst>
          </a:prstGeom>
          <a:solidFill xmlns:a="http://schemas.openxmlformats.org/drawingml/2006/main">
            <a:srgbClr val="218D73"/>
          </a:solidFill>
          <a:ln xmlns:a="http://schemas.openxmlformats.org/drawingml/2006/main" w="0">
            <a:noFill/>
            <a:prstDash val="solid"/>
          </a:ln>
        </p:spPr>
        <p:txBody>
          <a:bodyPr xmlns:a="http://schemas.openxmlformats.org/drawingml/2006/main">
            <a:normAutofit fontScale="68506" lnSpcReduction="20000"/>
          </a:bodyPr>
          <a:lstStyle xmlns:a="http://schemas.openxmlformats.org/drawingml/2006/main">
            <a:defPPr algn="ctr">
              <a:defRPr sz="900" b="1">
                <a:solidFill>
                  <a:srgbClr val="FFFFFF"/>
                </a:solidFill>
                <a:latin typeface="Arial"/>
                <a:ea typeface="Arial"/>
                <a:cs typeface="Arial"/>
              </a:defRPr>
            </a:defPPr>
            <a:lvl1pPr algn="ctr">
              <a:defRPr sz="900" b="1">
                <a:solidFill>
                  <a:srgbClr val="FFFFFF"/>
                </a:solidFill>
                <a:latin typeface="Arial"/>
                <a:ea typeface="Arial"/>
                <a:cs typeface="Arial"/>
              </a:defRPr>
            </a:lvl1pPr>
            <a:lvl2pPr algn="ctr">
              <a:defRPr sz="900" b="1">
                <a:solidFill>
                  <a:srgbClr val="FFFFFF"/>
                </a:solidFill>
                <a:latin typeface="Arial"/>
                <a:ea typeface="Arial"/>
                <a:cs typeface="Arial"/>
              </a:defRPr>
            </a:lvl2pPr>
            <a:lvl3pPr algn="ctr">
              <a:defRPr sz="900" b="1">
                <a:solidFill>
                  <a:srgbClr val="FFFFFF"/>
                </a:solidFill>
                <a:latin typeface="Arial"/>
                <a:ea typeface="Arial"/>
                <a:cs typeface="Arial"/>
              </a:defRPr>
            </a:lvl3pPr>
            <a:lvl4pPr algn="ctr">
              <a:defRPr sz="900" b="1">
                <a:solidFill>
                  <a:srgbClr val="FFFFFF"/>
                </a:solidFill>
                <a:latin typeface="Arial"/>
                <a:ea typeface="Arial"/>
                <a:cs typeface="Arial"/>
              </a:defRPr>
            </a:lvl4pPr>
            <a:lvl5pPr algn="ctr">
              <a:defRPr sz="900" b="1">
                <a:solidFill>
                  <a:srgbClr val="FFFFFF"/>
                </a:solidFill>
                <a:latin typeface="Arial"/>
                <a:ea typeface="Arial"/>
                <a:cs typeface="Arial"/>
              </a:defRPr>
            </a:lvl5pPr>
            <a:lvl6pPr algn="ctr">
              <a:defRPr sz="900" b="1">
                <a:solidFill>
                  <a:srgbClr val="FFFFFF"/>
                </a:solidFill>
                <a:latin typeface="Arial"/>
                <a:ea typeface="Arial"/>
                <a:cs typeface="Arial"/>
              </a:defRPr>
            </a:lvl6pPr>
            <a:lvl7pPr algn="ctr">
              <a:defRPr sz="900" b="1">
                <a:solidFill>
                  <a:srgbClr val="FFFFFF"/>
                </a:solidFill>
                <a:latin typeface="Arial"/>
                <a:ea typeface="Arial"/>
                <a:cs typeface="Arial"/>
              </a:defRPr>
            </a:lvl7pPr>
            <a:lvl8pPr algn="ctr">
              <a:defRPr sz="900" b="1">
                <a:solidFill>
                  <a:srgbClr val="FFFFFF"/>
                </a:solidFill>
                <a:latin typeface="Arial"/>
                <a:ea typeface="Arial"/>
                <a:cs typeface="Arial"/>
              </a:defRPr>
            </a:lvl8pPr>
            <a:lvl9pPr algn="ctr">
              <a:defRPr sz="900" b="1">
                <a:solidFill>
                  <a:srgbClr val="FFFFFF"/>
                </a:solidFill>
                <a:latin typeface="Arial"/>
                <a:ea typeface="Arial"/>
                <a:cs typeface="Arial"/>
              </a:defRPr>
            </a:lvl9pPr>
          </a:lstStyle>
          <a:p xmlns:a="http://schemas.openxmlformats.org/drawingml/2006/main">
            <a:pPr algn="ctr">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8" name="Rectangle: Rounded Corners 7">
            <a:extLst xmlns:a="http://schemas.openxmlformats.org/drawingml/2006/main">
              <a:ext uri="{FF2B5EF4-FFF2-40B4-BE49-F238E27FC236}">
                <a16:creationId xmlns:a16="http://schemas.microsoft.com/office/drawing/2014/main" id="{A4EBAA45-2708-4BD6-81AD-04ACC0310A8A}"/>
              </a:ext>
            </a:extLst>
          </p:cNvPr>
          <p:cNvSpPr>
            <a:spLocks xmlns:a="http://schemas.openxmlformats.org/drawingml/2006/main" noGrp="1"/>
          </p:cNvSpPr>
          <p:nvPr/>
        </p:nvSpPr>
        <p:spPr>
          <a:xfrm xmlns:a="http://schemas.openxmlformats.org/drawingml/2006/main">
            <a:off x="552450" y="2647950"/>
            <a:ext cx="2143125" cy="1047750"/>
          </a:xfrm>
          <a:prstGeom xmlns:a="http://schemas.openxmlformats.org/drawingml/2006/main" prst="roundRect">
            <a:avLst>
              <a:gd name="adj" fmla="val 10909"/>
            </a:avLst>
          </a:prstGeom>
          <a:solidFill xmlns:a="http://schemas.openxmlformats.org/drawingml/2006/main">
            <a:srgbClr val="FFFFFF"/>
          </a:solidFill>
          <a:ln xmlns:a="http://schemas.openxmlformats.org/drawingml/2006/main" w="9525">
            <a:solidFill>
              <a:srgbClr val="D7E5DF"/>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30C6B592-C766-4071-8C6B-4FB5F24EBE1C}"/>
              </a:ext>
            </a:extLst>
          </p:cNvPr>
          <p:cNvSpPr>
            <a:spLocks xmlns:a="http://schemas.openxmlformats.org/drawingml/2006/main" noGrp="1"/>
          </p:cNvSpPr>
          <p:nvPr/>
        </p:nvSpPr>
        <p:spPr>
          <a:xfrm xmlns:a="http://schemas.openxmlformats.org/drawingml/2006/main">
            <a:off x="666750" y="2771775"/>
            <a:ext cx="19145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686" lnSpcReduction="20000"/>
          </a:bodyPr>
          <a:lstStyle xmlns:a="http://schemas.openxmlformats.org/drawingml/2006/main">
            <a:defPPr algn="ctr">
              <a:defRPr sz="1275" b="1">
                <a:solidFill>
                  <a:srgbClr val="123C52"/>
                </a:solidFill>
                <a:latin typeface="Arial"/>
                <a:ea typeface="Arial"/>
                <a:cs typeface="Arial"/>
              </a:defRPr>
            </a:defPPr>
            <a:lvl1pPr algn="ctr">
              <a:defRPr sz="1275" b="1">
                <a:solidFill>
                  <a:srgbClr val="123C52"/>
                </a:solidFill>
                <a:latin typeface="Arial"/>
                <a:ea typeface="Arial"/>
                <a:cs typeface="Arial"/>
              </a:defRPr>
            </a:lvl1pPr>
            <a:lvl2pPr algn="ctr">
              <a:defRPr sz="1275" b="1">
                <a:solidFill>
                  <a:srgbClr val="123C52"/>
                </a:solidFill>
                <a:latin typeface="Arial"/>
                <a:ea typeface="Arial"/>
                <a:cs typeface="Arial"/>
              </a:defRPr>
            </a:lvl2pPr>
            <a:lvl3pPr algn="ctr">
              <a:defRPr sz="1275" b="1">
                <a:solidFill>
                  <a:srgbClr val="123C52"/>
                </a:solidFill>
                <a:latin typeface="Arial"/>
                <a:ea typeface="Arial"/>
                <a:cs typeface="Arial"/>
              </a:defRPr>
            </a:lvl3pPr>
            <a:lvl4pPr algn="ctr">
              <a:defRPr sz="1275" b="1">
                <a:solidFill>
                  <a:srgbClr val="123C52"/>
                </a:solidFill>
                <a:latin typeface="Arial"/>
                <a:ea typeface="Arial"/>
                <a:cs typeface="Arial"/>
              </a:defRPr>
            </a:lvl4pPr>
            <a:lvl5pPr algn="ctr">
              <a:defRPr sz="1275" b="1">
                <a:solidFill>
                  <a:srgbClr val="123C52"/>
                </a:solidFill>
                <a:latin typeface="Arial"/>
                <a:ea typeface="Arial"/>
                <a:cs typeface="Arial"/>
              </a:defRPr>
            </a:lvl5pPr>
            <a:lvl6pPr algn="ctr">
              <a:defRPr sz="1275" b="1">
                <a:solidFill>
                  <a:srgbClr val="123C52"/>
                </a:solidFill>
                <a:latin typeface="Arial"/>
                <a:ea typeface="Arial"/>
                <a:cs typeface="Arial"/>
              </a:defRPr>
            </a:lvl6pPr>
            <a:lvl7pPr algn="ctr">
              <a:defRPr sz="1275" b="1">
                <a:solidFill>
                  <a:srgbClr val="123C52"/>
                </a:solidFill>
                <a:latin typeface="Arial"/>
                <a:ea typeface="Arial"/>
                <a:cs typeface="Arial"/>
              </a:defRPr>
            </a:lvl7pPr>
            <a:lvl8pPr algn="ctr">
              <a:defRPr sz="1275" b="1">
                <a:solidFill>
                  <a:srgbClr val="123C52"/>
                </a:solidFill>
                <a:latin typeface="Arial"/>
                <a:ea typeface="Arial"/>
                <a:cs typeface="Arial"/>
              </a:defRPr>
            </a:lvl8pPr>
            <a:lvl9pPr algn="ctr">
              <a:defRPr sz="1275" b="1">
                <a:solidFill>
                  <a:srgbClr val="123C52"/>
                </a:solidFill>
                <a:latin typeface="Arial"/>
                <a:ea typeface="Arial"/>
                <a:cs typeface="Arial"/>
              </a:defRPr>
            </a:lvl9pPr>
          </a:lstStyle>
          <a:p xmlns:a="http://schemas.openxmlformats.org/drawingml/2006/main">
            <a:pPr algn="ctr">
              <a:buNone/>
              <a:defRPr sz="1275" b="1">
                <a:solidFill>
                  <a:srgbClr val="123C52"/>
                </a:solidFill>
                <a:latin typeface="Arial"/>
                <a:ea typeface="Arial"/>
                <a:cs typeface="Arial"/>
              </a:defRPr>
            </a:pPr>
            <a:r>
              <a:rPr sz="1275" b="1">
                <a:solidFill>
                  <a:srgbClr val="123C52"/>
                </a:solidFill>
                <a:latin typeface="Arial"/>
                <a:ea typeface="Arial"/>
                <a:cs typeface="Arial"/>
              </a:rPr>
              <a:t>Trình duyệt hỏi DNS</a:t>
            </a:r>
          </a:p>
        </p:txBody>
      </p:sp>
      <p:sp>
        <p:nvSpPr>
          <p:cNvPr id="10" name="Rectangle 9">
            <a:extLst xmlns:a="http://schemas.openxmlformats.org/drawingml/2006/main">
              <a:ext uri="{FF2B5EF4-FFF2-40B4-BE49-F238E27FC236}">
                <a16:creationId xmlns:a16="http://schemas.microsoft.com/office/drawing/2014/main" id="{331CA915-DCE8-4AC1-9FE7-170A0188A407}"/>
              </a:ext>
            </a:extLst>
          </p:cNvPr>
          <p:cNvSpPr>
            <a:spLocks xmlns:a="http://schemas.openxmlformats.org/drawingml/2006/main" noGrp="1"/>
          </p:cNvSpPr>
          <p:nvPr/>
        </p:nvSpPr>
        <p:spPr>
          <a:xfrm xmlns:a="http://schemas.openxmlformats.org/drawingml/2006/main">
            <a:off x="647700" y="3038475"/>
            <a:ext cx="19526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lgn="ctr">
              <a:defRPr sz="900" b="0">
                <a:solidFill>
                  <a:srgbClr val="5E746D"/>
                </a:solidFill>
                <a:latin typeface="Arial"/>
                <a:ea typeface="Arial"/>
                <a:cs typeface="Arial"/>
              </a:defRPr>
            </a:defPPr>
            <a:lvl1pPr algn="ctr">
              <a:defRPr sz="900" b="0">
                <a:solidFill>
                  <a:srgbClr val="5E746D"/>
                </a:solidFill>
                <a:latin typeface="Arial"/>
                <a:ea typeface="Arial"/>
                <a:cs typeface="Arial"/>
              </a:defRPr>
            </a:lvl1pPr>
            <a:lvl2pPr algn="ctr">
              <a:defRPr sz="900" b="0">
                <a:solidFill>
                  <a:srgbClr val="5E746D"/>
                </a:solidFill>
                <a:latin typeface="Arial"/>
                <a:ea typeface="Arial"/>
                <a:cs typeface="Arial"/>
              </a:defRPr>
            </a:lvl2pPr>
            <a:lvl3pPr algn="ctr">
              <a:defRPr sz="900" b="0">
                <a:solidFill>
                  <a:srgbClr val="5E746D"/>
                </a:solidFill>
                <a:latin typeface="Arial"/>
                <a:ea typeface="Arial"/>
                <a:cs typeface="Arial"/>
              </a:defRPr>
            </a:lvl3pPr>
            <a:lvl4pPr algn="ctr">
              <a:defRPr sz="900" b="0">
                <a:solidFill>
                  <a:srgbClr val="5E746D"/>
                </a:solidFill>
                <a:latin typeface="Arial"/>
                <a:ea typeface="Arial"/>
                <a:cs typeface="Arial"/>
              </a:defRPr>
            </a:lvl4pPr>
            <a:lvl5pPr algn="ctr">
              <a:defRPr sz="900" b="0">
                <a:solidFill>
                  <a:srgbClr val="5E746D"/>
                </a:solidFill>
                <a:latin typeface="Arial"/>
                <a:ea typeface="Arial"/>
                <a:cs typeface="Arial"/>
              </a:defRPr>
            </a:lvl5pPr>
            <a:lvl6pPr algn="ctr">
              <a:defRPr sz="900" b="0">
                <a:solidFill>
                  <a:srgbClr val="5E746D"/>
                </a:solidFill>
                <a:latin typeface="Arial"/>
                <a:ea typeface="Arial"/>
                <a:cs typeface="Arial"/>
              </a:defRPr>
            </a:lvl6pPr>
            <a:lvl7pPr algn="ctr">
              <a:defRPr sz="900" b="0">
                <a:solidFill>
                  <a:srgbClr val="5E746D"/>
                </a:solidFill>
                <a:latin typeface="Arial"/>
                <a:ea typeface="Arial"/>
                <a:cs typeface="Arial"/>
              </a:defRPr>
            </a:lvl7pPr>
            <a:lvl8pPr algn="ctr">
              <a:defRPr sz="900" b="0">
                <a:solidFill>
                  <a:srgbClr val="5E746D"/>
                </a:solidFill>
                <a:latin typeface="Arial"/>
                <a:ea typeface="Arial"/>
                <a:cs typeface="Arial"/>
              </a:defRPr>
            </a:lvl8pPr>
            <a:lvl9pPr algn="ctr">
              <a:defRPr sz="900" b="0">
                <a:solidFill>
                  <a:srgbClr val="5E746D"/>
                </a:solidFill>
                <a:latin typeface="Arial"/>
                <a:ea typeface="Arial"/>
                <a:cs typeface="Arial"/>
              </a:defRPr>
            </a:lvl9pPr>
          </a:lstStyle>
          <a:p xmlns:a="http://schemas.openxmlformats.org/drawingml/2006/main">
            <a:pPr algn="ctr">
              <a:buNone/>
              <a:defRPr sz="900" b="0">
                <a:solidFill>
                  <a:srgbClr val="5E746D"/>
                </a:solidFill>
                <a:latin typeface="Arial"/>
                <a:ea typeface="Arial"/>
                <a:cs typeface="Arial"/>
              </a:defRPr>
            </a:pPr>
            <a:r>
              <a:rPr sz="900" b="0">
                <a:solidFill>
                  <a:srgbClr val="5E746D"/>
                </a:solidFill>
                <a:latin typeface="Arial"/>
                <a:ea typeface="Arial"/>
                <a:cs typeface="Arial"/>
              </a:rPr>
              <a:t>Gửi truy vấn A/AAAA cho tên miền cần mở</a:t>
            </a:r>
          </a:p>
        </p:txBody>
      </p:sp>
      <p:sp>
        <p:nvSpPr>
          <p:cNvPr id="11" name="Arrow: Right 10">
            <a:extLst xmlns:a="http://schemas.openxmlformats.org/drawingml/2006/main">
              <a:ext uri="{FF2B5EF4-FFF2-40B4-BE49-F238E27FC236}">
                <a16:creationId xmlns:a16="http://schemas.microsoft.com/office/drawing/2014/main" id="{C4240C07-D2C4-411F-8025-E183B8920CCB}"/>
              </a:ext>
            </a:extLst>
          </p:cNvPr>
          <p:cNvSpPr>
            <a:spLocks xmlns:a="http://schemas.openxmlformats.org/drawingml/2006/main" noGrp="1"/>
          </p:cNvSpPr>
          <p:nvPr/>
        </p:nvSpPr>
        <p:spPr>
          <a:xfrm xmlns:a="http://schemas.openxmlformats.org/drawingml/2006/main">
            <a:off x="2752725" y="3038475"/>
            <a:ext cx="504825" cy="247650"/>
          </a:xfrm>
          <a:prstGeom xmlns:a="http://schemas.openxmlformats.org/drawingml/2006/main" prst="rightArrow">
            <a:avLst/>
          </a:prstGeom>
          <a:solidFill xmlns:a="http://schemas.openxmlformats.org/drawingml/2006/main">
            <a:srgbClr val="80D7B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Rectangle: Rounded Corners 11">
            <a:extLst xmlns:a="http://schemas.openxmlformats.org/drawingml/2006/main">
              <a:ext uri="{FF2B5EF4-FFF2-40B4-BE49-F238E27FC236}">
                <a16:creationId xmlns:a16="http://schemas.microsoft.com/office/drawing/2014/main" id="{CEC8BCDE-F0DA-44C1-9DAD-EA9673AE325C}"/>
              </a:ext>
            </a:extLst>
          </p:cNvPr>
          <p:cNvSpPr>
            <a:spLocks xmlns:a="http://schemas.openxmlformats.org/drawingml/2006/main" noGrp="1"/>
          </p:cNvSpPr>
          <p:nvPr/>
        </p:nvSpPr>
        <p:spPr>
          <a:xfrm xmlns:a="http://schemas.openxmlformats.org/drawingml/2006/main">
            <a:off x="3409950" y="2266950"/>
            <a:ext cx="419100" cy="247650"/>
          </a:xfrm>
          <a:prstGeom xmlns:a="http://schemas.openxmlformats.org/drawingml/2006/main" prst="roundRect">
            <a:avLst>
              <a:gd name="adj" fmla="val 50000"/>
            </a:avLst>
          </a:prstGeom>
          <a:solidFill xmlns:a="http://schemas.openxmlformats.org/drawingml/2006/main">
            <a:srgbClr val="218D73"/>
          </a:solidFill>
          <a:ln xmlns:a="http://schemas.openxmlformats.org/drawingml/2006/main" w="0">
            <a:noFill/>
            <a:prstDash val="solid"/>
          </a:ln>
        </p:spPr>
        <p:txBody>
          <a:bodyPr xmlns:a="http://schemas.openxmlformats.org/drawingml/2006/main">
            <a:normAutofit fontScale="68506" lnSpcReduction="20000"/>
          </a:bodyPr>
          <a:lstStyle xmlns:a="http://schemas.openxmlformats.org/drawingml/2006/main">
            <a:defPPr algn="ctr">
              <a:defRPr sz="900" b="1">
                <a:solidFill>
                  <a:srgbClr val="FFFFFF"/>
                </a:solidFill>
                <a:latin typeface="Arial"/>
                <a:ea typeface="Arial"/>
                <a:cs typeface="Arial"/>
              </a:defRPr>
            </a:defPPr>
            <a:lvl1pPr algn="ctr">
              <a:defRPr sz="900" b="1">
                <a:solidFill>
                  <a:srgbClr val="FFFFFF"/>
                </a:solidFill>
                <a:latin typeface="Arial"/>
                <a:ea typeface="Arial"/>
                <a:cs typeface="Arial"/>
              </a:defRPr>
            </a:lvl1pPr>
            <a:lvl2pPr algn="ctr">
              <a:defRPr sz="900" b="1">
                <a:solidFill>
                  <a:srgbClr val="FFFFFF"/>
                </a:solidFill>
                <a:latin typeface="Arial"/>
                <a:ea typeface="Arial"/>
                <a:cs typeface="Arial"/>
              </a:defRPr>
            </a:lvl2pPr>
            <a:lvl3pPr algn="ctr">
              <a:defRPr sz="900" b="1">
                <a:solidFill>
                  <a:srgbClr val="FFFFFF"/>
                </a:solidFill>
                <a:latin typeface="Arial"/>
                <a:ea typeface="Arial"/>
                <a:cs typeface="Arial"/>
              </a:defRPr>
            </a:lvl3pPr>
            <a:lvl4pPr algn="ctr">
              <a:defRPr sz="900" b="1">
                <a:solidFill>
                  <a:srgbClr val="FFFFFF"/>
                </a:solidFill>
                <a:latin typeface="Arial"/>
                <a:ea typeface="Arial"/>
                <a:cs typeface="Arial"/>
              </a:defRPr>
            </a:lvl4pPr>
            <a:lvl5pPr algn="ctr">
              <a:defRPr sz="900" b="1">
                <a:solidFill>
                  <a:srgbClr val="FFFFFF"/>
                </a:solidFill>
                <a:latin typeface="Arial"/>
                <a:ea typeface="Arial"/>
                <a:cs typeface="Arial"/>
              </a:defRPr>
            </a:lvl5pPr>
            <a:lvl6pPr algn="ctr">
              <a:defRPr sz="900" b="1">
                <a:solidFill>
                  <a:srgbClr val="FFFFFF"/>
                </a:solidFill>
                <a:latin typeface="Arial"/>
                <a:ea typeface="Arial"/>
                <a:cs typeface="Arial"/>
              </a:defRPr>
            </a:lvl6pPr>
            <a:lvl7pPr algn="ctr">
              <a:defRPr sz="900" b="1">
                <a:solidFill>
                  <a:srgbClr val="FFFFFF"/>
                </a:solidFill>
                <a:latin typeface="Arial"/>
                <a:ea typeface="Arial"/>
                <a:cs typeface="Arial"/>
              </a:defRPr>
            </a:lvl7pPr>
            <a:lvl8pPr algn="ctr">
              <a:defRPr sz="900" b="1">
                <a:solidFill>
                  <a:srgbClr val="FFFFFF"/>
                </a:solidFill>
                <a:latin typeface="Arial"/>
                <a:ea typeface="Arial"/>
                <a:cs typeface="Arial"/>
              </a:defRPr>
            </a:lvl8pPr>
            <a:lvl9pPr algn="ctr">
              <a:defRPr sz="900" b="1">
                <a:solidFill>
                  <a:srgbClr val="FFFFFF"/>
                </a:solidFill>
                <a:latin typeface="Arial"/>
                <a:ea typeface="Arial"/>
                <a:cs typeface="Arial"/>
              </a:defRPr>
            </a:lvl9pPr>
          </a:lstStyle>
          <a:p xmlns:a="http://schemas.openxmlformats.org/drawingml/2006/main">
            <a:pPr algn="ctr">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13" name="Rectangle: Rounded Corners 12">
            <a:extLst xmlns:a="http://schemas.openxmlformats.org/drawingml/2006/main">
              <a:ext uri="{FF2B5EF4-FFF2-40B4-BE49-F238E27FC236}">
                <a16:creationId xmlns:a16="http://schemas.microsoft.com/office/drawing/2014/main" id="{F562121B-7A9D-4E51-B3C8-7393CCFBAA37}"/>
              </a:ext>
            </a:extLst>
          </p:cNvPr>
          <p:cNvSpPr>
            <a:spLocks xmlns:a="http://schemas.openxmlformats.org/drawingml/2006/main" noGrp="1"/>
          </p:cNvSpPr>
          <p:nvPr/>
        </p:nvSpPr>
        <p:spPr>
          <a:xfrm xmlns:a="http://schemas.openxmlformats.org/drawingml/2006/main">
            <a:off x="3409950" y="2647950"/>
            <a:ext cx="2143125" cy="1047750"/>
          </a:xfrm>
          <a:prstGeom xmlns:a="http://schemas.openxmlformats.org/drawingml/2006/main" prst="roundRect">
            <a:avLst>
              <a:gd name="adj" fmla="val 10909"/>
            </a:avLst>
          </a:prstGeom>
          <a:solidFill xmlns:a="http://schemas.openxmlformats.org/drawingml/2006/main">
            <a:srgbClr val="EAF6F1"/>
          </a:solidFill>
          <a:ln xmlns:a="http://schemas.openxmlformats.org/drawingml/2006/main" w="9525">
            <a:solidFill>
              <a:srgbClr val="D7E5D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E93D0BF4-377F-4CDB-AF96-98882DF14F7F}"/>
              </a:ext>
            </a:extLst>
          </p:cNvPr>
          <p:cNvSpPr>
            <a:spLocks xmlns:a="http://schemas.openxmlformats.org/drawingml/2006/main" noGrp="1"/>
          </p:cNvSpPr>
          <p:nvPr/>
        </p:nvSpPr>
        <p:spPr>
          <a:xfrm xmlns:a="http://schemas.openxmlformats.org/drawingml/2006/main">
            <a:off x="3524250" y="2771775"/>
            <a:ext cx="19145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686" lnSpcReduction="20000"/>
          </a:bodyPr>
          <a:lstStyle xmlns:a="http://schemas.openxmlformats.org/drawingml/2006/main">
            <a:defPPr algn="ctr">
              <a:defRPr sz="1275" b="1">
                <a:solidFill>
                  <a:srgbClr val="123C52"/>
                </a:solidFill>
                <a:latin typeface="Arial"/>
                <a:ea typeface="Arial"/>
                <a:cs typeface="Arial"/>
              </a:defRPr>
            </a:defPPr>
            <a:lvl1pPr algn="ctr">
              <a:defRPr sz="1275" b="1">
                <a:solidFill>
                  <a:srgbClr val="123C52"/>
                </a:solidFill>
                <a:latin typeface="Arial"/>
                <a:ea typeface="Arial"/>
                <a:cs typeface="Arial"/>
              </a:defRPr>
            </a:lvl1pPr>
            <a:lvl2pPr algn="ctr">
              <a:defRPr sz="1275" b="1">
                <a:solidFill>
                  <a:srgbClr val="123C52"/>
                </a:solidFill>
                <a:latin typeface="Arial"/>
                <a:ea typeface="Arial"/>
                <a:cs typeface="Arial"/>
              </a:defRPr>
            </a:lvl2pPr>
            <a:lvl3pPr algn="ctr">
              <a:defRPr sz="1275" b="1">
                <a:solidFill>
                  <a:srgbClr val="123C52"/>
                </a:solidFill>
                <a:latin typeface="Arial"/>
                <a:ea typeface="Arial"/>
                <a:cs typeface="Arial"/>
              </a:defRPr>
            </a:lvl3pPr>
            <a:lvl4pPr algn="ctr">
              <a:defRPr sz="1275" b="1">
                <a:solidFill>
                  <a:srgbClr val="123C52"/>
                </a:solidFill>
                <a:latin typeface="Arial"/>
                <a:ea typeface="Arial"/>
                <a:cs typeface="Arial"/>
              </a:defRPr>
            </a:lvl4pPr>
            <a:lvl5pPr algn="ctr">
              <a:defRPr sz="1275" b="1">
                <a:solidFill>
                  <a:srgbClr val="123C52"/>
                </a:solidFill>
                <a:latin typeface="Arial"/>
                <a:ea typeface="Arial"/>
                <a:cs typeface="Arial"/>
              </a:defRPr>
            </a:lvl5pPr>
            <a:lvl6pPr algn="ctr">
              <a:defRPr sz="1275" b="1">
                <a:solidFill>
                  <a:srgbClr val="123C52"/>
                </a:solidFill>
                <a:latin typeface="Arial"/>
                <a:ea typeface="Arial"/>
                <a:cs typeface="Arial"/>
              </a:defRPr>
            </a:lvl6pPr>
            <a:lvl7pPr algn="ctr">
              <a:defRPr sz="1275" b="1">
                <a:solidFill>
                  <a:srgbClr val="123C52"/>
                </a:solidFill>
                <a:latin typeface="Arial"/>
                <a:ea typeface="Arial"/>
                <a:cs typeface="Arial"/>
              </a:defRPr>
            </a:lvl7pPr>
            <a:lvl8pPr algn="ctr">
              <a:defRPr sz="1275" b="1">
                <a:solidFill>
                  <a:srgbClr val="123C52"/>
                </a:solidFill>
                <a:latin typeface="Arial"/>
                <a:ea typeface="Arial"/>
                <a:cs typeface="Arial"/>
              </a:defRPr>
            </a:lvl8pPr>
            <a:lvl9pPr algn="ctr">
              <a:defRPr sz="1275" b="1">
                <a:solidFill>
                  <a:srgbClr val="123C52"/>
                </a:solidFill>
                <a:latin typeface="Arial"/>
                <a:ea typeface="Arial"/>
                <a:cs typeface="Arial"/>
              </a:defRPr>
            </a:lvl9pPr>
          </a:lstStyle>
          <a:p xmlns:a="http://schemas.openxmlformats.org/drawingml/2006/main">
            <a:pPr algn="ctr">
              <a:buNone/>
              <a:defRPr sz="1275" b="1">
                <a:solidFill>
                  <a:srgbClr val="123C52"/>
                </a:solidFill>
                <a:latin typeface="Arial"/>
                <a:ea typeface="Arial"/>
                <a:cs typeface="Arial"/>
              </a:defRPr>
            </a:pPr>
            <a:r>
              <a:rPr sz="1275" b="1">
                <a:solidFill>
                  <a:srgbClr val="123C52"/>
                </a:solidFill>
                <a:latin typeface="Arial"/>
                <a:ea typeface="Arial"/>
                <a:cs typeface="Arial"/>
              </a:rPr>
              <a:t>Proxy chuẩn hóa tên miền</a:t>
            </a:r>
          </a:p>
        </p:txBody>
      </p:sp>
      <p:sp>
        <p:nvSpPr>
          <p:cNvPr id="15" name="Rectangle 14">
            <a:extLst xmlns:a="http://schemas.openxmlformats.org/drawingml/2006/main">
              <a:ext uri="{FF2B5EF4-FFF2-40B4-BE49-F238E27FC236}">
                <a16:creationId xmlns:a16="http://schemas.microsoft.com/office/drawing/2014/main" id="{5D262320-BE40-4793-BF96-81B4091F97B4}"/>
              </a:ext>
            </a:extLst>
          </p:cNvPr>
          <p:cNvSpPr>
            <a:spLocks xmlns:a="http://schemas.openxmlformats.org/drawingml/2006/main" noGrp="1"/>
          </p:cNvSpPr>
          <p:nvPr/>
        </p:nvSpPr>
        <p:spPr>
          <a:xfrm xmlns:a="http://schemas.openxmlformats.org/drawingml/2006/main">
            <a:off x="3505200" y="3038475"/>
            <a:ext cx="19526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lgn="ctr">
              <a:defRPr sz="900" b="0">
                <a:solidFill>
                  <a:srgbClr val="5E746D"/>
                </a:solidFill>
                <a:latin typeface="Arial"/>
                <a:ea typeface="Arial"/>
                <a:cs typeface="Arial"/>
              </a:defRPr>
            </a:defPPr>
            <a:lvl1pPr algn="ctr">
              <a:defRPr sz="900" b="0">
                <a:solidFill>
                  <a:srgbClr val="5E746D"/>
                </a:solidFill>
                <a:latin typeface="Arial"/>
                <a:ea typeface="Arial"/>
                <a:cs typeface="Arial"/>
              </a:defRPr>
            </a:lvl1pPr>
            <a:lvl2pPr algn="ctr">
              <a:defRPr sz="900" b="0">
                <a:solidFill>
                  <a:srgbClr val="5E746D"/>
                </a:solidFill>
                <a:latin typeface="Arial"/>
                <a:ea typeface="Arial"/>
                <a:cs typeface="Arial"/>
              </a:defRPr>
            </a:lvl2pPr>
            <a:lvl3pPr algn="ctr">
              <a:defRPr sz="900" b="0">
                <a:solidFill>
                  <a:srgbClr val="5E746D"/>
                </a:solidFill>
                <a:latin typeface="Arial"/>
                <a:ea typeface="Arial"/>
                <a:cs typeface="Arial"/>
              </a:defRPr>
            </a:lvl3pPr>
            <a:lvl4pPr algn="ctr">
              <a:defRPr sz="900" b="0">
                <a:solidFill>
                  <a:srgbClr val="5E746D"/>
                </a:solidFill>
                <a:latin typeface="Arial"/>
                <a:ea typeface="Arial"/>
                <a:cs typeface="Arial"/>
              </a:defRPr>
            </a:lvl4pPr>
            <a:lvl5pPr algn="ctr">
              <a:defRPr sz="900" b="0">
                <a:solidFill>
                  <a:srgbClr val="5E746D"/>
                </a:solidFill>
                <a:latin typeface="Arial"/>
                <a:ea typeface="Arial"/>
                <a:cs typeface="Arial"/>
              </a:defRPr>
            </a:lvl5pPr>
            <a:lvl6pPr algn="ctr">
              <a:defRPr sz="900" b="0">
                <a:solidFill>
                  <a:srgbClr val="5E746D"/>
                </a:solidFill>
                <a:latin typeface="Arial"/>
                <a:ea typeface="Arial"/>
                <a:cs typeface="Arial"/>
              </a:defRPr>
            </a:lvl6pPr>
            <a:lvl7pPr algn="ctr">
              <a:defRPr sz="900" b="0">
                <a:solidFill>
                  <a:srgbClr val="5E746D"/>
                </a:solidFill>
                <a:latin typeface="Arial"/>
                <a:ea typeface="Arial"/>
                <a:cs typeface="Arial"/>
              </a:defRPr>
            </a:lvl7pPr>
            <a:lvl8pPr algn="ctr">
              <a:defRPr sz="900" b="0">
                <a:solidFill>
                  <a:srgbClr val="5E746D"/>
                </a:solidFill>
                <a:latin typeface="Arial"/>
                <a:ea typeface="Arial"/>
                <a:cs typeface="Arial"/>
              </a:defRPr>
            </a:lvl8pPr>
            <a:lvl9pPr algn="ctr">
              <a:defRPr sz="900" b="0">
                <a:solidFill>
                  <a:srgbClr val="5E746D"/>
                </a:solidFill>
                <a:latin typeface="Arial"/>
                <a:ea typeface="Arial"/>
                <a:cs typeface="Arial"/>
              </a:defRPr>
            </a:lvl9pPr>
          </a:lstStyle>
          <a:p xmlns:a="http://schemas.openxmlformats.org/drawingml/2006/main">
            <a:pPr algn="ctr">
              <a:buNone/>
              <a:defRPr sz="900" b="0">
                <a:solidFill>
                  <a:srgbClr val="5E746D"/>
                </a:solidFill>
                <a:latin typeface="Arial"/>
                <a:ea typeface="Arial"/>
                <a:cs typeface="Arial"/>
              </a:defRPr>
            </a:pPr>
            <a:r>
              <a:rPr sz="900" b="0">
                <a:solidFill>
                  <a:srgbClr val="5E746D"/>
                </a:solidFill>
                <a:latin typeface="Arial"/>
                <a:ea typeface="Arial"/>
                <a:cs typeface="Arial"/>
              </a:rPr>
              <a:t>Rút về miền đăng ký và ghi một domain_query</a:t>
            </a:r>
          </a:p>
        </p:txBody>
      </p:sp>
      <p:sp>
        <p:nvSpPr>
          <p:cNvPr id="16" name="Arrow: Right 15">
            <a:extLst xmlns:a="http://schemas.openxmlformats.org/drawingml/2006/main">
              <a:ext uri="{FF2B5EF4-FFF2-40B4-BE49-F238E27FC236}">
                <a16:creationId xmlns:a16="http://schemas.microsoft.com/office/drawing/2014/main" id="{FC3B6A3F-5AC1-4A72-B74D-337732C04D64}"/>
              </a:ext>
            </a:extLst>
          </p:cNvPr>
          <p:cNvSpPr>
            <a:spLocks xmlns:a="http://schemas.openxmlformats.org/drawingml/2006/main" noGrp="1"/>
          </p:cNvSpPr>
          <p:nvPr/>
        </p:nvSpPr>
        <p:spPr>
          <a:xfrm xmlns:a="http://schemas.openxmlformats.org/drawingml/2006/main">
            <a:off x="5610225" y="3038475"/>
            <a:ext cx="504825" cy="247650"/>
          </a:xfrm>
          <a:prstGeom xmlns:a="http://schemas.openxmlformats.org/drawingml/2006/main" prst="rightArrow">
            <a:avLst/>
          </a:prstGeom>
          <a:solidFill xmlns:a="http://schemas.openxmlformats.org/drawingml/2006/main">
            <a:srgbClr val="80D7B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7" name="Rectangle: Rounded Corners 16">
            <a:extLst xmlns:a="http://schemas.openxmlformats.org/drawingml/2006/main">
              <a:ext uri="{FF2B5EF4-FFF2-40B4-BE49-F238E27FC236}">
                <a16:creationId xmlns:a16="http://schemas.microsoft.com/office/drawing/2014/main" id="{9518412B-B1F5-482F-9D0D-953C7DE9A414}"/>
              </a:ext>
            </a:extLst>
          </p:cNvPr>
          <p:cNvSpPr>
            <a:spLocks xmlns:a="http://schemas.openxmlformats.org/drawingml/2006/main" noGrp="1"/>
          </p:cNvSpPr>
          <p:nvPr/>
        </p:nvSpPr>
        <p:spPr>
          <a:xfrm xmlns:a="http://schemas.openxmlformats.org/drawingml/2006/main">
            <a:off x="6267450" y="2266950"/>
            <a:ext cx="419100" cy="247650"/>
          </a:xfrm>
          <a:prstGeom xmlns:a="http://schemas.openxmlformats.org/drawingml/2006/main" prst="roundRect">
            <a:avLst>
              <a:gd name="adj" fmla="val 50000"/>
            </a:avLst>
          </a:prstGeom>
          <a:solidFill xmlns:a="http://schemas.openxmlformats.org/drawingml/2006/main">
            <a:srgbClr val="218D73"/>
          </a:solidFill>
          <a:ln xmlns:a="http://schemas.openxmlformats.org/drawingml/2006/main" w="0">
            <a:noFill/>
            <a:prstDash val="solid"/>
          </a:ln>
        </p:spPr>
        <p:txBody>
          <a:bodyPr xmlns:a="http://schemas.openxmlformats.org/drawingml/2006/main">
            <a:normAutofit fontScale="68506" lnSpcReduction="20000"/>
          </a:bodyPr>
          <a:lstStyle xmlns:a="http://schemas.openxmlformats.org/drawingml/2006/main">
            <a:defPPr algn="ctr">
              <a:defRPr sz="900" b="1">
                <a:solidFill>
                  <a:srgbClr val="FFFFFF"/>
                </a:solidFill>
                <a:latin typeface="Arial"/>
                <a:ea typeface="Arial"/>
                <a:cs typeface="Arial"/>
              </a:defRPr>
            </a:defPPr>
            <a:lvl1pPr algn="ctr">
              <a:defRPr sz="900" b="1">
                <a:solidFill>
                  <a:srgbClr val="FFFFFF"/>
                </a:solidFill>
                <a:latin typeface="Arial"/>
                <a:ea typeface="Arial"/>
                <a:cs typeface="Arial"/>
              </a:defRPr>
            </a:lvl1pPr>
            <a:lvl2pPr algn="ctr">
              <a:defRPr sz="900" b="1">
                <a:solidFill>
                  <a:srgbClr val="FFFFFF"/>
                </a:solidFill>
                <a:latin typeface="Arial"/>
                <a:ea typeface="Arial"/>
                <a:cs typeface="Arial"/>
              </a:defRPr>
            </a:lvl2pPr>
            <a:lvl3pPr algn="ctr">
              <a:defRPr sz="900" b="1">
                <a:solidFill>
                  <a:srgbClr val="FFFFFF"/>
                </a:solidFill>
                <a:latin typeface="Arial"/>
                <a:ea typeface="Arial"/>
                <a:cs typeface="Arial"/>
              </a:defRPr>
            </a:lvl3pPr>
            <a:lvl4pPr algn="ctr">
              <a:defRPr sz="900" b="1">
                <a:solidFill>
                  <a:srgbClr val="FFFFFF"/>
                </a:solidFill>
                <a:latin typeface="Arial"/>
                <a:ea typeface="Arial"/>
                <a:cs typeface="Arial"/>
              </a:defRPr>
            </a:lvl4pPr>
            <a:lvl5pPr algn="ctr">
              <a:defRPr sz="900" b="1">
                <a:solidFill>
                  <a:srgbClr val="FFFFFF"/>
                </a:solidFill>
                <a:latin typeface="Arial"/>
                <a:ea typeface="Arial"/>
                <a:cs typeface="Arial"/>
              </a:defRPr>
            </a:lvl5pPr>
            <a:lvl6pPr algn="ctr">
              <a:defRPr sz="900" b="1">
                <a:solidFill>
                  <a:srgbClr val="FFFFFF"/>
                </a:solidFill>
                <a:latin typeface="Arial"/>
                <a:ea typeface="Arial"/>
                <a:cs typeface="Arial"/>
              </a:defRPr>
            </a:lvl6pPr>
            <a:lvl7pPr algn="ctr">
              <a:defRPr sz="900" b="1">
                <a:solidFill>
                  <a:srgbClr val="FFFFFF"/>
                </a:solidFill>
                <a:latin typeface="Arial"/>
                <a:ea typeface="Arial"/>
                <a:cs typeface="Arial"/>
              </a:defRPr>
            </a:lvl7pPr>
            <a:lvl8pPr algn="ctr">
              <a:defRPr sz="900" b="1">
                <a:solidFill>
                  <a:srgbClr val="FFFFFF"/>
                </a:solidFill>
                <a:latin typeface="Arial"/>
                <a:ea typeface="Arial"/>
                <a:cs typeface="Arial"/>
              </a:defRPr>
            </a:lvl8pPr>
            <a:lvl9pPr algn="ctr">
              <a:defRPr sz="900" b="1">
                <a:solidFill>
                  <a:srgbClr val="FFFFFF"/>
                </a:solidFill>
                <a:latin typeface="Arial"/>
                <a:ea typeface="Arial"/>
                <a:cs typeface="Arial"/>
              </a:defRPr>
            </a:lvl9pPr>
          </a:lstStyle>
          <a:p xmlns:a="http://schemas.openxmlformats.org/drawingml/2006/main">
            <a:pPr algn="ctr">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18" name="Rectangle: Rounded Corners 17">
            <a:extLst xmlns:a="http://schemas.openxmlformats.org/drawingml/2006/main">
              <a:ext uri="{FF2B5EF4-FFF2-40B4-BE49-F238E27FC236}">
                <a16:creationId xmlns:a16="http://schemas.microsoft.com/office/drawing/2014/main" id="{228B9419-58DB-4069-B535-423D34DC6AD3}"/>
              </a:ext>
            </a:extLst>
          </p:cNvPr>
          <p:cNvSpPr>
            <a:spLocks xmlns:a="http://schemas.openxmlformats.org/drawingml/2006/main" noGrp="1"/>
          </p:cNvSpPr>
          <p:nvPr/>
        </p:nvSpPr>
        <p:spPr>
          <a:xfrm xmlns:a="http://schemas.openxmlformats.org/drawingml/2006/main">
            <a:off x="6267450" y="2647950"/>
            <a:ext cx="2143125" cy="1047750"/>
          </a:xfrm>
          <a:prstGeom xmlns:a="http://schemas.openxmlformats.org/drawingml/2006/main" prst="roundRect">
            <a:avLst>
              <a:gd name="adj" fmla="val 10909"/>
            </a:avLst>
          </a:prstGeom>
          <a:solidFill xmlns:a="http://schemas.openxmlformats.org/drawingml/2006/main">
            <a:srgbClr val="FFFFFF"/>
          </a:solidFill>
          <a:ln xmlns:a="http://schemas.openxmlformats.org/drawingml/2006/main" w="9525">
            <a:solidFill>
              <a:srgbClr val="D7E5D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Rectangle 18">
            <a:extLst xmlns:a="http://schemas.openxmlformats.org/drawingml/2006/main">
              <a:ext uri="{FF2B5EF4-FFF2-40B4-BE49-F238E27FC236}">
                <a16:creationId xmlns:a16="http://schemas.microsoft.com/office/drawing/2014/main" id="{304C7D5C-7CED-48EF-AC89-A4D931A8A3D3}"/>
              </a:ext>
            </a:extLst>
          </p:cNvPr>
          <p:cNvSpPr>
            <a:spLocks xmlns:a="http://schemas.openxmlformats.org/drawingml/2006/main" noGrp="1"/>
          </p:cNvSpPr>
          <p:nvPr/>
        </p:nvSpPr>
        <p:spPr>
          <a:xfrm xmlns:a="http://schemas.openxmlformats.org/drawingml/2006/main">
            <a:off x="6381750" y="2771775"/>
            <a:ext cx="19145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686" lnSpcReduction="20000"/>
          </a:bodyPr>
          <a:lstStyle xmlns:a="http://schemas.openxmlformats.org/drawingml/2006/main">
            <a:defPPr algn="ctr">
              <a:defRPr sz="1275" b="1">
                <a:solidFill>
                  <a:srgbClr val="123C52"/>
                </a:solidFill>
                <a:latin typeface="Arial"/>
                <a:ea typeface="Arial"/>
                <a:cs typeface="Arial"/>
              </a:defRPr>
            </a:defPPr>
            <a:lvl1pPr algn="ctr">
              <a:defRPr sz="1275" b="1">
                <a:solidFill>
                  <a:srgbClr val="123C52"/>
                </a:solidFill>
                <a:latin typeface="Arial"/>
                <a:ea typeface="Arial"/>
                <a:cs typeface="Arial"/>
              </a:defRPr>
            </a:lvl1pPr>
            <a:lvl2pPr algn="ctr">
              <a:defRPr sz="1275" b="1">
                <a:solidFill>
                  <a:srgbClr val="123C52"/>
                </a:solidFill>
                <a:latin typeface="Arial"/>
                <a:ea typeface="Arial"/>
                <a:cs typeface="Arial"/>
              </a:defRPr>
            </a:lvl2pPr>
            <a:lvl3pPr algn="ctr">
              <a:defRPr sz="1275" b="1">
                <a:solidFill>
                  <a:srgbClr val="123C52"/>
                </a:solidFill>
                <a:latin typeface="Arial"/>
                <a:ea typeface="Arial"/>
                <a:cs typeface="Arial"/>
              </a:defRPr>
            </a:lvl3pPr>
            <a:lvl4pPr algn="ctr">
              <a:defRPr sz="1275" b="1">
                <a:solidFill>
                  <a:srgbClr val="123C52"/>
                </a:solidFill>
                <a:latin typeface="Arial"/>
                <a:ea typeface="Arial"/>
                <a:cs typeface="Arial"/>
              </a:defRPr>
            </a:lvl4pPr>
            <a:lvl5pPr algn="ctr">
              <a:defRPr sz="1275" b="1">
                <a:solidFill>
                  <a:srgbClr val="123C52"/>
                </a:solidFill>
                <a:latin typeface="Arial"/>
                <a:ea typeface="Arial"/>
                <a:cs typeface="Arial"/>
              </a:defRPr>
            </a:lvl5pPr>
            <a:lvl6pPr algn="ctr">
              <a:defRPr sz="1275" b="1">
                <a:solidFill>
                  <a:srgbClr val="123C52"/>
                </a:solidFill>
                <a:latin typeface="Arial"/>
                <a:ea typeface="Arial"/>
                <a:cs typeface="Arial"/>
              </a:defRPr>
            </a:lvl6pPr>
            <a:lvl7pPr algn="ctr">
              <a:defRPr sz="1275" b="1">
                <a:solidFill>
                  <a:srgbClr val="123C52"/>
                </a:solidFill>
                <a:latin typeface="Arial"/>
                <a:ea typeface="Arial"/>
                <a:cs typeface="Arial"/>
              </a:defRPr>
            </a:lvl7pPr>
            <a:lvl8pPr algn="ctr">
              <a:defRPr sz="1275" b="1">
                <a:solidFill>
                  <a:srgbClr val="123C52"/>
                </a:solidFill>
                <a:latin typeface="Arial"/>
                <a:ea typeface="Arial"/>
                <a:cs typeface="Arial"/>
              </a:defRPr>
            </a:lvl8pPr>
            <a:lvl9pPr algn="ctr">
              <a:defRPr sz="1275" b="1">
                <a:solidFill>
                  <a:srgbClr val="123C52"/>
                </a:solidFill>
                <a:latin typeface="Arial"/>
                <a:ea typeface="Arial"/>
                <a:cs typeface="Arial"/>
              </a:defRPr>
            </a:lvl9pPr>
          </a:lstStyle>
          <a:p xmlns:a="http://schemas.openxmlformats.org/drawingml/2006/main">
            <a:pPr algn="ctr">
              <a:buNone/>
              <a:defRPr sz="1275" b="1">
                <a:solidFill>
                  <a:srgbClr val="123C52"/>
                </a:solidFill>
                <a:latin typeface="Arial"/>
                <a:ea typeface="Arial"/>
                <a:cs typeface="Arial"/>
              </a:defRPr>
            </a:pPr>
            <a:r>
              <a:rPr sz="1275" b="1">
                <a:solidFill>
                  <a:srgbClr val="123C52"/>
                </a:solidFill>
                <a:latin typeface="Arial"/>
                <a:ea typeface="Arial"/>
                <a:cs typeface="Arial"/>
              </a:rPr>
              <a:t>Áp dụng policy</a:t>
            </a:r>
          </a:p>
        </p:txBody>
      </p:sp>
      <p:sp>
        <p:nvSpPr>
          <p:cNvPr id="20" name="Rectangle 19">
            <a:extLst xmlns:a="http://schemas.openxmlformats.org/drawingml/2006/main">
              <a:ext uri="{FF2B5EF4-FFF2-40B4-BE49-F238E27FC236}">
                <a16:creationId xmlns:a16="http://schemas.microsoft.com/office/drawing/2014/main" id="{6E1C4E9D-39FD-44EC-A401-0D781A1D2855}"/>
              </a:ext>
            </a:extLst>
          </p:cNvPr>
          <p:cNvSpPr>
            <a:spLocks xmlns:a="http://schemas.openxmlformats.org/drawingml/2006/main" noGrp="1"/>
          </p:cNvSpPr>
          <p:nvPr/>
        </p:nvSpPr>
        <p:spPr>
          <a:xfrm xmlns:a="http://schemas.openxmlformats.org/drawingml/2006/main">
            <a:off x="6362700" y="3038475"/>
            <a:ext cx="19526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lgn="ctr">
              <a:defRPr sz="900" b="0">
                <a:solidFill>
                  <a:srgbClr val="5E746D"/>
                </a:solidFill>
                <a:latin typeface="Arial"/>
                <a:ea typeface="Arial"/>
                <a:cs typeface="Arial"/>
              </a:defRPr>
            </a:defPPr>
            <a:lvl1pPr algn="ctr">
              <a:defRPr sz="900" b="0">
                <a:solidFill>
                  <a:srgbClr val="5E746D"/>
                </a:solidFill>
                <a:latin typeface="Arial"/>
                <a:ea typeface="Arial"/>
                <a:cs typeface="Arial"/>
              </a:defRPr>
            </a:lvl1pPr>
            <a:lvl2pPr algn="ctr">
              <a:defRPr sz="900" b="0">
                <a:solidFill>
                  <a:srgbClr val="5E746D"/>
                </a:solidFill>
                <a:latin typeface="Arial"/>
                <a:ea typeface="Arial"/>
                <a:cs typeface="Arial"/>
              </a:defRPr>
            </a:lvl2pPr>
            <a:lvl3pPr algn="ctr">
              <a:defRPr sz="900" b="0">
                <a:solidFill>
                  <a:srgbClr val="5E746D"/>
                </a:solidFill>
                <a:latin typeface="Arial"/>
                <a:ea typeface="Arial"/>
                <a:cs typeface="Arial"/>
              </a:defRPr>
            </a:lvl3pPr>
            <a:lvl4pPr algn="ctr">
              <a:defRPr sz="900" b="0">
                <a:solidFill>
                  <a:srgbClr val="5E746D"/>
                </a:solidFill>
                <a:latin typeface="Arial"/>
                <a:ea typeface="Arial"/>
                <a:cs typeface="Arial"/>
              </a:defRPr>
            </a:lvl4pPr>
            <a:lvl5pPr algn="ctr">
              <a:defRPr sz="900" b="0">
                <a:solidFill>
                  <a:srgbClr val="5E746D"/>
                </a:solidFill>
                <a:latin typeface="Arial"/>
                <a:ea typeface="Arial"/>
                <a:cs typeface="Arial"/>
              </a:defRPr>
            </a:lvl5pPr>
            <a:lvl6pPr algn="ctr">
              <a:defRPr sz="900" b="0">
                <a:solidFill>
                  <a:srgbClr val="5E746D"/>
                </a:solidFill>
                <a:latin typeface="Arial"/>
                <a:ea typeface="Arial"/>
                <a:cs typeface="Arial"/>
              </a:defRPr>
            </a:lvl6pPr>
            <a:lvl7pPr algn="ctr">
              <a:defRPr sz="900" b="0">
                <a:solidFill>
                  <a:srgbClr val="5E746D"/>
                </a:solidFill>
                <a:latin typeface="Arial"/>
                <a:ea typeface="Arial"/>
                <a:cs typeface="Arial"/>
              </a:defRPr>
            </a:lvl7pPr>
            <a:lvl8pPr algn="ctr">
              <a:defRPr sz="900" b="0">
                <a:solidFill>
                  <a:srgbClr val="5E746D"/>
                </a:solidFill>
                <a:latin typeface="Arial"/>
                <a:ea typeface="Arial"/>
                <a:cs typeface="Arial"/>
              </a:defRPr>
            </a:lvl8pPr>
            <a:lvl9pPr algn="ctr">
              <a:defRPr sz="900" b="0">
                <a:solidFill>
                  <a:srgbClr val="5E746D"/>
                </a:solidFill>
                <a:latin typeface="Arial"/>
                <a:ea typeface="Arial"/>
                <a:cs typeface="Arial"/>
              </a:defRPr>
            </a:lvl9pPr>
          </a:lstStyle>
          <a:p xmlns:a="http://schemas.openxmlformats.org/drawingml/2006/main">
            <a:pPr algn="ctr">
              <a:buNone/>
              <a:defRPr sz="900" b="0">
                <a:solidFill>
                  <a:srgbClr val="5E746D"/>
                </a:solidFill>
                <a:latin typeface="Arial"/>
                <a:ea typeface="Arial"/>
                <a:cs typeface="Arial"/>
              </a:defRPr>
            </a:pPr>
            <a:r>
              <a:rPr sz="900" b="0">
                <a:solidFill>
                  <a:srgbClr val="5E746D"/>
                </a:solidFill>
                <a:latin typeface="Arial"/>
                <a:ea typeface="Arial"/>
                <a:cs typeface="Arial"/>
              </a:rPr>
              <a:t>Ưu tiên miền an toàn, blocklist, allowlist rồi nhóm nội dung</a:t>
            </a:r>
          </a:p>
        </p:txBody>
      </p:sp>
      <p:sp>
        <p:nvSpPr>
          <p:cNvPr id="21" name="Arrow: Right 20">
            <a:extLst xmlns:a="http://schemas.openxmlformats.org/drawingml/2006/main">
              <a:ext uri="{FF2B5EF4-FFF2-40B4-BE49-F238E27FC236}">
                <a16:creationId xmlns:a16="http://schemas.microsoft.com/office/drawing/2014/main" id="{0A8DD1ED-4887-408B-B8E2-13E9A0F2B014}"/>
              </a:ext>
            </a:extLst>
          </p:cNvPr>
          <p:cNvSpPr>
            <a:spLocks xmlns:a="http://schemas.openxmlformats.org/drawingml/2006/main" noGrp="1"/>
          </p:cNvSpPr>
          <p:nvPr/>
        </p:nvSpPr>
        <p:spPr>
          <a:xfrm xmlns:a="http://schemas.openxmlformats.org/drawingml/2006/main">
            <a:off x="8467725" y="3038475"/>
            <a:ext cx="504825" cy="247650"/>
          </a:xfrm>
          <a:prstGeom xmlns:a="http://schemas.openxmlformats.org/drawingml/2006/main" prst="rightArrow">
            <a:avLst/>
          </a:prstGeom>
          <a:solidFill xmlns:a="http://schemas.openxmlformats.org/drawingml/2006/main">
            <a:srgbClr val="80D7B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2" name="Rectangle: Rounded Corners 21">
            <a:extLst xmlns:a="http://schemas.openxmlformats.org/drawingml/2006/main">
              <a:ext uri="{FF2B5EF4-FFF2-40B4-BE49-F238E27FC236}">
                <a16:creationId xmlns:a16="http://schemas.microsoft.com/office/drawing/2014/main" id="{2716E083-0D93-4917-BF21-CDE7D77EA541}"/>
              </a:ext>
            </a:extLst>
          </p:cNvPr>
          <p:cNvSpPr>
            <a:spLocks xmlns:a="http://schemas.openxmlformats.org/drawingml/2006/main" noGrp="1"/>
          </p:cNvSpPr>
          <p:nvPr/>
        </p:nvSpPr>
        <p:spPr>
          <a:xfrm xmlns:a="http://schemas.openxmlformats.org/drawingml/2006/main">
            <a:off x="9124950" y="2266950"/>
            <a:ext cx="419100" cy="247650"/>
          </a:xfrm>
          <a:prstGeom xmlns:a="http://schemas.openxmlformats.org/drawingml/2006/main" prst="roundRect">
            <a:avLst>
              <a:gd name="adj" fmla="val 50000"/>
            </a:avLst>
          </a:prstGeom>
          <a:solidFill xmlns:a="http://schemas.openxmlformats.org/drawingml/2006/main">
            <a:srgbClr val="123C52"/>
          </a:solidFill>
          <a:ln xmlns:a="http://schemas.openxmlformats.org/drawingml/2006/main" w="0">
            <a:noFill/>
            <a:prstDash val="solid"/>
          </a:ln>
        </p:spPr>
        <p:txBody>
          <a:bodyPr xmlns:a="http://schemas.openxmlformats.org/drawingml/2006/main">
            <a:normAutofit fontScale="68506" lnSpcReduction="20000"/>
          </a:bodyPr>
          <a:lstStyle xmlns:a="http://schemas.openxmlformats.org/drawingml/2006/main">
            <a:defPPr algn="ctr">
              <a:defRPr sz="900" b="1">
                <a:solidFill>
                  <a:srgbClr val="FFFFFF"/>
                </a:solidFill>
                <a:latin typeface="Arial"/>
                <a:ea typeface="Arial"/>
                <a:cs typeface="Arial"/>
              </a:defRPr>
            </a:defPPr>
            <a:lvl1pPr algn="ctr">
              <a:defRPr sz="900" b="1">
                <a:solidFill>
                  <a:srgbClr val="FFFFFF"/>
                </a:solidFill>
                <a:latin typeface="Arial"/>
                <a:ea typeface="Arial"/>
                <a:cs typeface="Arial"/>
              </a:defRPr>
            </a:lvl1pPr>
            <a:lvl2pPr algn="ctr">
              <a:defRPr sz="900" b="1">
                <a:solidFill>
                  <a:srgbClr val="FFFFFF"/>
                </a:solidFill>
                <a:latin typeface="Arial"/>
                <a:ea typeface="Arial"/>
                <a:cs typeface="Arial"/>
              </a:defRPr>
            </a:lvl2pPr>
            <a:lvl3pPr algn="ctr">
              <a:defRPr sz="900" b="1">
                <a:solidFill>
                  <a:srgbClr val="FFFFFF"/>
                </a:solidFill>
                <a:latin typeface="Arial"/>
                <a:ea typeface="Arial"/>
                <a:cs typeface="Arial"/>
              </a:defRPr>
            </a:lvl3pPr>
            <a:lvl4pPr algn="ctr">
              <a:defRPr sz="900" b="1">
                <a:solidFill>
                  <a:srgbClr val="FFFFFF"/>
                </a:solidFill>
                <a:latin typeface="Arial"/>
                <a:ea typeface="Arial"/>
                <a:cs typeface="Arial"/>
              </a:defRPr>
            </a:lvl4pPr>
            <a:lvl5pPr algn="ctr">
              <a:defRPr sz="900" b="1">
                <a:solidFill>
                  <a:srgbClr val="FFFFFF"/>
                </a:solidFill>
                <a:latin typeface="Arial"/>
                <a:ea typeface="Arial"/>
                <a:cs typeface="Arial"/>
              </a:defRPr>
            </a:lvl5pPr>
            <a:lvl6pPr algn="ctr">
              <a:defRPr sz="900" b="1">
                <a:solidFill>
                  <a:srgbClr val="FFFFFF"/>
                </a:solidFill>
                <a:latin typeface="Arial"/>
                <a:ea typeface="Arial"/>
                <a:cs typeface="Arial"/>
              </a:defRPr>
            </a:lvl6pPr>
            <a:lvl7pPr algn="ctr">
              <a:defRPr sz="900" b="1">
                <a:solidFill>
                  <a:srgbClr val="FFFFFF"/>
                </a:solidFill>
                <a:latin typeface="Arial"/>
                <a:ea typeface="Arial"/>
                <a:cs typeface="Arial"/>
              </a:defRPr>
            </a:lvl7pPr>
            <a:lvl8pPr algn="ctr">
              <a:defRPr sz="900" b="1">
                <a:solidFill>
                  <a:srgbClr val="FFFFFF"/>
                </a:solidFill>
                <a:latin typeface="Arial"/>
                <a:ea typeface="Arial"/>
                <a:cs typeface="Arial"/>
              </a:defRPr>
            </a:lvl8pPr>
            <a:lvl9pPr algn="ctr">
              <a:defRPr sz="900" b="1">
                <a:solidFill>
                  <a:srgbClr val="FFFFFF"/>
                </a:solidFill>
                <a:latin typeface="Arial"/>
                <a:ea typeface="Arial"/>
                <a:cs typeface="Arial"/>
              </a:defRPr>
            </a:lvl9pPr>
          </a:lstStyle>
          <a:p xmlns:a="http://schemas.openxmlformats.org/drawingml/2006/main">
            <a:pPr algn="ctr">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23" name="Rectangle: Rounded Corners 22">
            <a:extLst xmlns:a="http://schemas.openxmlformats.org/drawingml/2006/main">
              <a:ext uri="{FF2B5EF4-FFF2-40B4-BE49-F238E27FC236}">
                <a16:creationId xmlns:a16="http://schemas.microsoft.com/office/drawing/2014/main" id="{F4AA1885-F3AE-4A0B-8985-1E33CE9A6AEA}"/>
              </a:ext>
            </a:extLst>
          </p:cNvPr>
          <p:cNvSpPr>
            <a:spLocks xmlns:a="http://schemas.openxmlformats.org/drawingml/2006/main" noGrp="1"/>
          </p:cNvSpPr>
          <p:nvPr/>
        </p:nvSpPr>
        <p:spPr>
          <a:xfrm xmlns:a="http://schemas.openxmlformats.org/drawingml/2006/main">
            <a:off x="9124950" y="2647950"/>
            <a:ext cx="2143125" cy="1047750"/>
          </a:xfrm>
          <a:prstGeom xmlns:a="http://schemas.openxmlformats.org/drawingml/2006/main" prst="roundRect">
            <a:avLst>
              <a:gd name="adj" fmla="val 10909"/>
            </a:avLst>
          </a:prstGeom>
          <a:solidFill xmlns:a="http://schemas.openxmlformats.org/drawingml/2006/main">
            <a:srgbClr val="FFFFFF"/>
          </a:solidFill>
          <a:ln xmlns:a="http://schemas.openxmlformats.org/drawingml/2006/main" w="9525">
            <a:solidFill>
              <a:srgbClr val="D7E5DF"/>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Rectangle 23">
            <a:extLst xmlns:a="http://schemas.openxmlformats.org/drawingml/2006/main">
              <a:ext uri="{FF2B5EF4-FFF2-40B4-BE49-F238E27FC236}">
                <a16:creationId xmlns:a16="http://schemas.microsoft.com/office/drawing/2014/main" id="{9B1E837E-F546-4101-AD56-DAEC4019398A}"/>
              </a:ext>
            </a:extLst>
          </p:cNvPr>
          <p:cNvSpPr>
            <a:spLocks xmlns:a="http://schemas.openxmlformats.org/drawingml/2006/main" noGrp="1"/>
          </p:cNvSpPr>
          <p:nvPr/>
        </p:nvSpPr>
        <p:spPr>
          <a:xfrm xmlns:a="http://schemas.openxmlformats.org/drawingml/2006/main">
            <a:off x="9239250" y="2771775"/>
            <a:ext cx="19145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686" lnSpcReduction="20000"/>
          </a:bodyPr>
          <a:lstStyle xmlns:a="http://schemas.openxmlformats.org/drawingml/2006/main">
            <a:defPPr algn="ctr">
              <a:defRPr sz="1275" b="1">
                <a:solidFill>
                  <a:srgbClr val="123C52"/>
                </a:solidFill>
                <a:latin typeface="Arial"/>
                <a:ea typeface="Arial"/>
                <a:cs typeface="Arial"/>
              </a:defRPr>
            </a:defPPr>
            <a:lvl1pPr algn="ctr">
              <a:defRPr sz="1275" b="1">
                <a:solidFill>
                  <a:srgbClr val="123C52"/>
                </a:solidFill>
                <a:latin typeface="Arial"/>
                <a:ea typeface="Arial"/>
                <a:cs typeface="Arial"/>
              </a:defRPr>
            </a:lvl1pPr>
            <a:lvl2pPr algn="ctr">
              <a:defRPr sz="1275" b="1">
                <a:solidFill>
                  <a:srgbClr val="123C52"/>
                </a:solidFill>
                <a:latin typeface="Arial"/>
                <a:ea typeface="Arial"/>
                <a:cs typeface="Arial"/>
              </a:defRPr>
            </a:lvl2pPr>
            <a:lvl3pPr algn="ctr">
              <a:defRPr sz="1275" b="1">
                <a:solidFill>
                  <a:srgbClr val="123C52"/>
                </a:solidFill>
                <a:latin typeface="Arial"/>
                <a:ea typeface="Arial"/>
                <a:cs typeface="Arial"/>
              </a:defRPr>
            </a:lvl3pPr>
            <a:lvl4pPr algn="ctr">
              <a:defRPr sz="1275" b="1">
                <a:solidFill>
                  <a:srgbClr val="123C52"/>
                </a:solidFill>
                <a:latin typeface="Arial"/>
                <a:ea typeface="Arial"/>
                <a:cs typeface="Arial"/>
              </a:defRPr>
            </a:lvl4pPr>
            <a:lvl5pPr algn="ctr">
              <a:defRPr sz="1275" b="1">
                <a:solidFill>
                  <a:srgbClr val="123C52"/>
                </a:solidFill>
                <a:latin typeface="Arial"/>
                <a:ea typeface="Arial"/>
                <a:cs typeface="Arial"/>
              </a:defRPr>
            </a:lvl5pPr>
            <a:lvl6pPr algn="ctr">
              <a:defRPr sz="1275" b="1">
                <a:solidFill>
                  <a:srgbClr val="123C52"/>
                </a:solidFill>
                <a:latin typeface="Arial"/>
                <a:ea typeface="Arial"/>
                <a:cs typeface="Arial"/>
              </a:defRPr>
            </a:lvl6pPr>
            <a:lvl7pPr algn="ctr">
              <a:defRPr sz="1275" b="1">
                <a:solidFill>
                  <a:srgbClr val="123C52"/>
                </a:solidFill>
                <a:latin typeface="Arial"/>
                <a:ea typeface="Arial"/>
                <a:cs typeface="Arial"/>
              </a:defRPr>
            </a:lvl7pPr>
            <a:lvl8pPr algn="ctr">
              <a:defRPr sz="1275" b="1">
                <a:solidFill>
                  <a:srgbClr val="123C52"/>
                </a:solidFill>
                <a:latin typeface="Arial"/>
                <a:ea typeface="Arial"/>
                <a:cs typeface="Arial"/>
              </a:defRPr>
            </a:lvl8pPr>
            <a:lvl9pPr algn="ctr">
              <a:defRPr sz="1275" b="1">
                <a:solidFill>
                  <a:srgbClr val="123C52"/>
                </a:solidFill>
                <a:latin typeface="Arial"/>
                <a:ea typeface="Arial"/>
                <a:cs typeface="Arial"/>
              </a:defRPr>
            </a:lvl9pPr>
          </a:lstStyle>
          <a:p xmlns:a="http://schemas.openxmlformats.org/drawingml/2006/main">
            <a:pPr algn="ctr">
              <a:buNone/>
              <a:defRPr sz="1275" b="1">
                <a:solidFill>
                  <a:srgbClr val="123C52"/>
                </a:solidFill>
                <a:latin typeface="Arial"/>
                <a:ea typeface="Arial"/>
                <a:cs typeface="Arial"/>
              </a:defRPr>
            </a:pPr>
            <a:r>
              <a:rPr sz="1275" b="1">
                <a:solidFill>
                  <a:srgbClr val="123C52"/>
                </a:solidFill>
                <a:latin typeface="Arial"/>
                <a:ea typeface="Arial"/>
                <a:cs typeface="Arial"/>
              </a:rPr>
              <a:t>Trả kết quả DNS</a:t>
            </a:r>
          </a:p>
        </p:txBody>
      </p:sp>
      <p:sp>
        <p:nvSpPr>
          <p:cNvPr id="25" name="Rectangle 24">
            <a:extLst xmlns:a="http://schemas.openxmlformats.org/drawingml/2006/main">
              <a:ext uri="{FF2B5EF4-FFF2-40B4-BE49-F238E27FC236}">
                <a16:creationId xmlns:a16="http://schemas.microsoft.com/office/drawing/2014/main" id="{946ECEEF-9984-4176-BC15-CE298B1BC20B}"/>
              </a:ext>
            </a:extLst>
          </p:cNvPr>
          <p:cNvSpPr>
            <a:spLocks xmlns:a="http://schemas.openxmlformats.org/drawingml/2006/main" noGrp="1"/>
          </p:cNvSpPr>
          <p:nvPr/>
        </p:nvSpPr>
        <p:spPr>
          <a:xfrm xmlns:a="http://schemas.openxmlformats.org/drawingml/2006/main">
            <a:off x="9220200" y="3038475"/>
            <a:ext cx="19526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lgn="ctr">
              <a:defRPr sz="900" b="0">
                <a:solidFill>
                  <a:srgbClr val="5E746D"/>
                </a:solidFill>
                <a:latin typeface="Arial"/>
                <a:ea typeface="Arial"/>
                <a:cs typeface="Arial"/>
              </a:defRPr>
            </a:defPPr>
            <a:lvl1pPr algn="ctr">
              <a:defRPr sz="900" b="0">
                <a:solidFill>
                  <a:srgbClr val="5E746D"/>
                </a:solidFill>
                <a:latin typeface="Arial"/>
                <a:ea typeface="Arial"/>
                <a:cs typeface="Arial"/>
              </a:defRPr>
            </a:lvl1pPr>
            <a:lvl2pPr algn="ctr">
              <a:defRPr sz="900" b="0">
                <a:solidFill>
                  <a:srgbClr val="5E746D"/>
                </a:solidFill>
                <a:latin typeface="Arial"/>
                <a:ea typeface="Arial"/>
                <a:cs typeface="Arial"/>
              </a:defRPr>
            </a:lvl2pPr>
            <a:lvl3pPr algn="ctr">
              <a:defRPr sz="900" b="0">
                <a:solidFill>
                  <a:srgbClr val="5E746D"/>
                </a:solidFill>
                <a:latin typeface="Arial"/>
                <a:ea typeface="Arial"/>
                <a:cs typeface="Arial"/>
              </a:defRPr>
            </a:lvl3pPr>
            <a:lvl4pPr algn="ctr">
              <a:defRPr sz="900" b="0">
                <a:solidFill>
                  <a:srgbClr val="5E746D"/>
                </a:solidFill>
                <a:latin typeface="Arial"/>
                <a:ea typeface="Arial"/>
                <a:cs typeface="Arial"/>
              </a:defRPr>
            </a:lvl4pPr>
            <a:lvl5pPr algn="ctr">
              <a:defRPr sz="900" b="0">
                <a:solidFill>
                  <a:srgbClr val="5E746D"/>
                </a:solidFill>
                <a:latin typeface="Arial"/>
                <a:ea typeface="Arial"/>
                <a:cs typeface="Arial"/>
              </a:defRPr>
            </a:lvl5pPr>
            <a:lvl6pPr algn="ctr">
              <a:defRPr sz="900" b="0">
                <a:solidFill>
                  <a:srgbClr val="5E746D"/>
                </a:solidFill>
                <a:latin typeface="Arial"/>
                <a:ea typeface="Arial"/>
                <a:cs typeface="Arial"/>
              </a:defRPr>
            </a:lvl6pPr>
            <a:lvl7pPr algn="ctr">
              <a:defRPr sz="900" b="0">
                <a:solidFill>
                  <a:srgbClr val="5E746D"/>
                </a:solidFill>
                <a:latin typeface="Arial"/>
                <a:ea typeface="Arial"/>
                <a:cs typeface="Arial"/>
              </a:defRPr>
            </a:lvl7pPr>
            <a:lvl8pPr algn="ctr">
              <a:defRPr sz="900" b="0">
                <a:solidFill>
                  <a:srgbClr val="5E746D"/>
                </a:solidFill>
                <a:latin typeface="Arial"/>
                <a:ea typeface="Arial"/>
                <a:cs typeface="Arial"/>
              </a:defRPr>
            </a:lvl8pPr>
            <a:lvl9pPr algn="ctr">
              <a:defRPr sz="900" b="0">
                <a:solidFill>
                  <a:srgbClr val="5E746D"/>
                </a:solidFill>
                <a:latin typeface="Arial"/>
                <a:ea typeface="Arial"/>
                <a:cs typeface="Arial"/>
              </a:defRPr>
            </a:lvl9pPr>
          </a:lstStyle>
          <a:p xmlns:a="http://schemas.openxmlformats.org/drawingml/2006/main">
            <a:pPr algn="ctr">
              <a:buNone/>
              <a:defRPr sz="900" b="0">
                <a:solidFill>
                  <a:srgbClr val="5E746D"/>
                </a:solidFill>
                <a:latin typeface="Arial"/>
                <a:ea typeface="Arial"/>
                <a:cs typeface="Arial"/>
              </a:defRPr>
            </a:pPr>
            <a:r>
              <a:rPr sz="900" b="0">
                <a:solidFill>
                  <a:srgbClr val="5E746D"/>
                </a:solidFill>
                <a:latin typeface="Arial"/>
                <a:ea typeface="Arial"/>
                <a:cs typeface="Arial"/>
              </a:rPr>
              <a:t>Chặn, ép SafeSearch hoặc chuyển tiếp upstream</a:t>
            </a:r>
          </a:p>
        </p:txBody>
      </p:sp>
      <p:sp>
        <p:nvSpPr>
          <p:cNvPr id="26" name="Rectangle: Rounded Corners 25">
            <a:extLst xmlns:a="http://schemas.openxmlformats.org/drawingml/2006/main">
              <a:ext uri="{FF2B5EF4-FFF2-40B4-BE49-F238E27FC236}">
                <a16:creationId xmlns:a16="http://schemas.microsoft.com/office/drawing/2014/main" id="{796F90F4-ECB5-438C-B348-FDA915FB52FD}"/>
              </a:ext>
            </a:extLst>
          </p:cNvPr>
          <p:cNvSpPr>
            <a:spLocks xmlns:a="http://schemas.openxmlformats.org/drawingml/2006/main" noGrp="1"/>
          </p:cNvSpPr>
          <p:nvPr/>
        </p:nvSpPr>
        <p:spPr>
          <a:xfrm xmlns:a="http://schemas.openxmlformats.org/drawingml/2006/main">
            <a:off x="685800" y="4362450"/>
            <a:ext cx="3257550" cy="1295400"/>
          </a:xfrm>
          <a:prstGeom xmlns:a="http://schemas.openxmlformats.org/drawingml/2006/main" prst="roundRect">
            <a:avLst>
              <a:gd name="adj" fmla="val 8824"/>
            </a:avLst>
          </a:prstGeom>
          <a:solidFill xmlns:a="http://schemas.openxmlformats.org/drawingml/2006/main">
            <a:srgbClr val="FFFFFF"/>
          </a:solidFill>
          <a:ln xmlns:a="http://schemas.openxmlformats.org/drawingml/2006/main" w="9525">
            <a:solidFill>
              <a:srgbClr val="D7E5DF"/>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Rectangle 26">
            <a:extLst xmlns:a="http://schemas.openxmlformats.org/drawingml/2006/main">
              <a:ext uri="{FF2B5EF4-FFF2-40B4-BE49-F238E27FC236}">
                <a16:creationId xmlns:a16="http://schemas.microsoft.com/office/drawing/2014/main" id="{B66F2B8F-12D2-4733-9517-4998CDDE037A}"/>
              </a:ext>
            </a:extLst>
          </p:cNvPr>
          <p:cNvSpPr>
            <a:spLocks xmlns:a="http://schemas.openxmlformats.org/drawingml/2006/main" noGrp="1"/>
          </p:cNvSpPr>
          <p:nvPr/>
        </p:nvSpPr>
        <p:spPr>
          <a:xfrm xmlns:a="http://schemas.openxmlformats.org/drawingml/2006/main">
            <a:off x="914400" y="4562475"/>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3333" lnSpcReduction="20000"/>
          </a:bodyPr>
          <a:lstStyle xmlns:a="http://schemas.openxmlformats.org/drawingml/2006/main">
            <a:defPPr algn="l">
              <a:defRPr sz="1500" b="1">
                <a:solidFill>
                  <a:srgbClr val="A8484F"/>
                </a:solidFill>
                <a:latin typeface="Arial"/>
                <a:ea typeface="Arial"/>
                <a:cs typeface="Arial"/>
              </a:defRPr>
            </a:defPPr>
            <a:lvl1pPr algn="l">
              <a:defRPr sz="1500" b="1">
                <a:solidFill>
                  <a:srgbClr val="A8484F"/>
                </a:solidFill>
                <a:latin typeface="Arial"/>
                <a:ea typeface="Arial"/>
                <a:cs typeface="Arial"/>
              </a:defRPr>
            </a:lvl1pPr>
            <a:lvl2pPr algn="l">
              <a:defRPr sz="1500" b="1">
                <a:solidFill>
                  <a:srgbClr val="A8484F"/>
                </a:solidFill>
                <a:latin typeface="Arial"/>
                <a:ea typeface="Arial"/>
                <a:cs typeface="Arial"/>
              </a:defRPr>
            </a:lvl2pPr>
            <a:lvl3pPr algn="l">
              <a:defRPr sz="1500" b="1">
                <a:solidFill>
                  <a:srgbClr val="A8484F"/>
                </a:solidFill>
                <a:latin typeface="Arial"/>
                <a:ea typeface="Arial"/>
                <a:cs typeface="Arial"/>
              </a:defRPr>
            </a:lvl3pPr>
            <a:lvl4pPr algn="l">
              <a:defRPr sz="1500" b="1">
                <a:solidFill>
                  <a:srgbClr val="A8484F"/>
                </a:solidFill>
                <a:latin typeface="Arial"/>
                <a:ea typeface="Arial"/>
                <a:cs typeface="Arial"/>
              </a:defRPr>
            </a:lvl4pPr>
            <a:lvl5pPr algn="l">
              <a:defRPr sz="1500" b="1">
                <a:solidFill>
                  <a:srgbClr val="A8484F"/>
                </a:solidFill>
                <a:latin typeface="Arial"/>
                <a:ea typeface="Arial"/>
                <a:cs typeface="Arial"/>
              </a:defRPr>
            </a:lvl5pPr>
            <a:lvl6pPr algn="l">
              <a:defRPr sz="1500" b="1">
                <a:solidFill>
                  <a:srgbClr val="A8484F"/>
                </a:solidFill>
                <a:latin typeface="Arial"/>
                <a:ea typeface="Arial"/>
                <a:cs typeface="Arial"/>
              </a:defRPr>
            </a:lvl6pPr>
            <a:lvl7pPr algn="l">
              <a:defRPr sz="1500" b="1">
                <a:solidFill>
                  <a:srgbClr val="A8484F"/>
                </a:solidFill>
                <a:latin typeface="Arial"/>
                <a:ea typeface="Arial"/>
                <a:cs typeface="Arial"/>
              </a:defRPr>
            </a:lvl7pPr>
            <a:lvl8pPr algn="l">
              <a:defRPr sz="1500" b="1">
                <a:solidFill>
                  <a:srgbClr val="A8484F"/>
                </a:solidFill>
                <a:latin typeface="Arial"/>
                <a:ea typeface="Arial"/>
                <a:cs typeface="Arial"/>
              </a:defRPr>
            </a:lvl8pPr>
            <a:lvl9pPr algn="l">
              <a:defRPr sz="1500" b="1">
                <a:solidFill>
                  <a:srgbClr val="A8484F"/>
                </a:solidFill>
                <a:latin typeface="Arial"/>
                <a:ea typeface="Arial"/>
                <a:cs typeface="Arial"/>
              </a:defRPr>
            </a:lvl9pPr>
          </a:lstStyle>
          <a:p xmlns:a="http://schemas.openxmlformats.org/drawingml/2006/main">
            <a:pPr algn="l">
              <a:buNone/>
              <a:defRPr sz="1500" b="1">
                <a:solidFill>
                  <a:srgbClr val="A8484F"/>
                </a:solidFill>
                <a:latin typeface="Arial"/>
                <a:ea typeface="Arial"/>
                <a:cs typeface="Arial"/>
              </a:defRPr>
            </a:pPr>
            <a:r>
              <a:rPr sz="1500" b="1">
                <a:solidFill>
                  <a:srgbClr val="A8484F"/>
                </a:solidFill>
                <a:latin typeface="Arial"/>
                <a:ea typeface="Arial"/>
                <a:cs typeface="Arial"/>
              </a:rPr>
              <a:t>Bị chặn</a:t>
            </a:r>
          </a:p>
        </p:txBody>
      </p:sp>
      <p:sp>
        <p:nvSpPr>
          <p:cNvPr id="28" name="Rectangle 27">
            <a:extLst xmlns:a="http://schemas.openxmlformats.org/drawingml/2006/main">
              <a:ext uri="{FF2B5EF4-FFF2-40B4-BE49-F238E27FC236}">
                <a16:creationId xmlns:a16="http://schemas.microsoft.com/office/drawing/2014/main" id="{8FBCD806-2254-4C9E-8A07-2DACDEFBE66E}"/>
              </a:ext>
            </a:extLst>
          </p:cNvPr>
          <p:cNvSpPr>
            <a:spLocks xmlns:a="http://schemas.openxmlformats.org/drawingml/2006/main" noGrp="1"/>
          </p:cNvSpPr>
          <p:nvPr/>
        </p:nvSpPr>
        <p:spPr>
          <a:xfrm xmlns:a="http://schemas.openxmlformats.org/drawingml/2006/main">
            <a:off x="914400" y="4943475"/>
            <a:ext cx="26479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1853" lnSpcReduction="20000"/>
          </a:bodyPr>
          <a:lstStyle xmlns:a="http://schemas.openxmlformats.org/drawingml/2006/main">
            <a:defPPr algn="l">
              <a:defRPr sz="1200" b="0">
                <a:solidFill>
                  <a:srgbClr val="17312C"/>
                </a:solidFill>
                <a:latin typeface="Arial"/>
                <a:ea typeface="Arial"/>
                <a:cs typeface="Arial"/>
              </a:defRPr>
            </a:defPPr>
            <a:lvl1pPr algn="l">
              <a:defRPr sz="1200" b="0">
                <a:solidFill>
                  <a:srgbClr val="17312C"/>
                </a:solidFill>
                <a:latin typeface="Arial"/>
                <a:ea typeface="Arial"/>
                <a:cs typeface="Arial"/>
              </a:defRPr>
            </a:lvl1pPr>
            <a:lvl2pPr algn="l">
              <a:defRPr sz="1200" b="0">
                <a:solidFill>
                  <a:srgbClr val="17312C"/>
                </a:solidFill>
                <a:latin typeface="Arial"/>
                <a:ea typeface="Arial"/>
                <a:cs typeface="Arial"/>
              </a:defRPr>
            </a:lvl2pPr>
            <a:lvl3pPr algn="l">
              <a:defRPr sz="1200" b="0">
                <a:solidFill>
                  <a:srgbClr val="17312C"/>
                </a:solidFill>
                <a:latin typeface="Arial"/>
                <a:ea typeface="Arial"/>
                <a:cs typeface="Arial"/>
              </a:defRPr>
            </a:lvl3pPr>
            <a:lvl4pPr algn="l">
              <a:defRPr sz="1200" b="0">
                <a:solidFill>
                  <a:srgbClr val="17312C"/>
                </a:solidFill>
                <a:latin typeface="Arial"/>
                <a:ea typeface="Arial"/>
                <a:cs typeface="Arial"/>
              </a:defRPr>
            </a:lvl4pPr>
            <a:lvl5pPr algn="l">
              <a:defRPr sz="1200" b="0">
                <a:solidFill>
                  <a:srgbClr val="17312C"/>
                </a:solidFill>
                <a:latin typeface="Arial"/>
                <a:ea typeface="Arial"/>
                <a:cs typeface="Arial"/>
              </a:defRPr>
            </a:lvl5pPr>
            <a:lvl6pPr algn="l">
              <a:defRPr sz="1200" b="0">
                <a:solidFill>
                  <a:srgbClr val="17312C"/>
                </a:solidFill>
                <a:latin typeface="Arial"/>
                <a:ea typeface="Arial"/>
                <a:cs typeface="Arial"/>
              </a:defRPr>
            </a:lvl6pPr>
            <a:lvl7pPr algn="l">
              <a:defRPr sz="1200" b="0">
                <a:solidFill>
                  <a:srgbClr val="17312C"/>
                </a:solidFill>
                <a:latin typeface="Arial"/>
                <a:ea typeface="Arial"/>
                <a:cs typeface="Arial"/>
              </a:defRPr>
            </a:lvl7pPr>
            <a:lvl8pPr algn="l">
              <a:defRPr sz="1200" b="0">
                <a:solidFill>
                  <a:srgbClr val="17312C"/>
                </a:solidFill>
                <a:latin typeface="Arial"/>
                <a:ea typeface="Arial"/>
                <a:cs typeface="Arial"/>
              </a:defRPr>
            </a:lvl8pPr>
            <a:lvl9pPr algn="l">
              <a:defRPr sz="1200" b="0">
                <a:solidFill>
                  <a:srgbClr val="17312C"/>
                </a:solidFill>
                <a:latin typeface="Arial"/>
                <a:ea typeface="Arial"/>
                <a:cs typeface="Arial"/>
              </a:defRPr>
            </a:lvl9pPr>
          </a:lstStyle>
          <a:p xmlns:a="http://schemas.openxmlformats.org/drawingml/2006/main">
            <a:pPr algn="l">
              <a:buNone/>
              <a:defRPr sz="1200" b="0">
                <a:solidFill>
                  <a:srgbClr val="17312C"/>
                </a:solidFill>
                <a:latin typeface="Arial"/>
                <a:ea typeface="Arial"/>
                <a:cs typeface="Arial"/>
              </a:defRPr>
            </a:pPr>
            <a:r>
              <a:rPr sz="1200" b="0">
                <a:solidFill>
                  <a:srgbClr val="17312C"/>
                </a:solidFill>
                <a:latin typeface="Arial"/>
                <a:ea typeface="Arial"/>
                <a:cs typeface="Arial"/>
              </a:rPr>
              <a:t>Proxy trả NXDOMAIN, ghi blocked_domain và gửi lý do để Tray hiện popup.</a:t>
            </a:r>
          </a:p>
        </p:txBody>
      </p:sp>
      <p:sp>
        <p:nvSpPr>
          <p:cNvPr id="29" name="Rectangle: Rounded Corners 28">
            <a:extLst xmlns:a="http://schemas.openxmlformats.org/drawingml/2006/main">
              <a:ext uri="{FF2B5EF4-FFF2-40B4-BE49-F238E27FC236}">
                <a16:creationId xmlns:a16="http://schemas.microsoft.com/office/drawing/2014/main" id="{ACFEADCF-FD07-4696-9914-0B99F53195F9}"/>
              </a:ext>
            </a:extLst>
          </p:cNvPr>
          <p:cNvSpPr>
            <a:spLocks xmlns:a="http://schemas.openxmlformats.org/drawingml/2006/main" noGrp="1"/>
          </p:cNvSpPr>
          <p:nvPr/>
        </p:nvSpPr>
        <p:spPr>
          <a:xfrm xmlns:a="http://schemas.openxmlformats.org/drawingml/2006/main">
            <a:off x="4467225" y="4362450"/>
            <a:ext cx="3257550" cy="1295400"/>
          </a:xfrm>
          <a:prstGeom xmlns:a="http://schemas.openxmlformats.org/drawingml/2006/main" prst="roundRect">
            <a:avLst>
              <a:gd name="adj" fmla="val 8824"/>
            </a:avLst>
          </a:prstGeom>
          <a:solidFill xmlns:a="http://schemas.openxmlformats.org/drawingml/2006/main">
            <a:srgbClr val="EAF6F1"/>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0" name="Rectangle 29">
            <a:extLst xmlns:a="http://schemas.openxmlformats.org/drawingml/2006/main">
              <a:ext uri="{FF2B5EF4-FFF2-40B4-BE49-F238E27FC236}">
                <a16:creationId xmlns:a16="http://schemas.microsoft.com/office/drawing/2014/main" id="{0696147E-07A4-4F71-80FA-327BB0DAD23B}"/>
              </a:ext>
            </a:extLst>
          </p:cNvPr>
          <p:cNvSpPr>
            <a:spLocks xmlns:a="http://schemas.openxmlformats.org/drawingml/2006/main" noGrp="1"/>
          </p:cNvSpPr>
          <p:nvPr/>
        </p:nvSpPr>
        <p:spPr>
          <a:xfrm xmlns:a="http://schemas.openxmlformats.org/drawingml/2006/main">
            <a:off x="4695825" y="4562475"/>
            <a:ext cx="2714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3333" lnSpcReduction="20000"/>
          </a:bodyPr>
          <a:lstStyle xmlns:a="http://schemas.openxmlformats.org/drawingml/2006/main">
            <a:defPPr algn="l">
              <a:defRPr sz="1500" b="1">
                <a:solidFill>
                  <a:srgbClr val="218D73"/>
                </a:solidFill>
                <a:latin typeface="Arial"/>
                <a:ea typeface="Arial"/>
                <a:cs typeface="Arial"/>
              </a:defRPr>
            </a:defPPr>
            <a:lvl1pPr algn="l">
              <a:defRPr sz="1500" b="1">
                <a:solidFill>
                  <a:srgbClr val="218D73"/>
                </a:solidFill>
                <a:latin typeface="Arial"/>
                <a:ea typeface="Arial"/>
                <a:cs typeface="Arial"/>
              </a:defRPr>
            </a:lvl1pPr>
            <a:lvl2pPr algn="l">
              <a:defRPr sz="1500" b="1">
                <a:solidFill>
                  <a:srgbClr val="218D73"/>
                </a:solidFill>
                <a:latin typeface="Arial"/>
                <a:ea typeface="Arial"/>
                <a:cs typeface="Arial"/>
              </a:defRPr>
            </a:lvl2pPr>
            <a:lvl3pPr algn="l">
              <a:defRPr sz="1500" b="1">
                <a:solidFill>
                  <a:srgbClr val="218D73"/>
                </a:solidFill>
                <a:latin typeface="Arial"/>
                <a:ea typeface="Arial"/>
                <a:cs typeface="Arial"/>
              </a:defRPr>
            </a:lvl3pPr>
            <a:lvl4pPr algn="l">
              <a:defRPr sz="1500" b="1">
                <a:solidFill>
                  <a:srgbClr val="218D73"/>
                </a:solidFill>
                <a:latin typeface="Arial"/>
                <a:ea typeface="Arial"/>
                <a:cs typeface="Arial"/>
              </a:defRPr>
            </a:lvl4pPr>
            <a:lvl5pPr algn="l">
              <a:defRPr sz="1500" b="1">
                <a:solidFill>
                  <a:srgbClr val="218D73"/>
                </a:solidFill>
                <a:latin typeface="Arial"/>
                <a:ea typeface="Arial"/>
                <a:cs typeface="Arial"/>
              </a:defRPr>
            </a:lvl5pPr>
            <a:lvl6pPr algn="l">
              <a:defRPr sz="1500" b="1">
                <a:solidFill>
                  <a:srgbClr val="218D73"/>
                </a:solidFill>
                <a:latin typeface="Arial"/>
                <a:ea typeface="Arial"/>
                <a:cs typeface="Arial"/>
              </a:defRPr>
            </a:lvl6pPr>
            <a:lvl7pPr algn="l">
              <a:defRPr sz="1500" b="1">
                <a:solidFill>
                  <a:srgbClr val="218D73"/>
                </a:solidFill>
                <a:latin typeface="Arial"/>
                <a:ea typeface="Arial"/>
                <a:cs typeface="Arial"/>
              </a:defRPr>
            </a:lvl7pPr>
            <a:lvl8pPr algn="l">
              <a:defRPr sz="1500" b="1">
                <a:solidFill>
                  <a:srgbClr val="218D73"/>
                </a:solidFill>
                <a:latin typeface="Arial"/>
                <a:ea typeface="Arial"/>
                <a:cs typeface="Arial"/>
              </a:defRPr>
            </a:lvl8pPr>
            <a:lvl9pPr algn="l">
              <a:defRPr sz="1500" b="1">
                <a:solidFill>
                  <a:srgbClr val="218D73"/>
                </a:solidFill>
                <a:latin typeface="Arial"/>
                <a:ea typeface="Arial"/>
                <a:cs typeface="Arial"/>
              </a:defRPr>
            </a:lvl9pPr>
          </a:lstStyle>
          <a:p xmlns:a="http://schemas.openxmlformats.org/drawingml/2006/main">
            <a:pPr algn="l">
              <a:buNone/>
              <a:defRPr sz="1500" b="1">
                <a:solidFill>
                  <a:srgbClr val="218D73"/>
                </a:solidFill>
                <a:latin typeface="Arial"/>
                <a:ea typeface="Arial"/>
                <a:cs typeface="Arial"/>
              </a:defRPr>
            </a:pPr>
            <a:r>
              <a:rPr sz="1500" b="1">
                <a:solidFill>
                  <a:srgbClr val="218D73"/>
                </a:solidFill>
                <a:latin typeface="Arial"/>
                <a:ea typeface="Arial"/>
                <a:cs typeface="Arial"/>
              </a:rPr>
              <a:t>Google/Bing + SafeSearch</a:t>
            </a:r>
          </a:p>
        </p:txBody>
      </p:sp>
      <p:sp>
        <p:nvSpPr>
          <p:cNvPr id="31" name="Rectangle 30">
            <a:extLst xmlns:a="http://schemas.openxmlformats.org/drawingml/2006/main">
              <a:ext uri="{FF2B5EF4-FFF2-40B4-BE49-F238E27FC236}">
                <a16:creationId xmlns:a16="http://schemas.microsoft.com/office/drawing/2014/main" id="{CC7DD3E2-07D9-4223-B00F-EC398CC4E2DB}"/>
              </a:ext>
            </a:extLst>
          </p:cNvPr>
          <p:cNvSpPr>
            <a:spLocks xmlns:a="http://schemas.openxmlformats.org/drawingml/2006/main" noGrp="1"/>
          </p:cNvSpPr>
          <p:nvPr/>
        </p:nvSpPr>
        <p:spPr>
          <a:xfrm xmlns:a="http://schemas.openxmlformats.org/drawingml/2006/main">
            <a:off x="4695825" y="4943475"/>
            <a:ext cx="26479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347" lnSpcReduction="20000"/>
          </a:bodyPr>
          <a:lstStyle xmlns:a="http://schemas.openxmlformats.org/drawingml/2006/main">
            <a:defPPr algn="l">
              <a:defRPr sz="1200" b="0">
                <a:solidFill>
                  <a:srgbClr val="17312C"/>
                </a:solidFill>
                <a:latin typeface="Arial"/>
                <a:ea typeface="Arial"/>
                <a:cs typeface="Arial"/>
              </a:defRPr>
            </a:defPPr>
            <a:lvl1pPr algn="l">
              <a:defRPr sz="1200" b="0">
                <a:solidFill>
                  <a:srgbClr val="17312C"/>
                </a:solidFill>
                <a:latin typeface="Arial"/>
                <a:ea typeface="Arial"/>
                <a:cs typeface="Arial"/>
              </a:defRPr>
            </a:lvl1pPr>
            <a:lvl2pPr algn="l">
              <a:defRPr sz="1200" b="0">
                <a:solidFill>
                  <a:srgbClr val="17312C"/>
                </a:solidFill>
                <a:latin typeface="Arial"/>
                <a:ea typeface="Arial"/>
                <a:cs typeface="Arial"/>
              </a:defRPr>
            </a:lvl2pPr>
            <a:lvl3pPr algn="l">
              <a:defRPr sz="1200" b="0">
                <a:solidFill>
                  <a:srgbClr val="17312C"/>
                </a:solidFill>
                <a:latin typeface="Arial"/>
                <a:ea typeface="Arial"/>
                <a:cs typeface="Arial"/>
              </a:defRPr>
            </a:lvl3pPr>
            <a:lvl4pPr algn="l">
              <a:defRPr sz="1200" b="0">
                <a:solidFill>
                  <a:srgbClr val="17312C"/>
                </a:solidFill>
                <a:latin typeface="Arial"/>
                <a:ea typeface="Arial"/>
                <a:cs typeface="Arial"/>
              </a:defRPr>
            </a:lvl4pPr>
            <a:lvl5pPr algn="l">
              <a:defRPr sz="1200" b="0">
                <a:solidFill>
                  <a:srgbClr val="17312C"/>
                </a:solidFill>
                <a:latin typeface="Arial"/>
                <a:ea typeface="Arial"/>
                <a:cs typeface="Arial"/>
              </a:defRPr>
            </a:lvl5pPr>
            <a:lvl6pPr algn="l">
              <a:defRPr sz="1200" b="0">
                <a:solidFill>
                  <a:srgbClr val="17312C"/>
                </a:solidFill>
                <a:latin typeface="Arial"/>
                <a:ea typeface="Arial"/>
                <a:cs typeface="Arial"/>
              </a:defRPr>
            </a:lvl6pPr>
            <a:lvl7pPr algn="l">
              <a:defRPr sz="1200" b="0">
                <a:solidFill>
                  <a:srgbClr val="17312C"/>
                </a:solidFill>
                <a:latin typeface="Arial"/>
                <a:ea typeface="Arial"/>
                <a:cs typeface="Arial"/>
              </a:defRPr>
            </a:lvl7pPr>
            <a:lvl8pPr algn="l">
              <a:defRPr sz="1200" b="0">
                <a:solidFill>
                  <a:srgbClr val="17312C"/>
                </a:solidFill>
                <a:latin typeface="Arial"/>
                <a:ea typeface="Arial"/>
                <a:cs typeface="Arial"/>
              </a:defRPr>
            </a:lvl8pPr>
            <a:lvl9pPr algn="l">
              <a:defRPr sz="1200" b="0">
                <a:solidFill>
                  <a:srgbClr val="17312C"/>
                </a:solidFill>
                <a:latin typeface="Arial"/>
                <a:ea typeface="Arial"/>
                <a:cs typeface="Arial"/>
              </a:defRPr>
            </a:lvl9pPr>
          </a:lstStyle>
          <a:p xmlns:a="http://schemas.openxmlformats.org/drawingml/2006/main">
            <a:pPr algn="l">
              <a:buNone/>
              <a:defRPr sz="1200" b="0">
                <a:solidFill>
                  <a:srgbClr val="17312C"/>
                </a:solidFill>
                <a:latin typeface="Arial"/>
                <a:ea typeface="Arial"/>
                <a:cs typeface="Arial"/>
              </a:defRPr>
            </a:pPr>
            <a:r>
              <a:rPr sz="1200" b="0">
                <a:solidFill>
                  <a:srgbClr val="17312C"/>
                </a:solidFill>
                <a:latin typeface="Arial"/>
                <a:ea typeface="Arial"/>
                <a:cs typeface="Arial"/>
              </a:rPr>
              <a:t>Proxy tự tạo CNAME sang endpoint SafeSearch, rồi lấy bản ghi A/AAAA của endpoint đó.</a:t>
            </a:r>
          </a:p>
        </p:txBody>
      </p:sp>
      <p:sp>
        <p:nvSpPr>
          <p:cNvPr id="32" name="Rectangle: Rounded Corners 31">
            <a:extLst xmlns:a="http://schemas.openxmlformats.org/drawingml/2006/main">
              <a:ext uri="{FF2B5EF4-FFF2-40B4-BE49-F238E27FC236}">
                <a16:creationId xmlns:a16="http://schemas.microsoft.com/office/drawing/2014/main" id="{8D341A4D-E3BE-459C-A3ED-E9CE875C9E46}"/>
              </a:ext>
            </a:extLst>
          </p:cNvPr>
          <p:cNvSpPr>
            <a:spLocks xmlns:a="http://schemas.openxmlformats.org/drawingml/2006/main" noGrp="1"/>
          </p:cNvSpPr>
          <p:nvPr/>
        </p:nvSpPr>
        <p:spPr>
          <a:xfrm xmlns:a="http://schemas.openxmlformats.org/drawingml/2006/main">
            <a:off x="8248650" y="4362450"/>
            <a:ext cx="3257550" cy="1295400"/>
          </a:xfrm>
          <a:prstGeom xmlns:a="http://schemas.openxmlformats.org/drawingml/2006/main" prst="roundRect">
            <a:avLst>
              <a:gd name="adj" fmla="val 8824"/>
            </a:avLst>
          </a:prstGeom>
          <a:solidFill xmlns:a="http://schemas.openxmlformats.org/drawingml/2006/main">
            <a:srgbClr val="FFFFFF"/>
          </a:solidFill>
          <a:ln xmlns:a="http://schemas.openxmlformats.org/drawingml/2006/main" w="9525">
            <a:solidFill>
              <a:srgbClr val="D7E5DF"/>
            </a:solidFill>
            <a:prstDash val="solid"/>
          </a:ln>
        </p:spPr>
        <p:txBody>
          <a:bodyPr xmlns:a="http://schemas.openxmlformats.org/drawingml/2006/main"/>
          <a:lstStyle xmlns:a="http://schemas.openxmlformats.org/drawingml/2006/main"/>
          <a:p xmlns:a="http://schemas.openxmlformats.org/drawingml/2006/main">
            <a:endParaRPr/>
          </a:p>
        </p:txBody>
      </p:sp>
      <p:sp>
        <p:nvSpPr>
          <p:cNvPr id="33" name="Rectangle 32">
            <a:extLst xmlns:a="http://schemas.openxmlformats.org/drawingml/2006/main">
              <a:ext uri="{FF2B5EF4-FFF2-40B4-BE49-F238E27FC236}">
                <a16:creationId xmlns:a16="http://schemas.microsoft.com/office/drawing/2014/main" id="{B9609F8A-3974-4C50-9E97-4A71E134D736}"/>
              </a:ext>
            </a:extLst>
          </p:cNvPr>
          <p:cNvSpPr>
            <a:spLocks xmlns:a="http://schemas.openxmlformats.org/drawingml/2006/main" noGrp="1"/>
          </p:cNvSpPr>
          <p:nvPr/>
        </p:nvSpPr>
        <p:spPr>
          <a:xfrm xmlns:a="http://schemas.openxmlformats.org/drawingml/2006/main">
            <a:off x="8477250" y="4562475"/>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3333" lnSpcReduction="20000"/>
          </a:bodyPr>
          <a:lstStyle xmlns:a="http://schemas.openxmlformats.org/drawingml/2006/main">
            <a:defPPr algn="l">
              <a:defRPr sz="1500" b="1">
                <a:solidFill>
                  <a:srgbClr val="123C52"/>
                </a:solidFill>
                <a:latin typeface="Arial"/>
                <a:ea typeface="Arial"/>
                <a:cs typeface="Arial"/>
              </a:defRPr>
            </a:defPPr>
            <a:lvl1pPr algn="l">
              <a:defRPr sz="1500" b="1">
                <a:solidFill>
                  <a:srgbClr val="123C52"/>
                </a:solidFill>
                <a:latin typeface="Arial"/>
                <a:ea typeface="Arial"/>
                <a:cs typeface="Arial"/>
              </a:defRPr>
            </a:lvl1pPr>
            <a:lvl2pPr algn="l">
              <a:defRPr sz="1500" b="1">
                <a:solidFill>
                  <a:srgbClr val="123C52"/>
                </a:solidFill>
                <a:latin typeface="Arial"/>
                <a:ea typeface="Arial"/>
                <a:cs typeface="Arial"/>
              </a:defRPr>
            </a:lvl2pPr>
            <a:lvl3pPr algn="l">
              <a:defRPr sz="1500" b="1">
                <a:solidFill>
                  <a:srgbClr val="123C52"/>
                </a:solidFill>
                <a:latin typeface="Arial"/>
                <a:ea typeface="Arial"/>
                <a:cs typeface="Arial"/>
              </a:defRPr>
            </a:lvl3pPr>
            <a:lvl4pPr algn="l">
              <a:defRPr sz="1500" b="1">
                <a:solidFill>
                  <a:srgbClr val="123C52"/>
                </a:solidFill>
                <a:latin typeface="Arial"/>
                <a:ea typeface="Arial"/>
                <a:cs typeface="Arial"/>
              </a:defRPr>
            </a:lvl4pPr>
            <a:lvl5pPr algn="l">
              <a:defRPr sz="1500" b="1">
                <a:solidFill>
                  <a:srgbClr val="123C52"/>
                </a:solidFill>
                <a:latin typeface="Arial"/>
                <a:ea typeface="Arial"/>
                <a:cs typeface="Arial"/>
              </a:defRPr>
            </a:lvl5pPr>
            <a:lvl6pPr algn="l">
              <a:defRPr sz="1500" b="1">
                <a:solidFill>
                  <a:srgbClr val="123C52"/>
                </a:solidFill>
                <a:latin typeface="Arial"/>
                <a:ea typeface="Arial"/>
                <a:cs typeface="Arial"/>
              </a:defRPr>
            </a:lvl6pPr>
            <a:lvl7pPr algn="l">
              <a:defRPr sz="1500" b="1">
                <a:solidFill>
                  <a:srgbClr val="123C52"/>
                </a:solidFill>
                <a:latin typeface="Arial"/>
                <a:ea typeface="Arial"/>
                <a:cs typeface="Arial"/>
              </a:defRPr>
            </a:lvl7pPr>
            <a:lvl8pPr algn="l">
              <a:defRPr sz="1500" b="1">
                <a:solidFill>
                  <a:srgbClr val="123C52"/>
                </a:solidFill>
                <a:latin typeface="Arial"/>
                <a:ea typeface="Arial"/>
                <a:cs typeface="Arial"/>
              </a:defRPr>
            </a:lvl8pPr>
            <a:lvl9pPr algn="l">
              <a:defRPr sz="1500" b="1">
                <a:solidFill>
                  <a:srgbClr val="123C52"/>
                </a:solidFill>
                <a:latin typeface="Arial"/>
                <a:ea typeface="Arial"/>
                <a:cs typeface="Arial"/>
              </a:defRPr>
            </a:lvl9pPr>
          </a:lstStyle>
          <a:p xmlns:a="http://schemas.openxmlformats.org/drawingml/2006/main">
            <a:pPr algn="l">
              <a:buNone/>
              <a:defRPr sz="1500" b="1">
                <a:solidFill>
                  <a:srgbClr val="123C52"/>
                </a:solidFill>
                <a:latin typeface="Arial"/>
                <a:ea typeface="Arial"/>
                <a:cs typeface="Arial"/>
              </a:defRPr>
            </a:pPr>
            <a:r>
              <a:rPr sz="1500" b="1">
                <a:solidFill>
                  <a:srgbClr val="123C52"/>
                </a:solidFill>
                <a:latin typeface="Arial"/>
                <a:ea typeface="Arial"/>
                <a:cs typeface="Arial"/>
              </a:rPr>
              <a:t>Được phép</a:t>
            </a:r>
          </a:p>
        </p:txBody>
      </p:sp>
      <p:sp>
        <p:nvSpPr>
          <p:cNvPr id="34" name="Rectangle 33">
            <a:extLst xmlns:a="http://schemas.openxmlformats.org/drawingml/2006/main">
              <a:ext uri="{FF2B5EF4-FFF2-40B4-BE49-F238E27FC236}">
                <a16:creationId xmlns:a16="http://schemas.microsoft.com/office/drawing/2014/main" id="{F8A072E5-B4B5-4357-BA82-91EFACF5BB6E}"/>
              </a:ext>
            </a:extLst>
          </p:cNvPr>
          <p:cNvSpPr>
            <a:spLocks xmlns:a="http://schemas.openxmlformats.org/drawingml/2006/main" noGrp="1"/>
          </p:cNvSpPr>
          <p:nvPr/>
        </p:nvSpPr>
        <p:spPr>
          <a:xfrm xmlns:a="http://schemas.openxmlformats.org/drawingml/2006/main">
            <a:off x="8477250" y="4943475"/>
            <a:ext cx="26479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91" lnSpcReduction="20000"/>
          </a:bodyPr>
          <a:lstStyle xmlns:a="http://schemas.openxmlformats.org/drawingml/2006/main">
            <a:defPPr algn="l">
              <a:defRPr sz="1200" b="0">
                <a:solidFill>
                  <a:srgbClr val="17312C"/>
                </a:solidFill>
                <a:latin typeface="Arial"/>
                <a:ea typeface="Arial"/>
                <a:cs typeface="Arial"/>
              </a:defRPr>
            </a:defPPr>
            <a:lvl1pPr algn="l">
              <a:defRPr sz="1200" b="0">
                <a:solidFill>
                  <a:srgbClr val="17312C"/>
                </a:solidFill>
                <a:latin typeface="Arial"/>
                <a:ea typeface="Arial"/>
                <a:cs typeface="Arial"/>
              </a:defRPr>
            </a:lvl1pPr>
            <a:lvl2pPr algn="l">
              <a:defRPr sz="1200" b="0">
                <a:solidFill>
                  <a:srgbClr val="17312C"/>
                </a:solidFill>
                <a:latin typeface="Arial"/>
                <a:ea typeface="Arial"/>
                <a:cs typeface="Arial"/>
              </a:defRPr>
            </a:lvl2pPr>
            <a:lvl3pPr algn="l">
              <a:defRPr sz="1200" b="0">
                <a:solidFill>
                  <a:srgbClr val="17312C"/>
                </a:solidFill>
                <a:latin typeface="Arial"/>
                <a:ea typeface="Arial"/>
                <a:cs typeface="Arial"/>
              </a:defRPr>
            </a:lvl3pPr>
            <a:lvl4pPr algn="l">
              <a:defRPr sz="1200" b="0">
                <a:solidFill>
                  <a:srgbClr val="17312C"/>
                </a:solidFill>
                <a:latin typeface="Arial"/>
                <a:ea typeface="Arial"/>
                <a:cs typeface="Arial"/>
              </a:defRPr>
            </a:lvl4pPr>
            <a:lvl5pPr algn="l">
              <a:defRPr sz="1200" b="0">
                <a:solidFill>
                  <a:srgbClr val="17312C"/>
                </a:solidFill>
                <a:latin typeface="Arial"/>
                <a:ea typeface="Arial"/>
                <a:cs typeface="Arial"/>
              </a:defRPr>
            </a:lvl5pPr>
            <a:lvl6pPr algn="l">
              <a:defRPr sz="1200" b="0">
                <a:solidFill>
                  <a:srgbClr val="17312C"/>
                </a:solidFill>
                <a:latin typeface="Arial"/>
                <a:ea typeface="Arial"/>
                <a:cs typeface="Arial"/>
              </a:defRPr>
            </a:lvl6pPr>
            <a:lvl7pPr algn="l">
              <a:defRPr sz="1200" b="0">
                <a:solidFill>
                  <a:srgbClr val="17312C"/>
                </a:solidFill>
                <a:latin typeface="Arial"/>
                <a:ea typeface="Arial"/>
                <a:cs typeface="Arial"/>
              </a:defRPr>
            </a:lvl7pPr>
            <a:lvl8pPr algn="l">
              <a:defRPr sz="1200" b="0">
                <a:solidFill>
                  <a:srgbClr val="17312C"/>
                </a:solidFill>
                <a:latin typeface="Arial"/>
                <a:ea typeface="Arial"/>
                <a:cs typeface="Arial"/>
              </a:defRPr>
            </a:lvl8pPr>
            <a:lvl9pPr algn="l">
              <a:defRPr sz="1200" b="0">
                <a:solidFill>
                  <a:srgbClr val="17312C"/>
                </a:solidFill>
                <a:latin typeface="Arial"/>
                <a:ea typeface="Arial"/>
                <a:cs typeface="Arial"/>
              </a:defRPr>
            </a:lvl9pPr>
          </a:lstStyle>
          <a:p xmlns:a="http://schemas.openxmlformats.org/drawingml/2006/main">
            <a:pPr algn="l">
              <a:buNone/>
              <a:defRPr sz="1200" b="0">
                <a:solidFill>
                  <a:srgbClr val="17312C"/>
                </a:solidFill>
                <a:latin typeface="Arial"/>
                <a:ea typeface="Arial"/>
                <a:cs typeface="Arial"/>
              </a:defRPr>
            </a:pPr>
            <a:r>
              <a:rPr sz="1200" b="0">
                <a:solidFill>
                  <a:srgbClr val="17312C"/>
                </a:solidFill>
                <a:latin typeface="Arial"/>
                <a:ea typeface="Arial"/>
                <a:cs typeface="Arial"/>
              </a:rPr>
              <a:t>Proxy chuyển truy vấn lên DNS upstream bằng UDP/TCP và trả kết quả về trình duyệt.</a:t>
            </a:r>
          </a:p>
        </p:txBody>
      </p:sp>
      <p:sp>
        <p:nvSpPr>
          <p:cNvPr id="35" name="Rectangle 34">
            <a:extLst xmlns:a="http://schemas.openxmlformats.org/drawingml/2006/main">
              <a:ext uri="{FF2B5EF4-FFF2-40B4-BE49-F238E27FC236}">
                <a16:creationId xmlns:a16="http://schemas.microsoft.com/office/drawing/2014/main" id="{E3410DE6-CD82-4D30-B188-C00AEE1300C7}"/>
              </a:ext>
            </a:extLst>
          </p:cNvPr>
          <p:cNvSpPr>
            <a:spLocks xmlns:a="http://schemas.openxmlformats.org/drawingml/2006/main" noGrp="1"/>
          </p:cNvSpPr>
          <p:nvPr/>
        </p:nvSpPr>
        <p:spPr>
          <a:xfrm xmlns:a="http://schemas.openxmlformats.org/drawingml/2006/main">
            <a:off x="857250" y="59817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000" lnSpcReduction="20000"/>
          </a:bodyPr>
          <a:lstStyle xmlns:a="http://schemas.openxmlformats.org/drawingml/2006/main">
            <a:defPPr algn="l">
              <a:defRPr sz="1200" b="1">
                <a:solidFill>
                  <a:srgbClr val="A8484F"/>
                </a:solidFill>
                <a:latin typeface="Arial"/>
                <a:ea typeface="Arial"/>
                <a:cs typeface="Arial"/>
              </a:defRPr>
            </a:defPPr>
            <a:lvl1pPr algn="l">
              <a:defRPr sz="1200" b="1">
                <a:solidFill>
                  <a:srgbClr val="A8484F"/>
                </a:solidFill>
                <a:latin typeface="Arial"/>
                <a:ea typeface="Arial"/>
                <a:cs typeface="Arial"/>
              </a:defRPr>
            </a:lvl1pPr>
            <a:lvl2pPr algn="l">
              <a:defRPr sz="1200" b="1">
                <a:solidFill>
                  <a:srgbClr val="A8484F"/>
                </a:solidFill>
                <a:latin typeface="Arial"/>
                <a:ea typeface="Arial"/>
                <a:cs typeface="Arial"/>
              </a:defRPr>
            </a:lvl2pPr>
            <a:lvl3pPr algn="l">
              <a:defRPr sz="1200" b="1">
                <a:solidFill>
                  <a:srgbClr val="A8484F"/>
                </a:solidFill>
                <a:latin typeface="Arial"/>
                <a:ea typeface="Arial"/>
                <a:cs typeface="Arial"/>
              </a:defRPr>
            </a:lvl3pPr>
            <a:lvl4pPr algn="l">
              <a:defRPr sz="1200" b="1">
                <a:solidFill>
                  <a:srgbClr val="A8484F"/>
                </a:solidFill>
                <a:latin typeface="Arial"/>
                <a:ea typeface="Arial"/>
                <a:cs typeface="Arial"/>
              </a:defRPr>
            </a:lvl4pPr>
            <a:lvl5pPr algn="l">
              <a:defRPr sz="1200" b="1">
                <a:solidFill>
                  <a:srgbClr val="A8484F"/>
                </a:solidFill>
                <a:latin typeface="Arial"/>
                <a:ea typeface="Arial"/>
                <a:cs typeface="Arial"/>
              </a:defRPr>
            </a:lvl5pPr>
            <a:lvl6pPr algn="l">
              <a:defRPr sz="1200" b="1">
                <a:solidFill>
                  <a:srgbClr val="A8484F"/>
                </a:solidFill>
                <a:latin typeface="Arial"/>
                <a:ea typeface="Arial"/>
                <a:cs typeface="Arial"/>
              </a:defRPr>
            </a:lvl6pPr>
            <a:lvl7pPr algn="l">
              <a:defRPr sz="1200" b="1">
                <a:solidFill>
                  <a:srgbClr val="A8484F"/>
                </a:solidFill>
                <a:latin typeface="Arial"/>
                <a:ea typeface="Arial"/>
                <a:cs typeface="Arial"/>
              </a:defRPr>
            </a:lvl7pPr>
            <a:lvl8pPr algn="l">
              <a:defRPr sz="1200" b="1">
                <a:solidFill>
                  <a:srgbClr val="A8484F"/>
                </a:solidFill>
                <a:latin typeface="Arial"/>
                <a:ea typeface="Arial"/>
                <a:cs typeface="Arial"/>
              </a:defRPr>
            </a:lvl8pPr>
            <a:lvl9pPr algn="l">
              <a:defRPr sz="1200" b="1">
                <a:solidFill>
                  <a:srgbClr val="A8484F"/>
                </a:solidFill>
                <a:latin typeface="Arial"/>
                <a:ea typeface="Arial"/>
                <a:cs typeface="Arial"/>
              </a:defRPr>
            </a:lvl9pPr>
          </a:lstStyle>
          <a:p xmlns:a="http://schemas.openxmlformats.org/drawingml/2006/main">
            <a:pPr algn="l">
              <a:buNone/>
              <a:defRPr sz="1200" b="1">
                <a:solidFill>
                  <a:srgbClr val="A8484F"/>
                </a:solidFill>
                <a:latin typeface="Arial"/>
                <a:ea typeface="Arial"/>
                <a:cs typeface="Arial"/>
              </a:defRPr>
            </a:pPr>
            <a:r>
              <a:rPr sz="1200" b="1">
                <a:solidFill>
                  <a:srgbClr val="A8484F"/>
                </a:solidFill>
                <a:latin typeface="Arial"/>
                <a:ea typeface="Arial"/>
                <a:cs typeface="Arial"/>
              </a:rPr>
              <a:t>Giới hạn: DoH/DoT, VPN, DNS cache và truy cập trực tiếp bằng IP có thể không đi qua proxy.</a:t>
            </a:r>
          </a:p>
        </p:txBody>
      </p:sp>
    </p:spTree>
    <p:extLst>
      <p:ext uri="{BB962C8B-B14F-4D97-AF65-F5344CB8AC3E}">
        <p14:creationId xmlns:p14="http://schemas.microsoft.com/office/powerpoint/2010/main" val="129372645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6" name="Picture 5">
            <a:extLst xmlns:a="http://schemas.openxmlformats.org/drawingml/2006/main">
              <a:ext uri="{FF2B5EF4-FFF2-40B4-BE49-F238E27FC236}">
                <a16:creationId xmlns:a16="http://schemas.microsoft.com/office/drawing/2014/main" id="{0C7110BD-F199-4559-B16B-6F9B7129584E}"/>
              </a:ext>
            </a:extLst>
          </p:cNvPr>
          <p:cNvPicPr>
            <a:picLocks xmlns:a="http://schemas.openxmlformats.org/drawingml/2006/main" noChangeAspect="1"/>
          </p:cNvPicPr>
          <p:nvPr/>
        </p:nvPicPr>
        <p:blipFill>
          <a:blip xmlns:r="http://schemas.openxmlformats.org/officeDocument/2006/relationships" xmlns:a="http://schemas.openxmlformats.org/drawingml/2006/main" r:embed="R82e49f8a8f994499"/>
          <a:stretch xmlns:a="http://schemas.openxmlformats.org/drawingml/2006/main">
            <a:fillRect l="0" t="0" r="0" b="0"/>
          </a:stretch>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363072186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3" name="Picture 2">
            <a:extLst xmlns:a="http://schemas.openxmlformats.org/drawingml/2006/main">
              <a:ext uri="{FF2B5EF4-FFF2-40B4-BE49-F238E27FC236}">
                <a16:creationId xmlns:a16="http://schemas.microsoft.com/office/drawing/2014/main" id="{F9DD66B4-F2BD-4C4D-9394-5C3886A57316}"/>
              </a:ext>
            </a:extLst>
          </p:cNvPr>
          <p:cNvPicPr>
            <a:picLocks xmlns:a="http://schemas.openxmlformats.org/drawingml/2006/main" noChangeAspect="1"/>
          </p:cNvPicPr>
          <p:nvPr/>
        </p:nvPicPr>
        <p:blipFill>
          <a:blip xmlns:r="http://schemas.openxmlformats.org/officeDocument/2006/relationships" xmlns:a="http://schemas.openxmlformats.org/drawingml/2006/main" r:embed="Rc8f6ecbd25004a16"/>
          <a:stretch xmlns:a="http://schemas.openxmlformats.org/drawingml/2006/main">
            <a:fillRect l="0" t="0" r="0" b="0"/>
          </a:stretch>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244171901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3" name="Picture 2">
            <a:extLst xmlns:a="http://schemas.openxmlformats.org/drawingml/2006/main">
              <a:ext uri="{FF2B5EF4-FFF2-40B4-BE49-F238E27FC236}">
                <a16:creationId xmlns:a16="http://schemas.microsoft.com/office/drawing/2014/main" id="{6B69943C-4442-4A81-A46A-58ACB111A40B}"/>
              </a:ext>
            </a:extLst>
          </p:cNvPr>
          <p:cNvPicPr>
            <a:picLocks xmlns:a="http://schemas.openxmlformats.org/drawingml/2006/main" noChangeAspect="1"/>
          </p:cNvPicPr>
          <p:nvPr/>
        </p:nvPicPr>
        <p:blipFill>
          <a:blip xmlns:r="http://schemas.openxmlformats.org/officeDocument/2006/relationships" xmlns:a="http://schemas.openxmlformats.org/drawingml/2006/main" r:embed="Rd0a0e9475d364767"/>
          <a:stretch xmlns:a="http://schemas.openxmlformats.org/drawingml/2006/main">
            <a:fillRect l="0" t="0" r="0" b="0"/>
          </a:stretch>
        </p:blipFill>
        <p:spPr>
          <a:xfrm xmlns:a="http://schemas.openxmlformats.org/drawingml/2006/main">
            <a:off x="0" y="381000"/>
            <a:ext cx="12192000" cy="6096000"/>
          </a:xfrm>
          <a:prstGeom xmlns:a="http://schemas.openxmlformats.org/drawingml/2006/main" prst="rect">
            <a:avLst/>
          </a:prstGeom>
        </p:spPr>
      </p:pic>
    </p:spTree>
    <p:extLst>
      <p:ext uri="{BB962C8B-B14F-4D97-AF65-F5344CB8AC3E}">
        <p14:creationId xmlns:p14="http://schemas.microsoft.com/office/powerpoint/2010/main" val="215361573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3" name="Picture 2">
            <a:extLst xmlns:a="http://schemas.openxmlformats.org/drawingml/2006/main">
              <a:ext uri="{FF2B5EF4-FFF2-40B4-BE49-F238E27FC236}">
                <a16:creationId xmlns:a16="http://schemas.microsoft.com/office/drawing/2014/main" id="{240F3813-0A28-4771-B8B2-1257D91E607D}"/>
              </a:ext>
            </a:extLst>
          </p:cNvPr>
          <p:cNvPicPr>
            <a:picLocks xmlns:a="http://schemas.openxmlformats.org/drawingml/2006/main" noChangeAspect="1"/>
          </p:cNvPicPr>
          <p:nvPr/>
        </p:nvPicPr>
        <p:blipFill>
          <a:blip xmlns:r="http://schemas.openxmlformats.org/officeDocument/2006/relationships" xmlns:a="http://schemas.openxmlformats.org/drawingml/2006/main" r:embed="Rbe056a5b5fe4405f"/>
          <a:stretch xmlns:a="http://schemas.openxmlformats.org/drawingml/2006/main">
            <a:fillRect l="0" t="0" r="0" b="0"/>
          </a:stretch>
        </p:blipFill>
        <p:spPr>
          <a:xfrm xmlns:a="http://schemas.openxmlformats.org/drawingml/2006/main">
            <a:off x="952500" y="0"/>
            <a:ext cx="10287000" cy="6858000"/>
          </a:xfrm>
          <a:prstGeom xmlns:a="http://schemas.openxmlformats.org/drawingml/2006/main" prst="rect">
            <a:avLst/>
          </a:prstGeom>
        </p:spPr>
      </p:pic>
    </p:spTree>
    <p:extLst>
      <p:ext uri="{BB962C8B-B14F-4D97-AF65-F5344CB8AC3E}">
        <p14:creationId xmlns:p14="http://schemas.microsoft.com/office/powerpoint/2010/main" val="408386518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3" name="Picture 2">
            <a:extLst xmlns:a="http://schemas.openxmlformats.org/drawingml/2006/main">
              <a:ext uri="{FF2B5EF4-FFF2-40B4-BE49-F238E27FC236}">
                <a16:creationId xmlns:a16="http://schemas.microsoft.com/office/drawing/2014/main" id="{0C8C9DF2-8746-4D92-9024-FF33AA3BFFE3}"/>
              </a:ext>
            </a:extLst>
          </p:cNvPr>
          <p:cNvPicPr>
            <a:picLocks xmlns:a="http://schemas.openxmlformats.org/drawingml/2006/main" noChangeAspect="1"/>
          </p:cNvPicPr>
          <p:nvPr/>
        </p:nvPicPr>
        <p:blipFill>
          <a:blip xmlns:r="http://schemas.openxmlformats.org/officeDocument/2006/relationships" xmlns:a="http://schemas.openxmlformats.org/drawingml/2006/main" r:embed="Rbbf30104f48a4015"/>
          <a:stretch xmlns:a="http://schemas.openxmlformats.org/drawingml/2006/main">
            <a:fillRect l="0" t="0" r="0" b="0"/>
          </a:stretch>
        </p:blipFill>
        <p:spPr>
          <a:xfrm xmlns:a="http://schemas.openxmlformats.org/drawingml/2006/main">
            <a:off x="952500" y="0"/>
            <a:ext cx="10287000" cy="6858000"/>
          </a:xfrm>
          <a:prstGeom xmlns:a="http://schemas.openxmlformats.org/drawingml/2006/main" prst="rect">
            <a:avLst/>
          </a:prstGeom>
        </p:spPr>
      </p:pic>
    </p:spTree>
    <p:extLst>
      <p:ext uri="{BB962C8B-B14F-4D97-AF65-F5344CB8AC3E}">
        <p14:creationId xmlns:p14="http://schemas.microsoft.com/office/powerpoint/2010/main" val="579633367"/>
      </p:ext>
    </p:extLst>
  </p:cSld>
</p:sld>
</file>

<file path=ppt/slides/slide9.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37" name="Rectangle 36">
            <a:extLst xmlns:a="http://schemas.openxmlformats.org/drawingml/2006/main">
              <a:ext uri="{FF2B5EF4-FFF2-40B4-BE49-F238E27FC236}">
                <a16:creationId xmlns:a16="http://schemas.microsoft.com/office/drawing/2014/main" id="{25A14FC9-1254-4A6F-BF85-8E1DF6A75FB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18D73"/>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170365EA-F597-4168-8B6F-D9DF18113DC2}"/>
              </a:ext>
            </a:extLst>
          </p:cNvPr>
          <p:cNvSpPr>
            <a:spLocks xmlns:a="http://schemas.openxmlformats.org/drawingml/2006/main" noGrp="1"/>
          </p:cNvSpPr>
          <p:nvPr/>
        </p:nvSpPr>
        <p:spPr>
          <a:xfrm xmlns:a="http://schemas.openxmlformats.org/drawingml/2006/main">
            <a:off x="514350" y="25717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545" lnSpcReduction="20000"/>
          </a:bodyPr>
          <a:lstStyle xmlns:a="http://schemas.openxmlformats.org/drawingml/2006/main">
            <a:defPPr algn="l">
              <a:defRPr sz="825" b="1">
                <a:solidFill>
                  <a:srgbClr val="218D73"/>
                </a:solidFill>
                <a:latin typeface="Arial"/>
                <a:ea typeface="Arial"/>
                <a:cs typeface="Arial"/>
              </a:defRPr>
            </a:defPPr>
            <a:lvl1pPr algn="l">
              <a:defRPr sz="825" b="1">
                <a:solidFill>
                  <a:srgbClr val="218D73"/>
                </a:solidFill>
                <a:latin typeface="Arial"/>
                <a:ea typeface="Arial"/>
                <a:cs typeface="Arial"/>
              </a:defRPr>
            </a:lvl1pPr>
            <a:lvl2pPr algn="l">
              <a:defRPr sz="825" b="1">
                <a:solidFill>
                  <a:srgbClr val="218D73"/>
                </a:solidFill>
                <a:latin typeface="Arial"/>
                <a:ea typeface="Arial"/>
                <a:cs typeface="Arial"/>
              </a:defRPr>
            </a:lvl2pPr>
            <a:lvl3pPr algn="l">
              <a:defRPr sz="825" b="1">
                <a:solidFill>
                  <a:srgbClr val="218D73"/>
                </a:solidFill>
                <a:latin typeface="Arial"/>
                <a:ea typeface="Arial"/>
                <a:cs typeface="Arial"/>
              </a:defRPr>
            </a:lvl3pPr>
            <a:lvl4pPr algn="l">
              <a:defRPr sz="825" b="1">
                <a:solidFill>
                  <a:srgbClr val="218D73"/>
                </a:solidFill>
                <a:latin typeface="Arial"/>
                <a:ea typeface="Arial"/>
                <a:cs typeface="Arial"/>
              </a:defRPr>
            </a:lvl4pPr>
            <a:lvl5pPr algn="l">
              <a:defRPr sz="825" b="1">
                <a:solidFill>
                  <a:srgbClr val="218D73"/>
                </a:solidFill>
                <a:latin typeface="Arial"/>
                <a:ea typeface="Arial"/>
                <a:cs typeface="Arial"/>
              </a:defRPr>
            </a:lvl5pPr>
            <a:lvl6pPr algn="l">
              <a:defRPr sz="825" b="1">
                <a:solidFill>
                  <a:srgbClr val="218D73"/>
                </a:solidFill>
                <a:latin typeface="Arial"/>
                <a:ea typeface="Arial"/>
                <a:cs typeface="Arial"/>
              </a:defRPr>
            </a:lvl6pPr>
            <a:lvl7pPr algn="l">
              <a:defRPr sz="825" b="1">
                <a:solidFill>
                  <a:srgbClr val="218D73"/>
                </a:solidFill>
                <a:latin typeface="Arial"/>
                <a:ea typeface="Arial"/>
                <a:cs typeface="Arial"/>
              </a:defRPr>
            </a:lvl7pPr>
            <a:lvl8pPr algn="l">
              <a:defRPr sz="825" b="1">
                <a:solidFill>
                  <a:srgbClr val="218D73"/>
                </a:solidFill>
                <a:latin typeface="Arial"/>
                <a:ea typeface="Arial"/>
                <a:cs typeface="Arial"/>
              </a:defRPr>
            </a:lvl8pPr>
            <a:lvl9pPr algn="l">
              <a:defRPr sz="825" b="1">
                <a:solidFill>
                  <a:srgbClr val="218D73"/>
                </a:solidFill>
                <a:latin typeface="Arial"/>
                <a:ea typeface="Arial"/>
                <a:cs typeface="Arial"/>
              </a:defRPr>
            </a:lvl9pPr>
          </a:lstStyle>
          <a:p xmlns:a="http://schemas.openxmlformats.org/drawingml/2006/main">
            <a:pPr algn="l">
              <a:buNone/>
              <a:defRPr sz="825" b="1">
                <a:solidFill>
                  <a:srgbClr val="218D73"/>
                </a:solidFill>
                <a:latin typeface="Arial"/>
                <a:ea typeface="Arial"/>
                <a:cs typeface="Arial"/>
              </a:defRPr>
            </a:pPr>
            <a:r>
              <a:rPr sz="825" b="1">
                <a:solidFill>
                  <a:srgbClr val="218D73"/>
                </a:solidFill>
                <a:latin typeface="Arial"/>
                <a:ea typeface="Arial"/>
                <a:cs typeface="Arial"/>
              </a:rPr>
              <a:t>OPEN GUARD KIDS  |  BÁO CÁO F2, F3 VÀ F5</a:t>
            </a:r>
          </a:p>
        </p:txBody>
      </p:sp>
      <p:sp>
        <p:nvSpPr>
          <p:cNvPr id="3" name="Rectangle 2">
            <a:extLst xmlns:a="http://schemas.openxmlformats.org/drawingml/2006/main">
              <a:ext uri="{FF2B5EF4-FFF2-40B4-BE49-F238E27FC236}">
                <a16:creationId xmlns:a16="http://schemas.microsoft.com/office/drawing/2014/main" id="{4ADA13BC-F7FA-4C0B-98DA-B5F422EF3135}"/>
              </a:ext>
            </a:extLst>
          </p:cNvPr>
          <p:cNvSpPr>
            <a:spLocks xmlns:a="http://schemas.openxmlformats.org/drawingml/2006/main" noGrp="1"/>
          </p:cNvSpPr>
          <p:nvPr/>
        </p:nvSpPr>
        <p:spPr>
          <a:xfrm xmlns:a="http://schemas.openxmlformats.org/drawingml/2006/main">
            <a:off x="514350" y="55245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970"/>
          </a:bodyPr>
          <a:lstStyle xmlns:a="http://schemas.openxmlformats.org/drawingml/2006/main">
            <a:defPPr algn="l">
              <a:defRPr sz="2475" b="1">
                <a:solidFill>
                  <a:srgbClr val="123C52"/>
                </a:solidFill>
                <a:latin typeface="Arial"/>
                <a:ea typeface="Arial"/>
                <a:cs typeface="Arial"/>
              </a:defRPr>
            </a:defPPr>
            <a:lvl1pPr algn="l">
              <a:defRPr sz="2475" b="1">
                <a:solidFill>
                  <a:srgbClr val="123C52"/>
                </a:solidFill>
                <a:latin typeface="Arial"/>
                <a:ea typeface="Arial"/>
                <a:cs typeface="Arial"/>
              </a:defRPr>
            </a:lvl1pPr>
            <a:lvl2pPr algn="l">
              <a:defRPr sz="2475" b="1">
                <a:solidFill>
                  <a:srgbClr val="123C52"/>
                </a:solidFill>
                <a:latin typeface="Arial"/>
                <a:ea typeface="Arial"/>
                <a:cs typeface="Arial"/>
              </a:defRPr>
            </a:lvl2pPr>
            <a:lvl3pPr algn="l">
              <a:defRPr sz="2475" b="1">
                <a:solidFill>
                  <a:srgbClr val="123C52"/>
                </a:solidFill>
                <a:latin typeface="Arial"/>
                <a:ea typeface="Arial"/>
                <a:cs typeface="Arial"/>
              </a:defRPr>
            </a:lvl3pPr>
            <a:lvl4pPr algn="l">
              <a:defRPr sz="2475" b="1">
                <a:solidFill>
                  <a:srgbClr val="123C52"/>
                </a:solidFill>
                <a:latin typeface="Arial"/>
                <a:ea typeface="Arial"/>
                <a:cs typeface="Arial"/>
              </a:defRPr>
            </a:lvl4pPr>
            <a:lvl5pPr algn="l">
              <a:defRPr sz="2475" b="1">
                <a:solidFill>
                  <a:srgbClr val="123C52"/>
                </a:solidFill>
                <a:latin typeface="Arial"/>
                <a:ea typeface="Arial"/>
                <a:cs typeface="Arial"/>
              </a:defRPr>
            </a:lvl5pPr>
            <a:lvl6pPr algn="l">
              <a:defRPr sz="2475" b="1">
                <a:solidFill>
                  <a:srgbClr val="123C52"/>
                </a:solidFill>
                <a:latin typeface="Arial"/>
                <a:ea typeface="Arial"/>
                <a:cs typeface="Arial"/>
              </a:defRPr>
            </a:lvl6pPr>
            <a:lvl7pPr algn="l">
              <a:defRPr sz="2475" b="1">
                <a:solidFill>
                  <a:srgbClr val="123C52"/>
                </a:solidFill>
                <a:latin typeface="Arial"/>
                <a:ea typeface="Arial"/>
                <a:cs typeface="Arial"/>
              </a:defRPr>
            </a:lvl7pPr>
            <a:lvl8pPr algn="l">
              <a:defRPr sz="2475" b="1">
                <a:solidFill>
                  <a:srgbClr val="123C52"/>
                </a:solidFill>
                <a:latin typeface="Arial"/>
                <a:ea typeface="Arial"/>
                <a:cs typeface="Arial"/>
              </a:defRPr>
            </a:lvl8pPr>
            <a:lvl9pPr algn="l">
              <a:defRPr sz="2475" b="1">
                <a:solidFill>
                  <a:srgbClr val="123C52"/>
                </a:solidFill>
                <a:latin typeface="Arial"/>
                <a:ea typeface="Arial"/>
                <a:cs typeface="Arial"/>
              </a:defRPr>
            </a:lvl9pPr>
          </a:lstStyle>
          <a:p xmlns:a="http://schemas.openxmlformats.org/drawingml/2006/main">
            <a:pPr algn="l">
              <a:buNone/>
              <a:defRPr sz="2475" b="1">
                <a:solidFill>
                  <a:srgbClr val="123C52"/>
                </a:solidFill>
                <a:latin typeface="Arial"/>
                <a:ea typeface="Arial"/>
                <a:cs typeface="Arial"/>
              </a:defRPr>
            </a:pPr>
            <a:r>
              <a:rPr sz="2475" b="1">
                <a:solidFill>
                  <a:srgbClr val="123C52"/>
                </a:solidFill>
                <a:latin typeface="Arial"/>
                <a:ea typeface="Arial"/>
                <a:cs typeface="Arial"/>
              </a:rPr>
              <a:t>Event được đồng bộ ra sao</a:t>
            </a:r>
          </a:p>
        </p:txBody>
      </p:sp>
      <p:sp>
        <p:nvSpPr>
          <p:cNvPr id="4" name="Rectangle 3">
            <a:extLst xmlns:a="http://schemas.openxmlformats.org/drawingml/2006/main">
              <a:ext uri="{FF2B5EF4-FFF2-40B4-BE49-F238E27FC236}">
                <a16:creationId xmlns:a16="http://schemas.microsoft.com/office/drawing/2014/main" id="{860D09B6-80DA-4F77-84D8-9DE27017B461}"/>
              </a:ext>
            </a:extLst>
          </p:cNvPr>
          <p:cNvSpPr>
            <a:spLocks xmlns:a="http://schemas.openxmlformats.org/drawingml/2006/main" noGrp="1"/>
          </p:cNvSpPr>
          <p:nvPr/>
        </p:nvSpPr>
        <p:spPr>
          <a:xfrm xmlns:a="http://schemas.openxmlformats.org/drawingml/2006/main">
            <a:off x="514350" y="1143000"/>
            <a:ext cx="11163300" cy="9525"/>
          </a:xfrm>
          <a:prstGeom xmlns:a="http://schemas.openxmlformats.org/drawingml/2006/main" prst="rect">
            <a:avLst/>
          </a:prstGeom>
          <a:solidFill xmlns:a="http://schemas.openxmlformats.org/drawingml/2006/main">
            <a:srgbClr val="D7E5D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464FE08E-CFD6-4A82-923F-3AE032CBAA27}"/>
              </a:ext>
            </a:extLst>
          </p:cNvPr>
          <p:cNvSpPr>
            <a:spLocks xmlns:a="http://schemas.openxmlformats.org/drawingml/2006/main" noGrp="1"/>
          </p:cNvSpPr>
          <p:nvPr/>
        </p:nvSpPr>
        <p:spPr>
          <a:xfrm xmlns:a="http://schemas.openxmlformats.org/drawingml/2006/main">
            <a:off x="11096625" y="2571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545" lnSpcReduction="20000"/>
          </a:bodyPr>
          <a:lstStyle xmlns:a="http://schemas.openxmlformats.org/drawingml/2006/main">
            <a:defPPr algn="r">
              <a:defRPr sz="825" b="1">
                <a:solidFill>
                  <a:srgbClr val="218D73"/>
                </a:solidFill>
                <a:latin typeface="Arial"/>
                <a:ea typeface="Arial"/>
                <a:cs typeface="Arial"/>
              </a:defRPr>
            </a:defPPr>
            <a:lvl1pPr algn="r">
              <a:defRPr sz="825" b="1">
                <a:solidFill>
                  <a:srgbClr val="218D73"/>
                </a:solidFill>
                <a:latin typeface="Arial"/>
                <a:ea typeface="Arial"/>
                <a:cs typeface="Arial"/>
              </a:defRPr>
            </a:lvl1pPr>
            <a:lvl2pPr algn="r">
              <a:defRPr sz="825" b="1">
                <a:solidFill>
                  <a:srgbClr val="218D73"/>
                </a:solidFill>
                <a:latin typeface="Arial"/>
                <a:ea typeface="Arial"/>
                <a:cs typeface="Arial"/>
              </a:defRPr>
            </a:lvl2pPr>
            <a:lvl3pPr algn="r">
              <a:defRPr sz="825" b="1">
                <a:solidFill>
                  <a:srgbClr val="218D73"/>
                </a:solidFill>
                <a:latin typeface="Arial"/>
                <a:ea typeface="Arial"/>
                <a:cs typeface="Arial"/>
              </a:defRPr>
            </a:lvl3pPr>
            <a:lvl4pPr algn="r">
              <a:defRPr sz="825" b="1">
                <a:solidFill>
                  <a:srgbClr val="218D73"/>
                </a:solidFill>
                <a:latin typeface="Arial"/>
                <a:ea typeface="Arial"/>
                <a:cs typeface="Arial"/>
              </a:defRPr>
            </a:lvl4pPr>
            <a:lvl5pPr algn="r">
              <a:defRPr sz="825" b="1">
                <a:solidFill>
                  <a:srgbClr val="218D73"/>
                </a:solidFill>
                <a:latin typeface="Arial"/>
                <a:ea typeface="Arial"/>
                <a:cs typeface="Arial"/>
              </a:defRPr>
            </a:lvl5pPr>
            <a:lvl6pPr algn="r">
              <a:defRPr sz="825" b="1">
                <a:solidFill>
                  <a:srgbClr val="218D73"/>
                </a:solidFill>
                <a:latin typeface="Arial"/>
                <a:ea typeface="Arial"/>
                <a:cs typeface="Arial"/>
              </a:defRPr>
            </a:lvl6pPr>
            <a:lvl7pPr algn="r">
              <a:defRPr sz="825" b="1">
                <a:solidFill>
                  <a:srgbClr val="218D73"/>
                </a:solidFill>
                <a:latin typeface="Arial"/>
                <a:ea typeface="Arial"/>
                <a:cs typeface="Arial"/>
              </a:defRPr>
            </a:lvl7pPr>
            <a:lvl8pPr algn="r">
              <a:defRPr sz="825" b="1">
                <a:solidFill>
                  <a:srgbClr val="218D73"/>
                </a:solidFill>
                <a:latin typeface="Arial"/>
                <a:ea typeface="Arial"/>
                <a:cs typeface="Arial"/>
              </a:defRPr>
            </a:lvl8pPr>
            <a:lvl9pPr algn="r">
              <a:defRPr sz="825" b="1">
                <a:solidFill>
                  <a:srgbClr val="218D73"/>
                </a:solidFill>
                <a:latin typeface="Arial"/>
                <a:ea typeface="Arial"/>
                <a:cs typeface="Arial"/>
              </a:defRPr>
            </a:lvl9pPr>
          </a:lstStyle>
          <a:p xmlns:a="http://schemas.openxmlformats.org/drawingml/2006/main">
            <a:pPr algn="r">
              <a:buNone/>
              <a:defRPr sz="825" b="1">
                <a:solidFill>
                  <a:srgbClr val="218D73"/>
                </a:solidFill>
                <a:latin typeface="Arial"/>
                <a:ea typeface="Arial"/>
                <a:cs typeface="Arial"/>
              </a:defRPr>
            </a:pPr>
            <a:r>
              <a:rPr sz="825" b="1">
                <a:solidFill>
                  <a:srgbClr val="218D73"/>
                </a:solidFill>
                <a:latin typeface="Arial"/>
                <a:ea typeface="Arial"/>
                <a:cs typeface="Arial"/>
              </a:rPr>
              <a:t>09</a:t>
            </a:r>
          </a:p>
        </p:txBody>
      </p:sp>
      <p:sp>
        <p:nvSpPr>
          <p:cNvPr id="6" name="Rectangle 5">
            <a:extLst xmlns:a="http://schemas.openxmlformats.org/drawingml/2006/main">
              <a:ext uri="{FF2B5EF4-FFF2-40B4-BE49-F238E27FC236}">
                <a16:creationId xmlns:a16="http://schemas.microsoft.com/office/drawing/2014/main" id="{EE5200BB-1FFD-4C0A-9A21-492A756F5B89}"/>
              </a:ext>
            </a:extLst>
          </p:cNvPr>
          <p:cNvSpPr>
            <a:spLocks xmlns:a="http://schemas.openxmlformats.org/drawingml/2006/main" noGrp="1"/>
          </p:cNvSpPr>
          <p:nvPr/>
        </p:nvSpPr>
        <p:spPr>
          <a:xfrm xmlns:a="http://schemas.openxmlformats.org/drawingml/2006/main">
            <a:off x="514350" y="1323975"/>
            <a:ext cx="1095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lgn="l">
              <a:defRPr sz="1275" b="0">
                <a:solidFill>
                  <a:srgbClr val="5E746D"/>
                </a:solidFill>
                <a:latin typeface="Arial"/>
                <a:ea typeface="Arial"/>
                <a:cs typeface="Arial"/>
              </a:defRPr>
            </a:defPPr>
            <a:lvl1pPr algn="l">
              <a:defRPr sz="1275" b="0">
                <a:solidFill>
                  <a:srgbClr val="5E746D"/>
                </a:solidFill>
                <a:latin typeface="Arial"/>
                <a:ea typeface="Arial"/>
                <a:cs typeface="Arial"/>
              </a:defRPr>
            </a:lvl1pPr>
            <a:lvl2pPr algn="l">
              <a:defRPr sz="1275" b="0">
                <a:solidFill>
                  <a:srgbClr val="5E746D"/>
                </a:solidFill>
                <a:latin typeface="Arial"/>
                <a:ea typeface="Arial"/>
                <a:cs typeface="Arial"/>
              </a:defRPr>
            </a:lvl2pPr>
            <a:lvl3pPr algn="l">
              <a:defRPr sz="1275" b="0">
                <a:solidFill>
                  <a:srgbClr val="5E746D"/>
                </a:solidFill>
                <a:latin typeface="Arial"/>
                <a:ea typeface="Arial"/>
                <a:cs typeface="Arial"/>
              </a:defRPr>
            </a:lvl3pPr>
            <a:lvl4pPr algn="l">
              <a:defRPr sz="1275" b="0">
                <a:solidFill>
                  <a:srgbClr val="5E746D"/>
                </a:solidFill>
                <a:latin typeface="Arial"/>
                <a:ea typeface="Arial"/>
                <a:cs typeface="Arial"/>
              </a:defRPr>
            </a:lvl4pPr>
            <a:lvl5pPr algn="l">
              <a:defRPr sz="1275" b="0">
                <a:solidFill>
                  <a:srgbClr val="5E746D"/>
                </a:solidFill>
                <a:latin typeface="Arial"/>
                <a:ea typeface="Arial"/>
                <a:cs typeface="Arial"/>
              </a:defRPr>
            </a:lvl5pPr>
            <a:lvl6pPr algn="l">
              <a:defRPr sz="1275" b="0">
                <a:solidFill>
                  <a:srgbClr val="5E746D"/>
                </a:solidFill>
                <a:latin typeface="Arial"/>
                <a:ea typeface="Arial"/>
                <a:cs typeface="Arial"/>
              </a:defRPr>
            </a:lvl6pPr>
            <a:lvl7pPr algn="l">
              <a:defRPr sz="1275" b="0">
                <a:solidFill>
                  <a:srgbClr val="5E746D"/>
                </a:solidFill>
                <a:latin typeface="Arial"/>
                <a:ea typeface="Arial"/>
                <a:cs typeface="Arial"/>
              </a:defRPr>
            </a:lvl7pPr>
            <a:lvl8pPr algn="l">
              <a:defRPr sz="1275" b="0">
                <a:solidFill>
                  <a:srgbClr val="5E746D"/>
                </a:solidFill>
                <a:latin typeface="Arial"/>
                <a:ea typeface="Arial"/>
                <a:cs typeface="Arial"/>
              </a:defRPr>
            </a:lvl8pPr>
            <a:lvl9pPr algn="l">
              <a:defRPr sz="1275" b="0">
                <a:solidFill>
                  <a:srgbClr val="5E746D"/>
                </a:solidFill>
                <a:latin typeface="Arial"/>
                <a:ea typeface="Arial"/>
                <a:cs typeface="Arial"/>
              </a:defRPr>
            </a:lvl9pPr>
          </a:lstStyle>
          <a:p xmlns:a="http://schemas.openxmlformats.org/drawingml/2006/main">
            <a:pPr algn="l">
              <a:buNone/>
              <a:defRPr sz="1275" b="0">
                <a:solidFill>
                  <a:srgbClr val="5E746D"/>
                </a:solidFill>
                <a:latin typeface="Arial"/>
                <a:ea typeface="Arial"/>
                <a:cs typeface="Arial"/>
              </a:defRPr>
            </a:pPr>
            <a:r>
              <a:rPr sz="1275" b="0">
                <a:solidFill>
                  <a:srgbClr val="5E746D"/>
                </a:solidFill>
                <a:latin typeface="Arial"/>
                <a:ea typeface="Arial"/>
                <a:cs typeface="Arial"/>
              </a:rPr>
              <a:t>Mỗi event được ghi vào SQLite cục bộ với UUID cố định và trạng thái chưa gửi. Chỉ khi server ACK, agent mới đánh dấu đã gửi.</a:t>
            </a:r>
          </a:p>
        </p:txBody>
      </p:sp>
      <p:sp>
        <p:nvSpPr>
          <p:cNvPr id="7" name="Rectangle: Rounded Corners 6">
            <a:extLst xmlns:a="http://schemas.openxmlformats.org/drawingml/2006/main">
              <a:ext uri="{FF2B5EF4-FFF2-40B4-BE49-F238E27FC236}">
                <a16:creationId xmlns:a16="http://schemas.microsoft.com/office/drawing/2014/main" id="{15B1C5A8-4771-45C5-A3D0-540D1166793C}"/>
              </a:ext>
            </a:extLst>
          </p:cNvPr>
          <p:cNvSpPr>
            <a:spLocks xmlns:a="http://schemas.openxmlformats.org/drawingml/2006/main" noGrp="1"/>
          </p:cNvSpPr>
          <p:nvPr/>
        </p:nvSpPr>
        <p:spPr>
          <a:xfrm xmlns:a="http://schemas.openxmlformats.org/drawingml/2006/main">
            <a:off x="457200" y="2266950"/>
            <a:ext cx="419100" cy="247650"/>
          </a:xfrm>
          <a:prstGeom xmlns:a="http://schemas.openxmlformats.org/drawingml/2006/main" prst="roundRect">
            <a:avLst>
              <a:gd name="adj" fmla="val 50000"/>
            </a:avLst>
          </a:prstGeom>
          <a:solidFill xmlns:a="http://schemas.openxmlformats.org/drawingml/2006/main">
            <a:srgbClr val="218D73"/>
          </a:solidFill>
          <a:ln xmlns:a="http://schemas.openxmlformats.org/drawingml/2006/main" w="0">
            <a:noFill/>
            <a:prstDash val="solid"/>
          </a:ln>
        </p:spPr>
        <p:txBody>
          <a:bodyPr xmlns:a="http://schemas.openxmlformats.org/drawingml/2006/main">
            <a:normAutofit fontScale="68506" lnSpcReduction="20000"/>
          </a:bodyPr>
          <a:lstStyle xmlns:a="http://schemas.openxmlformats.org/drawingml/2006/main">
            <a:defPPr algn="ctr">
              <a:defRPr sz="900" b="1">
                <a:solidFill>
                  <a:srgbClr val="FFFFFF"/>
                </a:solidFill>
                <a:latin typeface="Arial"/>
                <a:ea typeface="Arial"/>
                <a:cs typeface="Arial"/>
              </a:defRPr>
            </a:defPPr>
            <a:lvl1pPr algn="ctr">
              <a:defRPr sz="900" b="1">
                <a:solidFill>
                  <a:srgbClr val="FFFFFF"/>
                </a:solidFill>
                <a:latin typeface="Arial"/>
                <a:ea typeface="Arial"/>
                <a:cs typeface="Arial"/>
              </a:defRPr>
            </a:lvl1pPr>
            <a:lvl2pPr algn="ctr">
              <a:defRPr sz="900" b="1">
                <a:solidFill>
                  <a:srgbClr val="FFFFFF"/>
                </a:solidFill>
                <a:latin typeface="Arial"/>
                <a:ea typeface="Arial"/>
                <a:cs typeface="Arial"/>
              </a:defRPr>
            </a:lvl2pPr>
            <a:lvl3pPr algn="ctr">
              <a:defRPr sz="900" b="1">
                <a:solidFill>
                  <a:srgbClr val="FFFFFF"/>
                </a:solidFill>
                <a:latin typeface="Arial"/>
                <a:ea typeface="Arial"/>
                <a:cs typeface="Arial"/>
              </a:defRPr>
            </a:lvl3pPr>
            <a:lvl4pPr algn="ctr">
              <a:defRPr sz="900" b="1">
                <a:solidFill>
                  <a:srgbClr val="FFFFFF"/>
                </a:solidFill>
                <a:latin typeface="Arial"/>
                <a:ea typeface="Arial"/>
                <a:cs typeface="Arial"/>
              </a:defRPr>
            </a:lvl4pPr>
            <a:lvl5pPr algn="ctr">
              <a:defRPr sz="900" b="1">
                <a:solidFill>
                  <a:srgbClr val="FFFFFF"/>
                </a:solidFill>
                <a:latin typeface="Arial"/>
                <a:ea typeface="Arial"/>
                <a:cs typeface="Arial"/>
              </a:defRPr>
            </a:lvl5pPr>
            <a:lvl6pPr algn="ctr">
              <a:defRPr sz="900" b="1">
                <a:solidFill>
                  <a:srgbClr val="FFFFFF"/>
                </a:solidFill>
                <a:latin typeface="Arial"/>
                <a:ea typeface="Arial"/>
                <a:cs typeface="Arial"/>
              </a:defRPr>
            </a:lvl6pPr>
            <a:lvl7pPr algn="ctr">
              <a:defRPr sz="900" b="1">
                <a:solidFill>
                  <a:srgbClr val="FFFFFF"/>
                </a:solidFill>
                <a:latin typeface="Arial"/>
                <a:ea typeface="Arial"/>
                <a:cs typeface="Arial"/>
              </a:defRPr>
            </a:lvl7pPr>
            <a:lvl8pPr algn="ctr">
              <a:defRPr sz="900" b="1">
                <a:solidFill>
                  <a:srgbClr val="FFFFFF"/>
                </a:solidFill>
                <a:latin typeface="Arial"/>
                <a:ea typeface="Arial"/>
                <a:cs typeface="Arial"/>
              </a:defRPr>
            </a:lvl8pPr>
            <a:lvl9pPr algn="ctr">
              <a:defRPr sz="900" b="1">
                <a:solidFill>
                  <a:srgbClr val="FFFFFF"/>
                </a:solidFill>
                <a:latin typeface="Arial"/>
                <a:ea typeface="Arial"/>
                <a:cs typeface="Arial"/>
              </a:defRPr>
            </a:lvl9pPr>
          </a:lstStyle>
          <a:p xmlns:a="http://schemas.openxmlformats.org/drawingml/2006/main">
            <a:pPr algn="ctr">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8" name="Rectangle: Rounded Corners 7">
            <a:extLst xmlns:a="http://schemas.openxmlformats.org/drawingml/2006/main">
              <a:ext uri="{FF2B5EF4-FFF2-40B4-BE49-F238E27FC236}">
                <a16:creationId xmlns:a16="http://schemas.microsoft.com/office/drawing/2014/main" id="{51DAF576-21B7-490F-873F-FC63321C408C}"/>
              </a:ext>
            </a:extLst>
          </p:cNvPr>
          <p:cNvSpPr>
            <a:spLocks xmlns:a="http://schemas.openxmlformats.org/drawingml/2006/main" noGrp="1"/>
          </p:cNvSpPr>
          <p:nvPr/>
        </p:nvSpPr>
        <p:spPr>
          <a:xfrm xmlns:a="http://schemas.openxmlformats.org/drawingml/2006/main">
            <a:off x="457200" y="2647950"/>
            <a:ext cx="1809750" cy="1181100"/>
          </a:xfrm>
          <a:prstGeom xmlns:a="http://schemas.openxmlformats.org/drawingml/2006/main" prst="roundRect">
            <a:avLst>
              <a:gd name="adj" fmla="val 9677"/>
            </a:avLst>
          </a:prstGeom>
          <a:solidFill xmlns:a="http://schemas.openxmlformats.org/drawingml/2006/main">
            <a:srgbClr val="FFF3DB"/>
          </a:solidFill>
          <a:ln xmlns:a="http://schemas.openxmlformats.org/drawingml/2006/main" w="9525">
            <a:solidFill>
              <a:srgbClr val="D7E5DF"/>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D32FC419-EF8E-4FA5-B8BE-5BB21D31ED8D}"/>
              </a:ext>
            </a:extLst>
          </p:cNvPr>
          <p:cNvSpPr>
            <a:spLocks xmlns:a="http://schemas.openxmlformats.org/drawingml/2006/main" noGrp="1"/>
          </p:cNvSpPr>
          <p:nvPr/>
        </p:nvSpPr>
        <p:spPr>
          <a:xfrm xmlns:a="http://schemas.openxmlformats.org/drawingml/2006/main">
            <a:off x="571500" y="2771775"/>
            <a:ext cx="15811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686" lnSpcReduction="20000"/>
          </a:bodyPr>
          <a:lstStyle xmlns:a="http://schemas.openxmlformats.org/drawingml/2006/main">
            <a:defPPr algn="ctr">
              <a:defRPr sz="1275" b="1">
                <a:solidFill>
                  <a:srgbClr val="123C52"/>
                </a:solidFill>
                <a:latin typeface="Arial"/>
                <a:ea typeface="Arial"/>
                <a:cs typeface="Arial"/>
              </a:defRPr>
            </a:defPPr>
            <a:lvl1pPr algn="ctr">
              <a:defRPr sz="1275" b="1">
                <a:solidFill>
                  <a:srgbClr val="123C52"/>
                </a:solidFill>
                <a:latin typeface="Arial"/>
                <a:ea typeface="Arial"/>
                <a:cs typeface="Arial"/>
              </a:defRPr>
            </a:lvl1pPr>
            <a:lvl2pPr algn="ctr">
              <a:defRPr sz="1275" b="1">
                <a:solidFill>
                  <a:srgbClr val="123C52"/>
                </a:solidFill>
                <a:latin typeface="Arial"/>
                <a:ea typeface="Arial"/>
                <a:cs typeface="Arial"/>
              </a:defRPr>
            </a:lvl2pPr>
            <a:lvl3pPr algn="ctr">
              <a:defRPr sz="1275" b="1">
                <a:solidFill>
                  <a:srgbClr val="123C52"/>
                </a:solidFill>
                <a:latin typeface="Arial"/>
                <a:ea typeface="Arial"/>
                <a:cs typeface="Arial"/>
              </a:defRPr>
            </a:lvl3pPr>
            <a:lvl4pPr algn="ctr">
              <a:defRPr sz="1275" b="1">
                <a:solidFill>
                  <a:srgbClr val="123C52"/>
                </a:solidFill>
                <a:latin typeface="Arial"/>
                <a:ea typeface="Arial"/>
                <a:cs typeface="Arial"/>
              </a:defRPr>
            </a:lvl4pPr>
            <a:lvl5pPr algn="ctr">
              <a:defRPr sz="1275" b="1">
                <a:solidFill>
                  <a:srgbClr val="123C52"/>
                </a:solidFill>
                <a:latin typeface="Arial"/>
                <a:ea typeface="Arial"/>
                <a:cs typeface="Arial"/>
              </a:defRPr>
            </a:lvl5pPr>
            <a:lvl6pPr algn="ctr">
              <a:defRPr sz="1275" b="1">
                <a:solidFill>
                  <a:srgbClr val="123C52"/>
                </a:solidFill>
                <a:latin typeface="Arial"/>
                <a:ea typeface="Arial"/>
                <a:cs typeface="Arial"/>
              </a:defRPr>
            </a:lvl6pPr>
            <a:lvl7pPr algn="ctr">
              <a:defRPr sz="1275" b="1">
                <a:solidFill>
                  <a:srgbClr val="123C52"/>
                </a:solidFill>
                <a:latin typeface="Arial"/>
                <a:ea typeface="Arial"/>
                <a:cs typeface="Arial"/>
              </a:defRPr>
            </a:lvl7pPr>
            <a:lvl8pPr algn="ctr">
              <a:defRPr sz="1275" b="1">
                <a:solidFill>
                  <a:srgbClr val="123C52"/>
                </a:solidFill>
                <a:latin typeface="Arial"/>
                <a:ea typeface="Arial"/>
                <a:cs typeface="Arial"/>
              </a:defRPr>
            </a:lvl8pPr>
            <a:lvl9pPr algn="ctr">
              <a:defRPr sz="1275" b="1">
                <a:solidFill>
                  <a:srgbClr val="123C52"/>
                </a:solidFill>
                <a:latin typeface="Arial"/>
                <a:ea typeface="Arial"/>
                <a:cs typeface="Arial"/>
              </a:defRPr>
            </a:lvl9pPr>
          </a:lstStyle>
          <a:p xmlns:a="http://schemas.openxmlformats.org/drawingml/2006/main">
            <a:pPr algn="ctr">
              <a:buNone/>
              <a:defRPr sz="1275" b="1">
                <a:solidFill>
                  <a:srgbClr val="123C52"/>
                </a:solidFill>
                <a:latin typeface="Arial"/>
                <a:ea typeface="Arial"/>
                <a:cs typeface="Arial"/>
              </a:defRPr>
            </a:pPr>
            <a:r>
              <a:rPr sz="1275" b="1">
                <a:solidFill>
                  <a:srgbClr val="123C52"/>
                </a:solidFill>
                <a:latin typeface="Arial"/>
                <a:ea typeface="Arial"/>
                <a:cs typeface="Arial"/>
              </a:rPr>
              <a:t>Ghi vào outbox</a:t>
            </a:r>
          </a:p>
        </p:txBody>
      </p:sp>
      <p:sp>
        <p:nvSpPr>
          <p:cNvPr id="10" name="Rectangle 9">
            <a:extLst xmlns:a="http://schemas.openxmlformats.org/drawingml/2006/main">
              <a:ext uri="{FF2B5EF4-FFF2-40B4-BE49-F238E27FC236}">
                <a16:creationId xmlns:a16="http://schemas.microsoft.com/office/drawing/2014/main" id="{C3EA5B14-0D56-46C7-A067-0D3702AD9646}"/>
              </a:ext>
            </a:extLst>
          </p:cNvPr>
          <p:cNvSpPr>
            <a:spLocks xmlns:a="http://schemas.openxmlformats.org/drawingml/2006/main" noGrp="1"/>
          </p:cNvSpPr>
          <p:nvPr/>
        </p:nvSpPr>
        <p:spPr>
          <a:xfrm xmlns:a="http://schemas.openxmlformats.org/drawingml/2006/main">
            <a:off x="552450" y="3038475"/>
            <a:ext cx="16192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lgn="ctr">
              <a:defRPr sz="900" b="0">
                <a:solidFill>
                  <a:srgbClr val="5E746D"/>
                </a:solidFill>
                <a:latin typeface="Arial"/>
                <a:ea typeface="Arial"/>
                <a:cs typeface="Arial"/>
              </a:defRPr>
            </a:defPPr>
            <a:lvl1pPr algn="ctr">
              <a:defRPr sz="900" b="0">
                <a:solidFill>
                  <a:srgbClr val="5E746D"/>
                </a:solidFill>
                <a:latin typeface="Arial"/>
                <a:ea typeface="Arial"/>
                <a:cs typeface="Arial"/>
              </a:defRPr>
            </a:lvl1pPr>
            <a:lvl2pPr algn="ctr">
              <a:defRPr sz="900" b="0">
                <a:solidFill>
                  <a:srgbClr val="5E746D"/>
                </a:solidFill>
                <a:latin typeface="Arial"/>
                <a:ea typeface="Arial"/>
                <a:cs typeface="Arial"/>
              </a:defRPr>
            </a:lvl2pPr>
            <a:lvl3pPr algn="ctr">
              <a:defRPr sz="900" b="0">
                <a:solidFill>
                  <a:srgbClr val="5E746D"/>
                </a:solidFill>
                <a:latin typeface="Arial"/>
                <a:ea typeface="Arial"/>
                <a:cs typeface="Arial"/>
              </a:defRPr>
            </a:lvl3pPr>
            <a:lvl4pPr algn="ctr">
              <a:defRPr sz="900" b="0">
                <a:solidFill>
                  <a:srgbClr val="5E746D"/>
                </a:solidFill>
                <a:latin typeface="Arial"/>
                <a:ea typeface="Arial"/>
                <a:cs typeface="Arial"/>
              </a:defRPr>
            </a:lvl4pPr>
            <a:lvl5pPr algn="ctr">
              <a:defRPr sz="900" b="0">
                <a:solidFill>
                  <a:srgbClr val="5E746D"/>
                </a:solidFill>
                <a:latin typeface="Arial"/>
                <a:ea typeface="Arial"/>
                <a:cs typeface="Arial"/>
              </a:defRPr>
            </a:lvl5pPr>
            <a:lvl6pPr algn="ctr">
              <a:defRPr sz="900" b="0">
                <a:solidFill>
                  <a:srgbClr val="5E746D"/>
                </a:solidFill>
                <a:latin typeface="Arial"/>
                <a:ea typeface="Arial"/>
                <a:cs typeface="Arial"/>
              </a:defRPr>
            </a:lvl6pPr>
            <a:lvl7pPr algn="ctr">
              <a:defRPr sz="900" b="0">
                <a:solidFill>
                  <a:srgbClr val="5E746D"/>
                </a:solidFill>
                <a:latin typeface="Arial"/>
                <a:ea typeface="Arial"/>
                <a:cs typeface="Arial"/>
              </a:defRPr>
            </a:lvl7pPr>
            <a:lvl8pPr algn="ctr">
              <a:defRPr sz="900" b="0">
                <a:solidFill>
                  <a:srgbClr val="5E746D"/>
                </a:solidFill>
                <a:latin typeface="Arial"/>
                <a:ea typeface="Arial"/>
                <a:cs typeface="Arial"/>
              </a:defRPr>
            </a:lvl8pPr>
            <a:lvl9pPr algn="ctr">
              <a:defRPr sz="900" b="0">
                <a:solidFill>
                  <a:srgbClr val="5E746D"/>
                </a:solidFill>
                <a:latin typeface="Arial"/>
                <a:ea typeface="Arial"/>
                <a:cs typeface="Arial"/>
              </a:defRPr>
            </a:lvl9pPr>
          </a:lstStyle>
          <a:p xmlns:a="http://schemas.openxmlformats.org/drawingml/2006/main">
            <a:pPr algn="ctr">
              <a:buNone/>
              <a:defRPr sz="900" b="0">
                <a:solidFill>
                  <a:srgbClr val="5E746D"/>
                </a:solidFill>
                <a:latin typeface="Arial"/>
                <a:ea typeface="Arial"/>
                <a:cs typeface="Arial"/>
              </a:defRPr>
            </a:pPr>
            <a:r>
              <a:rPr sz="900" b="0">
                <a:solidFill>
                  <a:srgbClr val="5E746D"/>
                </a:solidFill>
                <a:latin typeface="Arial"/>
                <a:ea typeface="Arial"/>
                <a:cs typeface="Arial"/>
              </a:rPr>
              <a:t>Lưu payload, UUID, generation, lý do; sent = 0</a:t>
            </a:r>
          </a:p>
        </p:txBody>
      </p:sp>
      <p:sp>
        <p:nvSpPr>
          <p:cNvPr id="11" name="Arrow: Right 10">
            <a:extLst xmlns:a="http://schemas.openxmlformats.org/drawingml/2006/main">
              <a:ext uri="{FF2B5EF4-FFF2-40B4-BE49-F238E27FC236}">
                <a16:creationId xmlns:a16="http://schemas.microsoft.com/office/drawing/2014/main" id="{88F5CCAD-D6FE-4F33-A322-3167F4C20C95}"/>
              </a:ext>
            </a:extLst>
          </p:cNvPr>
          <p:cNvSpPr>
            <a:spLocks xmlns:a="http://schemas.openxmlformats.org/drawingml/2006/main" noGrp="1"/>
          </p:cNvSpPr>
          <p:nvPr/>
        </p:nvSpPr>
        <p:spPr>
          <a:xfrm xmlns:a="http://schemas.openxmlformats.org/drawingml/2006/main">
            <a:off x="2305050" y="3114675"/>
            <a:ext cx="400050" cy="247650"/>
          </a:xfrm>
          <a:prstGeom xmlns:a="http://schemas.openxmlformats.org/drawingml/2006/main" prst="rightArrow">
            <a:avLst/>
          </a:prstGeom>
          <a:solidFill xmlns:a="http://schemas.openxmlformats.org/drawingml/2006/main">
            <a:srgbClr val="80D7B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Rectangle: Rounded Corners 11">
            <a:extLst xmlns:a="http://schemas.openxmlformats.org/drawingml/2006/main">
              <a:ext uri="{FF2B5EF4-FFF2-40B4-BE49-F238E27FC236}">
                <a16:creationId xmlns:a16="http://schemas.microsoft.com/office/drawing/2014/main" id="{FBA98B26-F4DB-4031-AC40-179321A1F641}"/>
              </a:ext>
            </a:extLst>
          </p:cNvPr>
          <p:cNvSpPr>
            <a:spLocks xmlns:a="http://schemas.openxmlformats.org/drawingml/2006/main" noGrp="1"/>
          </p:cNvSpPr>
          <p:nvPr/>
        </p:nvSpPr>
        <p:spPr>
          <a:xfrm xmlns:a="http://schemas.openxmlformats.org/drawingml/2006/main">
            <a:off x="2781300" y="2266950"/>
            <a:ext cx="419100" cy="247650"/>
          </a:xfrm>
          <a:prstGeom xmlns:a="http://schemas.openxmlformats.org/drawingml/2006/main" prst="roundRect">
            <a:avLst>
              <a:gd name="adj" fmla="val 50000"/>
            </a:avLst>
          </a:prstGeom>
          <a:solidFill xmlns:a="http://schemas.openxmlformats.org/drawingml/2006/main">
            <a:srgbClr val="218D73"/>
          </a:solidFill>
          <a:ln xmlns:a="http://schemas.openxmlformats.org/drawingml/2006/main" w="0">
            <a:noFill/>
            <a:prstDash val="solid"/>
          </a:ln>
        </p:spPr>
        <p:txBody>
          <a:bodyPr xmlns:a="http://schemas.openxmlformats.org/drawingml/2006/main">
            <a:normAutofit fontScale="68506" lnSpcReduction="20000"/>
          </a:bodyPr>
          <a:lstStyle xmlns:a="http://schemas.openxmlformats.org/drawingml/2006/main">
            <a:defPPr algn="ctr">
              <a:defRPr sz="900" b="1">
                <a:solidFill>
                  <a:srgbClr val="FFFFFF"/>
                </a:solidFill>
                <a:latin typeface="Arial"/>
                <a:ea typeface="Arial"/>
                <a:cs typeface="Arial"/>
              </a:defRPr>
            </a:defPPr>
            <a:lvl1pPr algn="ctr">
              <a:defRPr sz="900" b="1">
                <a:solidFill>
                  <a:srgbClr val="FFFFFF"/>
                </a:solidFill>
                <a:latin typeface="Arial"/>
                <a:ea typeface="Arial"/>
                <a:cs typeface="Arial"/>
              </a:defRPr>
            </a:lvl1pPr>
            <a:lvl2pPr algn="ctr">
              <a:defRPr sz="900" b="1">
                <a:solidFill>
                  <a:srgbClr val="FFFFFF"/>
                </a:solidFill>
                <a:latin typeface="Arial"/>
                <a:ea typeface="Arial"/>
                <a:cs typeface="Arial"/>
              </a:defRPr>
            </a:lvl2pPr>
            <a:lvl3pPr algn="ctr">
              <a:defRPr sz="900" b="1">
                <a:solidFill>
                  <a:srgbClr val="FFFFFF"/>
                </a:solidFill>
                <a:latin typeface="Arial"/>
                <a:ea typeface="Arial"/>
                <a:cs typeface="Arial"/>
              </a:defRPr>
            </a:lvl3pPr>
            <a:lvl4pPr algn="ctr">
              <a:defRPr sz="900" b="1">
                <a:solidFill>
                  <a:srgbClr val="FFFFFF"/>
                </a:solidFill>
                <a:latin typeface="Arial"/>
                <a:ea typeface="Arial"/>
                <a:cs typeface="Arial"/>
              </a:defRPr>
            </a:lvl4pPr>
            <a:lvl5pPr algn="ctr">
              <a:defRPr sz="900" b="1">
                <a:solidFill>
                  <a:srgbClr val="FFFFFF"/>
                </a:solidFill>
                <a:latin typeface="Arial"/>
                <a:ea typeface="Arial"/>
                <a:cs typeface="Arial"/>
              </a:defRPr>
            </a:lvl5pPr>
            <a:lvl6pPr algn="ctr">
              <a:defRPr sz="900" b="1">
                <a:solidFill>
                  <a:srgbClr val="FFFFFF"/>
                </a:solidFill>
                <a:latin typeface="Arial"/>
                <a:ea typeface="Arial"/>
                <a:cs typeface="Arial"/>
              </a:defRPr>
            </a:lvl6pPr>
            <a:lvl7pPr algn="ctr">
              <a:defRPr sz="900" b="1">
                <a:solidFill>
                  <a:srgbClr val="FFFFFF"/>
                </a:solidFill>
                <a:latin typeface="Arial"/>
                <a:ea typeface="Arial"/>
                <a:cs typeface="Arial"/>
              </a:defRPr>
            </a:lvl7pPr>
            <a:lvl8pPr algn="ctr">
              <a:defRPr sz="900" b="1">
                <a:solidFill>
                  <a:srgbClr val="FFFFFF"/>
                </a:solidFill>
                <a:latin typeface="Arial"/>
                <a:ea typeface="Arial"/>
                <a:cs typeface="Arial"/>
              </a:defRPr>
            </a:lvl8pPr>
            <a:lvl9pPr algn="ctr">
              <a:defRPr sz="900" b="1">
                <a:solidFill>
                  <a:srgbClr val="FFFFFF"/>
                </a:solidFill>
                <a:latin typeface="Arial"/>
                <a:ea typeface="Arial"/>
                <a:cs typeface="Arial"/>
              </a:defRPr>
            </a:lvl9pPr>
          </a:lstStyle>
          <a:p xmlns:a="http://schemas.openxmlformats.org/drawingml/2006/main">
            <a:pPr algn="ctr">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13" name="Rectangle: Rounded Corners 12">
            <a:extLst xmlns:a="http://schemas.openxmlformats.org/drawingml/2006/main">
              <a:ext uri="{FF2B5EF4-FFF2-40B4-BE49-F238E27FC236}">
                <a16:creationId xmlns:a16="http://schemas.microsoft.com/office/drawing/2014/main" id="{5BA8EA74-936A-451B-867A-EEF9353A86A5}"/>
              </a:ext>
            </a:extLst>
          </p:cNvPr>
          <p:cNvSpPr>
            <a:spLocks xmlns:a="http://schemas.openxmlformats.org/drawingml/2006/main" noGrp="1"/>
          </p:cNvSpPr>
          <p:nvPr/>
        </p:nvSpPr>
        <p:spPr>
          <a:xfrm xmlns:a="http://schemas.openxmlformats.org/drawingml/2006/main">
            <a:off x="2781300" y="2647950"/>
            <a:ext cx="1809750" cy="1181100"/>
          </a:xfrm>
          <a:prstGeom xmlns:a="http://schemas.openxmlformats.org/drawingml/2006/main" prst="roundRect">
            <a:avLst>
              <a:gd name="adj" fmla="val 9677"/>
            </a:avLst>
          </a:prstGeom>
          <a:solidFill xmlns:a="http://schemas.openxmlformats.org/drawingml/2006/main">
            <a:srgbClr val="EAF6F1"/>
          </a:solidFill>
          <a:ln xmlns:a="http://schemas.openxmlformats.org/drawingml/2006/main" w="9525">
            <a:solidFill>
              <a:srgbClr val="D7E5DF"/>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E17915F7-104E-4CA8-9740-F76902107878}"/>
              </a:ext>
            </a:extLst>
          </p:cNvPr>
          <p:cNvSpPr>
            <a:spLocks xmlns:a="http://schemas.openxmlformats.org/drawingml/2006/main" noGrp="1"/>
          </p:cNvSpPr>
          <p:nvPr/>
        </p:nvSpPr>
        <p:spPr>
          <a:xfrm xmlns:a="http://schemas.openxmlformats.org/drawingml/2006/main">
            <a:off x="2895600" y="2771775"/>
            <a:ext cx="15811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686" lnSpcReduction="20000"/>
          </a:bodyPr>
          <a:lstStyle xmlns:a="http://schemas.openxmlformats.org/drawingml/2006/main">
            <a:defPPr algn="ctr">
              <a:defRPr sz="1275" b="1">
                <a:solidFill>
                  <a:srgbClr val="123C52"/>
                </a:solidFill>
                <a:latin typeface="Arial"/>
                <a:ea typeface="Arial"/>
                <a:cs typeface="Arial"/>
              </a:defRPr>
            </a:defPPr>
            <a:lvl1pPr algn="ctr">
              <a:defRPr sz="1275" b="1">
                <a:solidFill>
                  <a:srgbClr val="123C52"/>
                </a:solidFill>
                <a:latin typeface="Arial"/>
                <a:ea typeface="Arial"/>
                <a:cs typeface="Arial"/>
              </a:defRPr>
            </a:lvl1pPr>
            <a:lvl2pPr algn="ctr">
              <a:defRPr sz="1275" b="1">
                <a:solidFill>
                  <a:srgbClr val="123C52"/>
                </a:solidFill>
                <a:latin typeface="Arial"/>
                <a:ea typeface="Arial"/>
                <a:cs typeface="Arial"/>
              </a:defRPr>
            </a:lvl2pPr>
            <a:lvl3pPr algn="ctr">
              <a:defRPr sz="1275" b="1">
                <a:solidFill>
                  <a:srgbClr val="123C52"/>
                </a:solidFill>
                <a:latin typeface="Arial"/>
                <a:ea typeface="Arial"/>
                <a:cs typeface="Arial"/>
              </a:defRPr>
            </a:lvl3pPr>
            <a:lvl4pPr algn="ctr">
              <a:defRPr sz="1275" b="1">
                <a:solidFill>
                  <a:srgbClr val="123C52"/>
                </a:solidFill>
                <a:latin typeface="Arial"/>
                <a:ea typeface="Arial"/>
                <a:cs typeface="Arial"/>
              </a:defRPr>
            </a:lvl4pPr>
            <a:lvl5pPr algn="ctr">
              <a:defRPr sz="1275" b="1">
                <a:solidFill>
                  <a:srgbClr val="123C52"/>
                </a:solidFill>
                <a:latin typeface="Arial"/>
                <a:ea typeface="Arial"/>
                <a:cs typeface="Arial"/>
              </a:defRPr>
            </a:lvl5pPr>
            <a:lvl6pPr algn="ctr">
              <a:defRPr sz="1275" b="1">
                <a:solidFill>
                  <a:srgbClr val="123C52"/>
                </a:solidFill>
                <a:latin typeface="Arial"/>
                <a:ea typeface="Arial"/>
                <a:cs typeface="Arial"/>
              </a:defRPr>
            </a:lvl6pPr>
            <a:lvl7pPr algn="ctr">
              <a:defRPr sz="1275" b="1">
                <a:solidFill>
                  <a:srgbClr val="123C52"/>
                </a:solidFill>
                <a:latin typeface="Arial"/>
                <a:ea typeface="Arial"/>
                <a:cs typeface="Arial"/>
              </a:defRPr>
            </a:lvl7pPr>
            <a:lvl8pPr algn="ctr">
              <a:defRPr sz="1275" b="1">
                <a:solidFill>
                  <a:srgbClr val="123C52"/>
                </a:solidFill>
                <a:latin typeface="Arial"/>
                <a:ea typeface="Arial"/>
                <a:cs typeface="Arial"/>
              </a:defRPr>
            </a:lvl8pPr>
            <a:lvl9pPr algn="ctr">
              <a:defRPr sz="1275" b="1">
                <a:solidFill>
                  <a:srgbClr val="123C52"/>
                </a:solidFill>
                <a:latin typeface="Arial"/>
                <a:ea typeface="Arial"/>
                <a:cs typeface="Arial"/>
              </a:defRPr>
            </a:lvl9pPr>
          </a:lstStyle>
          <a:p xmlns:a="http://schemas.openxmlformats.org/drawingml/2006/main">
            <a:pPr algn="ctr">
              <a:buNone/>
              <a:defRPr sz="1275" b="1">
                <a:solidFill>
                  <a:srgbClr val="123C52"/>
                </a:solidFill>
                <a:latin typeface="Arial"/>
                <a:ea typeface="Arial"/>
                <a:cs typeface="Arial"/>
              </a:defRPr>
            </a:pPr>
            <a:r>
              <a:rPr sz="1275" b="1">
                <a:solidFill>
                  <a:srgbClr val="123C52"/>
                </a:solidFill>
                <a:latin typeface="Arial"/>
                <a:ea typeface="Arial"/>
                <a:cs typeface="Arial"/>
              </a:rPr>
              <a:t>Đồng bộ trạng thái xóa</a:t>
            </a:r>
          </a:p>
        </p:txBody>
      </p:sp>
      <p:sp>
        <p:nvSpPr>
          <p:cNvPr id="15" name="Rectangle 14">
            <a:extLst xmlns:a="http://schemas.openxmlformats.org/drawingml/2006/main">
              <a:ext uri="{FF2B5EF4-FFF2-40B4-BE49-F238E27FC236}">
                <a16:creationId xmlns:a16="http://schemas.microsoft.com/office/drawing/2014/main" id="{2859E65B-A070-48F3-B91B-E59B956CC9D3}"/>
              </a:ext>
            </a:extLst>
          </p:cNvPr>
          <p:cNvSpPr>
            <a:spLocks xmlns:a="http://schemas.openxmlformats.org/drawingml/2006/main" noGrp="1"/>
          </p:cNvSpPr>
          <p:nvPr/>
        </p:nvSpPr>
        <p:spPr>
          <a:xfrm xmlns:a="http://schemas.openxmlformats.org/drawingml/2006/main">
            <a:off x="2876550" y="3038475"/>
            <a:ext cx="16192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lgn="ctr">
              <a:defRPr sz="900" b="0">
                <a:solidFill>
                  <a:srgbClr val="5E746D"/>
                </a:solidFill>
                <a:latin typeface="Arial"/>
                <a:ea typeface="Arial"/>
                <a:cs typeface="Arial"/>
              </a:defRPr>
            </a:defPPr>
            <a:lvl1pPr algn="ctr">
              <a:defRPr sz="900" b="0">
                <a:solidFill>
                  <a:srgbClr val="5E746D"/>
                </a:solidFill>
                <a:latin typeface="Arial"/>
                <a:ea typeface="Arial"/>
                <a:cs typeface="Arial"/>
              </a:defRPr>
            </a:lvl1pPr>
            <a:lvl2pPr algn="ctr">
              <a:defRPr sz="900" b="0">
                <a:solidFill>
                  <a:srgbClr val="5E746D"/>
                </a:solidFill>
                <a:latin typeface="Arial"/>
                <a:ea typeface="Arial"/>
                <a:cs typeface="Arial"/>
              </a:defRPr>
            </a:lvl2pPr>
            <a:lvl3pPr algn="ctr">
              <a:defRPr sz="900" b="0">
                <a:solidFill>
                  <a:srgbClr val="5E746D"/>
                </a:solidFill>
                <a:latin typeface="Arial"/>
                <a:ea typeface="Arial"/>
                <a:cs typeface="Arial"/>
              </a:defRPr>
            </a:lvl3pPr>
            <a:lvl4pPr algn="ctr">
              <a:defRPr sz="900" b="0">
                <a:solidFill>
                  <a:srgbClr val="5E746D"/>
                </a:solidFill>
                <a:latin typeface="Arial"/>
                <a:ea typeface="Arial"/>
                <a:cs typeface="Arial"/>
              </a:defRPr>
            </a:lvl4pPr>
            <a:lvl5pPr algn="ctr">
              <a:defRPr sz="900" b="0">
                <a:solidFill>
                  <a:srgbClr val="5E746D"/>
                </a:solidFill>
                <a:latin typeface="Arial"/>
                <a:ea typeface="Arial"/>
                <a:cs typeface="Arial"/>
              </a:defRPr>
            </a:lvl5pPr>
            <a:lvl6pPr algn="ctr">
              <a:defRPr sz="900" b="0">
                <a:solidFill>
                  <a:srgbClr val="5E746D"/>
                </a:solidFill>
                <a:latin typeface="Arial"/>
                <a:ea typeface="Arial"/>
                <a:cs typeface="Arial"/>
              </a:defRPr>
            </a:lvl6pPr>
            <a:lvl7pPr algn="ctr">
              <a:defRPr sz="900" b="0">
                <a:solidFill>
                  <a:srgbClr val="5E746D"/>
                </a:solidFill>
                <a:latin typeface="Arial"/>
                <a:ea typeface="Arial"/>
                <a:cs typeface="Arial"/>
              </a:defRPr>
            </a:lvl7pPr>
            <a:lvl8pPr algn="ctr">
              <a:defRPr sz="900" b="0">
                <a:solidFill>
                  <a:srgbClr val="5E746D"/>
                </a:solidFill>
                <a:latin typeface="Arial"/>
                <a:ea typeface="Arial"/>
                <a:cs typeface="Arial"/>
              </a:defRPr>
            </a:lvl8pPr>
            <a:lvl9pPr algn="ctr">
              <a:defRPr sz="900" b="0">
                <a:solidFill>
                  <a:srgbClr val="5E746D"/>
                </a:solidFill>
                <a:latin typeface="Arial"/>
                <a:ea typeface="Arial"/>
                <a:cs typeface="Arial"/>
              </a:defRPr>
            </a:lvl9pPr>
          </a:lstStyle>
          <a:p xmlns:a="http://schemas.openxmlformats.org/drawingml/2006/main">
            <a:pPr algn="ctr">
              <a:buNone/>
              <a:defRPr sz="900" b="0">
                <a:solidFill>
                  <a:srgbClr val="5E746D"/>
                </a:solidFill>
                <a:latin typeface="Arial"/>
                <a:ea typeface="Arial"/>
                <a:cs typeface="Arial"/>
              </a:defRPr>
            </a:pPr>
            <a:r>
              <a:rPr sz="900" b="0">
                <a:solidFill>
                  <a:srgbClr val="5E746D"/>
                </a:solidFill>
                <a:latin typeface="Arial"/>
                <a:ea typeface="Arial"/>
                <a:cs typeface="Arial"/>
              </a:rPr>
              <a:t>GET event-state để lấy generation hiện hành</a:t>
            </a:r>
          </a:p>
        </p:txBody>
      </p:sp>
      <p:sp>
        <p:nvSpPr>
          <p:cNvPr id="16" name="Arrow: Right 15">
            <a:extLst xmlns:a="http://schemas.openxmlformats.org/drawingml/2006/main">
              <a:ext uri="{FF2B5EF4-FFF2-40B4-BE49-F238E27FC236}">
                <a16:creationId xmlns:a16="http://schemas.microsoft.com/office/drawing/2014/main" id="{A8B4D843-CACE-4426-AC7C-36D7C5E92ADE}"/>
              </a:ext>
            </a:extLst>
          </p:cNvPr>
          <p:cNvSpPr>
            <a:spLocks xmlns:a="http://schemas.openxmlformats.org/drawingml/2006/main" noGrp="1"/>
          </p:cNvSpPr>
          <p:nvPr/>
        </p:nvSpPr>
        <p:spPr>
          <a:xfrm xmlns:a="http://schemas.openxmlformats.org/drawingml/2006/main">
            <a:off x="4629150" y="3114675"/>
            <a:ext cx="400050" cy="247650"/>
          </a:xfrm>
          <a:prstGeom xmlns:a="http://schemas.openxmlformats.org/drawingml/2006/main" prst="rightArrow">
            <a:avLst/>
          </a:prstGeom>
          <a:solidFill xmlns:a="http://schemas.openxmlformats.org/drawingml/2006/main">
            <a:srgbClr val="80D7B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7" name="Rectangle: Rounded Corners 16">
            <a:extLst xmlns:a="http://schemas.openxmlformats.org/drawingml/2006/main">
              <a:ext uri="{FF2B5EF4-FFF2-40B4-BE49-F238E27FC236}">
                <a16:creationId xmlns:a16="http://schemas.microsoft.com/office/drawing/2014/main" id="{8EE6B2D2-5F1A-4B50-8A8C-05E41B18B15D}"/>
              </a:ext>
            </a:extLst>
          </p:cNvPr>
          <p:cNvSpPr>
            <a:spLocks xmlns:a="http://schemas.openxmlformats.org/drawingml/2006/main" noGrp="1"/>
          </p:cNvSpPr>
          <p:nvPr/>
        </p:nvSpPr>
        <p:spPr>
          <a:xfrm xmlns:a="http://schemas.openxmlformats.org/drawingml/2006/main">
            <a:off x="5105400" y="2266950"/>
            <a:ext cx="419100" cy="247650"/>
          </a:xfrm>
          <a:prstGeom xmlns:a="http://schemas.openxmlformats.org/drawingml/2006/main" prst="roundRect">
            <a:avLst>
              <a:gd name="adj" fmla="val 50000"/>
            </a:avLst>
          </a:prstGeom>
          <a:solidFill xmlns:a="http://schemas.openxmlformats.org/drawingml/2006/main">
            <a:srgbClr val="218D73"/>
          </a:solidFill>
          <a:ln xmlns:a="http://schemas.openxmlformats.org/drawingml/2006/main" w="0">
            <a:noFill/>
            <a:prstDash val="solid"/>
          </a:ln>
        </p:spPr>
        <p:txBody>
          <a:bodyPr xmlns:a="http://schemas.openxmlformats.org/drawingml/2006/main">
            <a:normAutofit fontScale="68506" lnSpcReduction="20000"/>
          </a:bodyPr>
          <a:lstStyle xmlns:a="http://schemas.openxmlformats.org/drawingml/2006/main">
            <a:defPPr algn="ctr">
              <a:defRPr sz="900" b="1">
                <a:solidFill>
                  <a:srgbClr val="FFFFFF"/>
                </a:solidFill>
                <a:latin typeface="Arial"/>
                <a:ea typeface="Arial"/>
                <a:cs typeface="Arial"/>
              </a:defRPr>
            </a:defPPr>
            <a:lvl1pPr algn="ctr">
              <a:defRPr sz="900" b="1">
                <a:solidFill>
                  <a:srgbClr val="FFFFFF"/>
                </a:solidFill>
                <a:latin typeface="Arial"/>
                <a:ea typeface="Arial"/>
                <a:cs typeface="Arial"/>
              </a:defRPr>
            </a:lvl1pPr>
            <a:lvl2pPr algn="ctr">
              <a:defRPr sz="900" b="1">
                <a:solidFill>
                  <a:srgbClr val="FFFFFF"/>
                </a:solidFill>
                <a:latin typeface="Arial"/>
                <a:ea typeface="Arial"/>
                <a:cs typeface="Arial"/>
              </a:defRPr>
            </a:lvl2pPr>
            <a:lvl3pPr algn="ctr">
              <a:defRPr sz="900" b="1">
                <a:solidFill>
                  <a:srgbClr val="FFFFFF"/>
                </a:solidFill>
                <a:latin typeface="Arial"/>
                <a:ea typeface="Arial"/>
                <a:cs typeface="Arial"/>
              </a:defRPr>
            </a:lvl3pPr>
            <a:lvl4pPr algn="ctr">
              <a:defRPr sz="900" b="1">
                <a:solidFill>
                  <a:srgbClr val="FFFFFF"/>
                </a:solidFill>
                <a:latin typeface="Arial"/>
                <a:ea typeface="Arial"/>
                <a:cs typeface="Arial"/>
              </a:defRPr>
            </a:lvl4pPr>
            <a:lvl5pPr algn="ctr">
              <a:defRPr sz="900" b="1">
                <a:solidFill>
                  <a:srgbClr val="FFFFFF"/>
                </a:solidFill>
                <a:latin typeface="Arial"/>
                <a:ea typeface="Arial"/>
                <a:cs typeface="Arial"/>
              </a:defRPr>
            </a:lvl5pPr>
            <a:lvl6pPr algn="ctr">
              <a:defRPr sz="900" b="1">
                <a:solidFill>
                  <a:srgbClr val="FFFFFF"/>
                </a:solidFill>
                <a:latin typeface="Arial"/>
                <a:ea typeface="Arial"/>
                <a:cs typeface="Arial"/>
              </a:defRPr>
            </a:lvl6pPr>
            <a:lvl7pPr algn="ctr">
              <a:defRPr sz="900" b="1">
                <a:solidFill>
                  <a:srgbClr val="FFFFFF"/>
                </a:solidFill>
                <a:latin typeface="Arial"/>
                <a:ea typeface="Arial"/>
                <a:cs typeface="Arial"/>
              </a:defRPr>
            </a:lvl7pPr>
            <a:lvl8pPr algn="ctr">
              <a:defRPr sz="900" b="1">
                <a:solidFill>
                  <a:srgbClr val="FFFFFF"/>
                </a:solidFill>
                <a:latin typeface="Arial"/>
                <a:ea typeface="Arial"/>
                <a:cs typeface="Arial"/>
              </a:defRPr>
            </a:lvl8pPr>
            <a:lvl9pPr algn="ctr">
              <a:defRPr sz="900" b="1">
                <a:solidFill>
                  <a:srgbClr val="FFFFFF"/>
                </a:solidFill>
                <a:latin typeface="Arial"/>
                <a:ea typeface="Arial"/>
                <a:cs typeface="Arial"/>
              </a:defRPr>
            </a:lvl9pPr>
          </a:lstStyle>
          <a:p xmlns:a="http://schemas.openxmlformats.org/drawingml/2006/main">
            <a:pPr algn="ctr">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18" name="Rectangle: Rounded Corners 17">
            <a:extLst xmlns:a="http://schemas.openxmlformats.org/drawingml/2006/main">
              <a:ext uri="{FF2B5EF4-FFF2-40B4-BE49-F238E27FC236}">
                <a16:creationId xmlns:a16="http://schemas.microsoft.com/office/drawing/2014/main" id="{926DCBFD-1C0E-43FE-AAF5-18A948B2D510}"/>
              </a:ext>
            </a:extLst>
          </p:cNvPr>
          <p:cNvSpPr>
            <a:spLocks xmlns:a="http://schemas.openxmlformats.org/drawingml/2006/main" noGrp="1"/>
          </p:cNvSpPr>
          <p:nvPr/>
        </p:nvSpPr>
        <p:spPr>
          <a:xfrm xmlns:a="http://schemas.openxmlformats.org/drawingml/2006/main">
            <a:off x="5105400" y="2647950"/>
            <a:ext cx="1809750" cy="1181100"/>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9525">
            <a:solidFill>
              <a:srgbClr val="D7E5D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Rectangle 18">
            <a:extLst xmlns:a="http://schemas.openxmlformats.org/drawingml/2006/main">
              <a:ext uri="{FF2B5EF4-FFF2-40B4-BE49-F238E27FC236}">
                <a16:creationId xmlns:a16="http://schemas.microsoft.com/office/drawing/2014/main" id="{3C0F7ABA-889E-4D4E-97F3-E55E1D21A708}"/>
              </a:ext>
            </a:extLst>
          </p:cNvPr>
          <p:cNvSpPr>
            <a:spLocks xmlns:a="http://schemas.openxmlformats.org/drawingml/2006/main" noGrp="1"/>
          </p:cNvSpPr>
          <p:nvPr/>
        </p:nvSpPr>
        <p:spPr>
          <a:xfrm xmlns:a="http://schemas.openxmlformats.org/drawingml/2006/main">
            <a:off x="5219700" y="2771775"/>
            <a:ext cx="15811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686" lnSpcReduction="20000"/>
          </a:bodyPr>
          <a:lstStyle xmlns:a="http://schemas.openxmlformats.org/drawingml/2006/main">
            <a:defPPr algn="ctr">
              <a:defRPr sz="1275" b="1">
                <a:solidFill>
                  <a:srgbClr val="123C52"/>
                </a:solidFill>
                <a:latin typeface="Arial"/>
                <a:ea typeface="Arial"/>
                <a:cs typeface="Arial"/>
              </a:defRPr>
            </a:defPPr>
            <a:lvl1pPr algn="ctr">
              <a:defRPr sz="1275" b="1">
                <a:solidFill>
                  <a:srgbClr val="123C52"/>
                </a:solidFill>
                <a:latin typeface="Arial"/>
                <a:ea typeface="Arial"/>
                <a:cs typeface="Arial"/>
              </a:defRPr>
            </a:lvl1pPr>
            <a:lvl2pPr algn="ctr">
              <a:defRPr sz="1275" b="1">
                <a:solidFill>
                  <a:srgbClr val="123C52"/>
                </a:solidFill>
                <a:latin typeface="Arial"/>
                <a:ea typeface="Arial"/>
                <a:cs typeface="Arial"/>
              </a:defRPr>
            </a:lvl2pPr>
            <a:lvl3pPr algn="ctr">
              <a:defRPr sz="1275" b="1">
                <a:solidFill>
                  <a:srgbClr val="123C52"/>
                </a:solidFill>
                <a:latin typeface="Arial"/>
                <a:ea typeface="Arial"/>
                <a:cs typeface="Arial"/>
              </a:defRPr>
            </a:lvl3pPr>
            <a:lvl4pPr algn="ctr">
              <a:defRPr sz="1275" b="1">
                <a:solidFill>
                  <a:srgbClr val="123C52"/>
                </a:solidFill>
                <a:latin typeface="Arial"/>
                <a:ea typeface="Arial"/>
                <a:cs typeface="Arial"/>
              </a:defRPr>
            </a:lvl4pPr>
            <a:lvl5pPr algn="ctr">
              <a:defRPr sz="1275" b="1">
                <a:solidFill>
                  <a:srgbClr val="123C52"/>
                </a:solidFill>
                <a:latin typeface="Arial"/>
                <a:ea typeface="Arial"/>
                <a:cs typeface="Arial"/>
              </a:defRPr>
            </a:lvl5pPr>
            <a:lvl6pPr algn="ctr">
              <a:defRPr sz="1275" b="1">
                <a:solidFill>
                  <a:srgbClr val="123C52"/>
                </a:solidFill>
                <a:latin typeface="Arial"/>
                <a:ea typeface="Arial"/>
                <a:cs typeface="Arial"/>
              </a:defRPr>
            </a:lvl6pPr>
            <a:lvl7pPr algn="ctr">
              <a:defRPr sz="1275" b="1">
                <a:solidFill>
                  <a:srgbClr val="123C52"/>
                </a:solidFill>
                <a:latin typeface="Arial"/>
                <a:ea typeface="Arial"/>
                <a:cs typeface="Arial"/>
              </a:defRPr>
            </a:lvl7pPr>
            <a:lvl8pPr algn="ctr">
              <a:defRPr sz="1275" b="1">
                <a:solidFill>
                  <a:srgbClr val="123C52"/>
                </a:solidFill>
                <a:latin typeface="Arial"/>
                <a:ea typeface="Arial"/>
                <a:cs typeface="Arial"/>
              </a:defRPr>
            </a:lvl8pPr>
            <a:lvl9pPr algn="ctr">
              <a:defRPr sz="1275" b="1">
                <a:solidFill>
                  <a:srgbClr val="123C52"/>
                </a:solidFill>
                <a:latin typeface="Arial"/>
                <a:ea typeface="Arial"/>
                <a:cs typeface="Arial"/>
              </a:defRPr>
            </a:lvl9pPr>
          </a:lstStyle>
          <a:p xmlns:a="http://schemas.openxmlformats.org/drawingml/2006/main">
            <a:pPr algn="ctr">
              <a:buNone/>
              <a:defRPr sz="1275" b="1">
                <a:solidFill>
                  <a:srgbClr val="123C52"/>
                </a:solidFill>
                <a:latin typeface="Arial"/>
                <a:ea typeface="Arial"/>
                <a:cs typeface="Arial"/>
              </a:defRPr>
            </a:pPr>
            <a:r>
              <a:rPr sz="1275" b="1">
                <a:solidFill>
                  <a:srgbClr val="123C52"/>
                </a:solidFill>
                <a:latin typeface="Arial"/>
                <a:ea typeface="Arial"/>
                <a:cs typeface="Arial"/>
              </a:rPr>
              <a:t>Lấy event đang chờ</a:t>
            </a:r>
          </a:p>
        </p:txBody>
      </p:sp>
      <p:sp>
        <p:nvSpPr>
          <p:cNvPr id="20" name="Rectangle 19">
            <a:extLst xmlns:a="http://schemas.openxmlformats.org/drawingml/2006/main">
              <a:ext uri="{FF2B5EF4-FFF2-40B4-BE49-F238E27FC236}">
                <a16:creationId xmlns:a16="http://schemas.microsoft.com/office/drawing/2014/main" id="{D44DB5ED-A919-4E32-AE67-41B29C272754}"/>
              </a:ext>
            </a:extLst>
          </p:cNvPr>
          <p:cNvSpPr>
            <a:spLocks xmlns:a="http://schemas.openxmlformats.org/drawingml/2006/main" noGrp="1"/>
          </p:cNvSpPr>
          <p:nvPr/>
        </p:nvSpPr>
        <p:spPr>
          <a:xfrm xmlns:a="http://schemas.openxmlformats.org/drawingml/2006/main">
            <a:off x="5200650" y="3038475"/>
            <a:ext cx="16192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lgn="ctr">
              <a:defRPr sz="900" b="0">
                <a:solidFill>
                  <a:srgbClr val="5E746D"/>
                </a:solidFill>
                <a:latin typeface="Arial"/>
                <a:ea typeface="Arial"/>
                <a:cs typeface="Arial"/>
              </a:defRPr>
            </a:defPPr>
            <a:lvl1pPr algn="ctr">
              <a:defRPr sz="900" b="0">
                <a:solidFill>
                  <a:srgbClr val="5E746D"/>
                </a:solidFill>
                <a:latin typeface="Arial"/>
                <a:ea typeface="Arial"/>
                <a:cs typeface="Arial"/>
              </a:defRPr>
            </a:lvl1pPr>
            <a:lvl2pPr algn="ctr">
              <a:defRPr sz="900" b="0">
                <a:solidFill>
                  <a:srgbClr val="5E746D"/>
                </a:solidFill>
                <a:latin typeface="Arial"/>
                <a:ea typeface="Arial"/>
                <a:cs typeface="Arial"/>
              </a:defRPr>
            </a:lvl2pPr>
            <a:lvl3pPr algn="ctr">
              <a:defRPr sz="900" b="0">
                <a:solidFill>
                  <a:srgbClr val="5E746D"/>
                </a:solidFill>
                <a:latin typeface="Arial"/>
                <a:ea typeface="Arial"/>
                <a:cs typeface="Arial"/>
              </a:defRPr>
            </a:lvl3pPr>
            <a:lvl4pPr algn="ctr">
              <a:defRPr sz="900" b="0">
                <a:solidFill>
                  <a:srgbClr val="5E746D"/>
                </a:solidFill>
                <a:latin typeface="Arial"/>
                <a:ea typeface="Arial"/>
                <a:cs typeface="Arial"/>
              </a:defRPr>
            </a:lvl4pPr>
            <a:lvl5pPr algn="ctr">
              <a:defRPr sz="900" b="0">
                <a:solidFill>
                  <a:srgbClr val="5E746D"/>
                </a:solidFill>
                <a:latin typeface="Arial"/>
                <a:ea typeface="Arial"/>
                <a:cs typeface="Arial"/>
              </a:defRPr>
            </a:lvl5pPr>
            <a:lvl6pPr algn="ctr">
              <a:defRPr sz="900" b="0">
                <a:solidFill>
                  <a:srgbClr val="5E746D"/>
                </a:solidFill>
                <a:latin typeface="Arial"/>
                <a:ea typeface="Arial"/>
                <a:cs typeface="Arial"/>
              </a:defRPr>
            </a:lvl6pPr>
            <a:lvl7pPr algn="ctr">
              <a:defRPr sz="900" b="0">
                <a:solidFill>
                  <a:srgbClr val="5E746D"/>
                </a:solidFill>
                <a:latin typeface="Arial"/>
                <a:ea typeface="Arial"/>
                <a:cs typeface="Arial"/>
              </a:defRPr>
            </a:lvl7pPr>
            <a:lvl8pPr algn="ctr">
              <a:defRPr sz="900" b="0">
                <a:solidFill>
                  <a:srgbClr val="5E746D"/>
                </a:solidFill>
                <a:latin typeface="Arial"/>
                <a:ea typeface="Arial"/>
                <a:cs typeface="Arial"/>
              </a:defRPr>
            </a:lvl8pPr>
            <a:lvl9pPr algn="ctr">
              <a:defRPr sz="900" b="0">
                <a:solidFill>
                  <a:srgbClr val="5E746D"/>
                </a:solidFill>
                <a:latin typeface="Arial"/>
                <a:ea typeface="Arial"/>
                <a:cs typeface="Arial"/>
              </a:defRPr>
            </a:lvl9pPr>
          </a:lstStyle>
          <a:p xmlns:a="http://schemas.openxmlformats.org/drawingml/2006/main">
            <a:pPr algn="ctr">
              <a:buNone/>
              <a:defRPr sz="900" b="0">
                <a:solidFill>
                  <a:srgbClr val="5E746D"/>
                </a:solidFill>
                <a:latin typeface="Arial"/>
                <a:ea typeface="Arial"/>
                <a:cs typeface="Arial"/>
              </a:defRPr>
            </a:pPr>
            <a:r>
              <a:rPr sz="900" b="0">
                <a:solidFill>
                  <a:srgbClr val="5E746D"/>
                </a:solidFill>
                <a:latin typeface="Arial"/>
                <a:ea typeface="Arial"/>
                <a:cs typeface="Arial"/>
              </a:rPr>
              <a:t>Đọc tối đa 100 event chưa được ACK</a:t>
            </a:r>
          </a:p>
        </p:txBody>
      </p:sp>
      <p:sp>
        <p:nvSpPr>
          <p:cNvPr id="21" name="Arrow: Right 20">
            <a:extLst xmlns:a="http://schemas.openxmlformats.org/drawingml/2006/main">
              <a:ext uri="{FF2B5EF4-FFF2-40B4-BE49-F238E27FC236}">
                <a16:creationId xmlns:a16="http://schemas.microsoft.com/office/drawing/2014/main" id="{DCDA7DF1-98E1-486C-AD04-D5D5398424CF}"/>
              </a:ext>
            </a:extLst>
          </p:cNvPr>
          <p:cNvSpPr>
            <a:spLocks xmlns:a="http://schemas.openxmlformats.org/drawingml/2006/main" noGrp="1"/>
          </p:cNvSpPr>
          <p:nvPr/>
        </p:nvSpPr>
        <p:spPr>
          <a:xfrm xmlns:a="http://schemas.openxmlformats.org/drawingml/2006/main">
            <a:off x="6953250" y="3114675"/>
            <a:ext cx="400050" cy="247650"/>
          </a:xfrm>
          <a:prstGeom xmlns:a="http://schemas.openxmlformats.org/drawingml/2006/main" prst="rightArrow">
            <a:avLst/>
          </a:prstGeom>
          <a:solidFill xmlns:a="http://schemas.openxmlformats.org/drawingml/2006/main">
            <a:srgbClr val="80D7B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2" name="Rectangle: Rounded Corners 21">
            <a:extLst xmlns:a="http://schemas.openxmlformats.org/drawingml/2006/main">
              <a:ext uri="{FF2B5EF4-FFF2-40B4-BE49-F238E27FC236}">
                <a16:creationId xmlns:a16="http://schemas.microsoft.com/office/drawing/2014/main" id="{B4180C1C-2D37-4709-9252-1619A62FA414}"/>
              </a:ext>
            </a:extLst>
          </p:cNvPr>
          <p:cNvSpPr>
            <a:spLocks xmlns:a="http://schemas.openxmlformats.org/drawingml/2006/main" noGrp="1"/>
          </p:cNvSpPr>
          <p:nvPr/>
        </p:nvSpPr>
        <p:spPr>
          <a:xfrm xmlns:a="http://schemas.openxmlformats.org/drawingml/2006/main">
            <a:off x="7429500" y="2266950"/>
            <a:ext cx="419100" cy="247650"/>
          </a:xfrm>
          <a:prstGeom xmlns:a="http://schemas.openxmlformats.org/drawingml/2006/main" prst="roundRect">
            <a:avLst>
              <a:gd name="adj" fmla="val 50000"/>
            </a:avLst>
          </a:prstGeom>
          <a:solidFill xmlns:a="http://schemas.openxmlformats.org/drawingml/2006/main">
            <a:srgbClr val="218D73"/>
          </a:solidFill>
          <a:ln xmlns:a="http://schemas.openxmlformats.org/drawingml/2006/main" w="0">
            <a:noFill/>
            <a:prstDash val="solid"/>
          </a:ln>
        </p:spPr>
        <p:txBody>
          <a:bodyPr xmlns:a="http://schemas.openxmlformats.org/drawingml/2006/main">
            <a:normAutofit fontScale="68506" lnSpcReduction="20000"/>
          </a:bodyPr>
          <a:lstStyle xmlns:a="http://schemas.openxmlformats.org/drawingml/2006/main">
            <a:defPPr algn="ctr">
              <a:defRPr sz="900" b="1">
                <a:solidFill>
                  <a:srgbClr val="FFFFFF"/>
                </a:solidFill>
                <a:latin typeface="Arial"/>
                <a:ea typeface="Arial"/>
                <a:cs typeface="Arial"/>
              </a:defRPr>
            </a:defPPr>
            <a:lvl1pPr algn="ctr">
              <a:defRPr sz="900" b="1">
                <a:solidFill>
                  <a:srgbClr val="FFFFFF"/>
                </a:solidFill>
                <a:latin typeface="Arial"/>
                <a:ea typeface="Arial"/>
                <a:cs typeface="Arial"/>
              </a:defRPr>
            </a:lvl1pPr>
            <a:lvl2pPr algn="ctr">
              <a:defRPr sz="900" b="1">
                <a:solidFill>
                  <a:srgbClr val="FFFFFF"/>
                </a:solidFill>
                <a:latin typeface="Arial"/>
                <a:ea typeface="Arial"/>
                <a:cs typeface="Arial"/>
              </a:defRPr>
            </a:lvl2pPr>
            <a:lvl3pPr algn="ctr">
              <a:defRPr sz="900" b="1">
                <a:solidFill>
                  <a:srgbClr val="FFFFFF"/>
                </a:solidFill>
                <a:latin typeface="Arial"/>
                <a:ea typeface="Arial"/>
                <a:cs typeface="Arial"/>
              </a:defRPr>
            </a:lvl3pPr>
            <a:lvl4pPr algn="ctr">
              <a:defRPr sz="900" b="1">
                <a:solidFill>
                  <a:srgbClr val="FFFFFF"/>
                </a:solidFill>
                <a:latin typeface="Arial"/>
                <a:ea typeface="Arial"/>
                <a:cs typeface="Arial"/>
              </a:defRPr>
            </a:lvl4pPr>
            <a:lvl5pPr algn="ctr">
              <a:defRPr sz="900" b="1">
                <a:solidFill>
                  <a:srgbClr val="FFFFFF"/>
                </a:solidFill>
                <a:latin typeface="Arial"/>
                <a:ea typeface="Arial"/>
                <a:cs typeface="Arial"/>
              </a:defRPr>
            </a:lvl5pPr>
            <a:lvl6pPr algn="ctr">
              <a:defRPr sz="900" b="1">
                <a:solidFill>
                  <a:srgbClr val="FFFFFF"/>
                </a:solidFill>
                <a:latin typeface="Arial"/>
                <a:ea typeface="Arial"/>
                <a:cs typeface="Arial"/>
              </a:defRPr>
            </a:lvl6pPr>
            <a:lvl7pPr algn="ctr">
              <a:defRPr sz="900" b="1">
                <a:solidFill>
                  <a:srgbClr val="FFFFFF"/>
                </a:solidFill>
                <a:latin typeface="Arial"/>
                <a:ea typeface="Arial"/>
                <a:cs typeface="Arial"/>
              </a:defRPr>
            </a:lvl7pPr>
            <a:lvl8pPr algn="ctr">
              <a:defRPr sz="900" b="1">
                <a:solidFill>
                  <a:srgbClr val="FFFFFF"/>
                </a:solidFill>
                <a:latin typeface="Arial"/>
                <a:ea typeface="Arial"/>
                <a:cs typeface="Arial"/>
              </a:defRPr>
            </a:lvl8pPr>
            <a:lvl9pPr algn="ctr">
              <a:defRPr sz="900" b="1">
                <a:solidFill>
                  <a:srgbClr val="FFFFFF"/>
                </a:solidFill>
                <a:latin typeface="Arial"/>
                <a:ea typeface="Arial"/>
                <a:cs typeface="Arial"/>
              </a:defRPr>
            </a:lvl9pPr>
          </a:lstStyle>
          <a:p xmlns:a="http://schemas.openxmlformats.org/drawingml/2006/main">
            <a:pPr algn="ctr">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23" name="Rectangle: Rounded Corners 22">
            <a:extLst xmlns:a="http://schemas.openxmlformats.org/drawingml/2006/main">
              <a:ext uri="{FF2B5EF4-FFF2-40B4-BE49-F238E27FC236}">
                <a16:creationId xmlns:a16="http://schemas.microsoft.com/office/drawing/2014/main" id="{6740CBEA-1A4A-4F68-BC2F-CAD8FADB2799}"/>
              </a:ext>
            </a:extLst>
          </p:cNvPr>
          <p:cNvSpPr>
            <a:spLocks xmlns:a="http://schemas.openxmlformats.org/drawingml/2006/main" noGrp="1"/>
          </p:cNvSpPr>
          <p:nvPr/>
        </p:nvSpPr>
        <p:spPr>
          <a:xfrm xmlns:a="http://schemas.openxmlformats.org/drawingml/2006/main">
            <a:off x="7429500" y="2647950"/>
            <a:ext cx="1809750" cy="1181100"/>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9525">
            <a:solidFill>
              <a:srgbClr val="D7E5DF"/>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Rectangle 23">
            <a:extLst xmlns:a="http://schemas.openxmlformats.org/drawingml/2006/main">
              <a:ext uri="{FF2B5EF4-FFF2-40B4-BE49-F238E27FC236}">
                <a16:creationId xmlns:a16="http://schemas.microsoft.com/office/drawing/2014/main" id="{E821AFB1-C23F-4AD2-B187-A272CE9D9EAC}"/>
              </a:ext>
            </a:extLst>
          </p:cNvPr>
          <p:cNvSpPr>
            <a:spLocks xmlns:a="http://schemas.openxmlformats.org/drawingml/2006/main" noGrp="1"/>
          </p:cNvSpPr>
          <p:nvPr/>
        </p:nvSpPr>
        <p:spPr>
          <a:xfrm xmlns:a="http://schemas.openxmlformats.org/drawingml/2006/main">
            <a:off x="7543800" y="2771775"/>
            <a:ext cx="15811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686" lnSpcReduction="20000"/>
          </a:bodyPr>
          <a:lstStyle xmlns:a="http://schemas.openxmlformats.org/drawingml/2006/main">
            <a:defPPr algn="ctr">
              <a:defRPr sz="1275" b="1">
                <a:solidFill>
                  <a:srgbClr val="123C52"/>
                </a:solidFill>
                <a:latin typeface="Arial"/>
                <a:ea typeface="Arial"/>
                <a:cs typeface="Arial"/>
              </a:defRPr>
            </a:defPPr>
            <a:lvl1pPr algn="ctr">
              <a:defRPr sz="1275" b="1">
                <a:solidFill>
                  <a:srgbClr val="123C52"/>
                </a:solidFill>
                <a:latin typeface="Arial"/>
                <a:ea typeface="Arial"/>
                <a:cs typeface="Arial"/>
              </a:defRPr>
            </a:lvl1pPr>
            <a:lvl2pPr algn="ctr">
              <a:defRPr sz="1275" b="1">
                <a:solidFill>
                  <a:srgbClr val="123C52"/>
                </a:solidFill>
                <a:latin typeface="Arial"/>
                <a:ea typeface="Arial"/>
                <a:cs typeface="Arial"/>
              </a:defRPr>
            </a:lvl2pPr>
            <a:lvl3pPr algn="ctr">
              <a:defRPr sz="1275" b="1">
                <a:solidFill>
                  <a:srgbClr val="123C52"/>
                </a:solidFill>
                <a:latin typeface="Arial"/>
                <a:ea typeface="Arial"/>
                <a:cs typeface="Arial"/>
              </a:defRPr>
            </a:lvl3pPr>
            <a:lvl4pPr algn="ctr">
              <a:defRPr sz="1275" b="1">
                <a:solidFill>
                  <a:srgbClr val="123C52"/>
                </a:solidFill>
                <a:latin typeface="Arial"/>
                <a:ea typeface="Arial"/>
                <a:cs typeface="Arial"/>
              </a:defRPr>
            </a:lvl4pPr>
            <a:lvl5pPr algn="ctr">
              <a:defRPr sz="1275" b="1">
                <a:solidFill>
                  <a:srgbClr val="123C52"/>
                </a:solidFill>
                <a:latin typeface="Arial"/>
                <a:ea typeface="Arial"/>
                <a:cs typeface="Arial"/>
              </a:defRPr>
            </a:lvl5pPr>
            <a:lvl6pPr algn="ctr">
              <a:defRPr sz="1275" b="1">
                <a:solidFill>
                  <a:srgbClr val="123C52"/>
                </a:solidFill>
                <a:latin typeface="Arial"/>
                <a:ea typeface="Arial"/>
                <a:cs typeface="Arial"/>
              </a:defRPr>
            </a:lvl6pPr>
            <a:lvl7pPr algn="ctr">
              <a:defRPr sz="1275" b="1">
                <a:solidFill>
                  <a:srgbClr val="123C52"/>
                </a:solidFill>
                <a:latin typeface="Arial"/>
                <a:ea typeface="Arial"/>
                <a:cs typeface="Arial"/>
              </a:defRPr>
            </a:lvl7pPr>
            <a:lvl8pPr algn="ctr">
              <a:defRPr sz="1275" b="1">
                <a:solidFill>
                  <a:srgbClr val="123C52"/>
                </a:solidFill>
                <a:latin typeface="Arial"/>
                <a:ea typeface="Arial"/>
                <a:cs typeface="Arial"/>
              </a:defRPr>
            </a:lvl8pPr>
            <a:lvl9pPr algn="ctr">
              <a:defRPr sz="1275" b="1">
                <a:solidFill>
                  <a:srgbClr val="123C52"/>
                </a:solidFill>
                <a:latin typeface="Arial"/>
                <a:ea typeface="Arial"/>
                <a:cs typeface="Arial"/>
              </a:defRPr>
            </a:lvl9pPr>
          </a:lstStyle>
          <a:p xmlns:a="http://schemas.openxmlformats.org/drawingml/2006/main">
            <a:pPr algn="ctr">
              <a:buNone/>
              <a:defRPr sz="1275" b="1">
                <a:solidFill>
                  <a:srgbClr val="123C52"/>
                </a:solidFill>
                <a:latin typeface="Arial"/>
                <a:ea typeface="Arial"/>
                <a:cs typeface="Arial"/>
              </a:defRPr>
            </a:pPr>
            <a:r>
              <a:rPr sz="1275" b="1">
                <a:solidFill>
                  <a:srgbClr val="123C52"/>
                </a:solidFill>
                <a:latin typeface="Arial"/>
                <a:ea typeface="Arial"/>
                <a:cs typeface="Arial"/>
              </a:rPr>
              <a:t>Gửi batch lên server</a:t>
            </a:r>
          </a:p>
        </p:txBody>
      </p:sp>
      <p:sp>
        <p:nvSpPr>
          <p:cNvPr id="25" name="Rectangle 24">
            <a:extLst xmlns:a="http://schemas.openxmlformats.org/drawingml/2006/main">
              <a:ext uri="{FF2B5EF4-FFF2-40B4-BE49-F238E27FC236}">
                <a16:creationId xmlns:a16="http://schemas.microsoft.com/office/drawing/2014/main" id="{326CB9C4-6377-4618-A4AC-C8EF0B344BEF}"/>
              </a:ext>
            </a:extLst>
          </p:cNvPr>
          <p:cNvSpPr>
            <a:spLocks xmlns:a="http://schemas.openxmlformats.org/drawingml/2006/main" noGrp="1"/>
          </p:cNvSpPr>
          <p:nvPr/>
        </p:nvSpPr>
        <p:spPr>
          <a:xfrm xmlns:a="http://schemas.openxmlformats.org/drawingml/2006/main">
            <a:off x="7524750" y="3038475"/>
            <a:ext cx="16192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lgn="ctr">
              <a:defRPr sz="900" b="0">
                <a:solidFill>
                  <a:srgbClr val="5E746D"/>
                </a:solidFill>
                <a:latin typeface="Arial"/>
                <a:ea typeface="Arial"/>
                <a:cs typeface="Arial"/>
              </a:defRPr>
            </a:defPPr>
            <a:lvl1pPr algn="ctr">
              <a:defRPr sz="900" b="0">
                <a:solidFill>
                  <a:srgbClr val="5E746D"/>
                </a:solidFill>
                <a:latin typeface="Arial"/>
                <a:ea typeface="Arial"/>
                <a:cs typeface="Arial"/>
              </a:defRPr>
            </a:lvl1pPr>
            <a:lvl2pPr algn="ctr">
              <a:defRPr sz="900" b="0">
                <a:solidFill>
                  <a:srgbClr val="5E746D"/>
                </a:solidFill>
                <a:latin typeface="Arial"/>
                <a:ea typeface="Arial"/>
                <a:cs typeface="Arial"/>
              </a:defRPr>
            </a:lvl2pPr>
            <a:lvl3pPr algn="ctr">
              <a:defRPr sz="900" b="0">
                <a:solidFill>
                  <a:srgbClr val="5E746D"/>
                </a:solidFill>
                <a:latin typeface="Arial"/>
                <a:ea typeface="Arial"/>
                <a:cs typeface="Arial"/>
              </a:defRPr>
            </a:lvl3pPr>
            <a:lvl4pPr algn="ctr">
              <a:defRPr sz="900" b="0">
                <a:solidFill>
                  <a:srgbClr val="5E746D"/>
                </a:solidFill>
                <a:latin typeface="Arial"/>
                <a:ea typeface="Arial"/>
                <a:cs typeface="Arial"/>
              </a:defRPr>
            </a:lvl4pPr>
            <a:lvl5pPr algn="ctr">
              <a:defRPr sz="900" b="0">
                <a:solidFill>
                  <a:srgbClr val="5E746D"/>
                </a:solidFill>
                <a:latin typeface="Arial"/>
                <a:ea typeface="Arial"/>
                <a:cs typeface="Arial"/>
              </a:defRPr>
            </a:lvl5pPr>
            <a:lvl6pPr algn="ctr">
              <a:defRPr sz="900" b="0">
                <a:solidFill>
                  <a:srgbClr val="5E746D"/>
                </a:solidFill>
                <a:latin typeface="Arial"/>
                <a:ea typeface="Arial"/>
                <a:cs typeface="Arial"/>
              </a:defRPr>
            </a:lvl6pPr>
            <a:lvl7pPr algn="ctr">
              <a:defRPr sz="900" b="0">
                <a:solidFill>
                  <a:srgbClr val="5E746D"/>
                </a:solidFill>
                <a:latin typeface="Arial"/>
                <a:ea typeface="Arial"/>
                <a:cs typeface="Arial"/>
              </a:defRPr>
            </a:lvl7pPr>
            <a:lvl8pPr algn="ctr">
              <a:defRPr sz="900" b="0">
                <a:solidFill>
                  <a:srgbClr val="5E746D"/>
                </a:solidFill>
                <a:latin typeface="Arial"/>
                <a:ea typeface="Arial"/>
                <a:cs typeface="Arial"/>
              </a:defRPr>
            </a:lvl8pPr>
            <a:lvl9pPr algn="ctr">
              <a:defRPr sz="900" b="0">
                <a:solidFill>
                  <a:srgbClr val="5E746D"/>
                </a:solidFill>
                <a:latin typeface="Arial"/>
                <a:ea typeface="Arial"/>
                <a:cs typeface="Arial"/>
              </a:defRPr>
            </a:lvl9pPr>
          </a:lstStyle>
          <a:p xmlns:a="http://schemas.openxmlformats.org/drawingml/2006/main">
            <a:pPr algn="ctr">
              <a:buNone/>
              <a:defRPr sz="900" b="0">
                <a:solidFill>
                  <a:srgbClr val="5E746D"/>
                </a:solidFill>
                <a:latin typeface="Arial"/>
                <a:ea typeface="Arial"/>
                <a:cs typeface="Arial"/>
              </a:defRPr>
            </a:pPr>
            <a:r>
              <a:rPr sz="900" b="0">
                <a:solidFill>
                  <a:srgbClr val="5E746D"/>
                </a:solidFill>
                <a:latin typeface="Arial"/>
                <a:ea typeface="Arial"/>
                <a:cs typeface="Arial"/>
              </a:rPr>
              <a:t>Server kiểm tra device, child, timestamp và generation</a:t>
            </a:r>
          </a:p>
        </p:txBody>
      </p:sp>
      <p:sp>
        <p:nvSpPr>
          <p:cNvPr id="26" name="Arrow: Right 25">
            <a:extLst xmlns:a="http://schemas.openxmlformats.org/drawingml/2006/main">
              <a:ext uri="{FF2B5EF4-FFF2-40B4-BE49-F238E27FC236}">
                <a16:creationId xmlns:a16="http://schemas.microsoft.com/office/drawing/2014/main" id="{9F648639-016F-49A3-A47A-19AB0E061C5E}"/>
              </a:ext>
            </a:extLst>
          </p:cNvPr>
          <p:cNvSpPr>
            <a:spLocks xmlns:a="http://schemas.openxmlformats.org/drawingml/2006/main" noGrp="1"/>
          </p:cNvSpPr>
          <p:nvPr/>
        </p:nvSpPr>
        <p:spPr>
          <a:xfrm xmlns:a="http://schemas.openxmlformats.org/drawingml/2006/main">
            <a:off x="9277350" y="3114675"/>
            <a:ext cx="400050" cy="247650"/>
          </a:xfrm>
          <a:prstGeom xmlns:a="http://schemas.openxmlformats.org/drawingml/2006/main" prst="rightArrow">
            <a:avLst/>
          </a:prstGeom>
          <a:solidFill xmlns:a="http://schemas.openxmlformats.org/drawingml/2006/main">
            <a:srgbClr val="80D7B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7" name="Rectangle: Rounded Corners 26">
            <a:extLst xmlns:a="http://schemas.openxmlformats.org/drawingml/2006/main">
              <a:ext uri="{FF2B5EF4-FFF2-40B4-BE49-F238E27FC236}">
                <a16:creationId xmlns:a16="http://schemas.microsoft.com/office/drawing/2014/main" id="{BE063427-B4DF-42D0-9C67-C90CDF47112E}"/>
              </a:ext>
            </a:extLst>
          </p:cNvPr>
          <p:cNvSpPr>
            <a:spLocks xmlns:a="http://schemas.openxmlformats.org/drawingml/2006/main" noGrp="1"/>
          </p:cNvSpPr>
          <p:nvPr/>
        </p:nvSpPr>
        <p:spPr>
          <a:xfrm xmlns:a="http://schemas.openxmlformats.org/drawingml/2006/main">
            <a:off x="9753600" y="2266950"/>
            <a:ext cx="419100" cy="247650"/>
          </a:xfrm>
          <a:prstGeom xmlns:a="http://schemas.openxmlformats.org/drawingml/2006/main" prst="roundRect">
            <a:avLst>
              <a:gd name="adj" fmla="val 50000"/>
            </a:avLst>
          </a:prstGeom>
          <a:solidFill xmlns:a="http://schemas.openxmlformats.org/drawingml/2006/main">
            <a:srgbClr val="123C52"/>
          </a:solidFill>
          <a:ln xmlns:a="http://schemas.openxmlformats.org/drawingml/2006/main" w="0">
            <a:noFill/>
            <a:prstDash val="solid"/>
          </a:ln>
        </p:spPr>
        <p:txBody>
          <a:bodyPr xmlns:a="http://schemas.openxmlformats.org/drawingml/2006/main">
            <a:normAutofit fontScale="68506" lnSpcReduction="20000"/>
          </a:bodyPr>
          <a:lstStyle xmlns:a="http://schemas.openxmlformats.org/drawingml/2006/main">
            <a:defPPr algn="ctr">
              <a:defRPr sz="900" b="1">
                <a:solidFill>
                  <a:srgbClr val="FFFFFF"/>
                </a:solidFill>
                <a:latin typeface="Arial"/>
                <a:ea typeface="Arial"/>
                <a:cs typeface="Arial"/>
              </a:defRPr>
            </a:defPPr>
            <a:lvl1pPr algn="ctr">
              <a:defRPr sz="900" b="1">
                <a:solidFill>
                  <a:srgbClr val="FFFFFF"/>
                </a:solidFill>
                <a:latin typeface="Arial"/>
                <a:ea typeface="Arial"/>
                <a:cs typeface="Arial"/>
              </a:defRPr>
            </a:lvl1pPr>
            <a:lvl2pPr algn="ctr">
              <a:defRPr sz="900" b="1">
                <a:solidFill>
                  <a:srgbClr val="FFFFFF"/>
                </a:solidFill>
                <a:latin typeface="Arial"/>
                <a:ea typeface="Arial"/>
                <a:cs typeface="Arial"/>
              </a:defRPr>
            </a:lvl2pPr>
            <a:lvl3pPr algn="ctr">
              <a:defRPr sz="900" b="1">
                <a:solidFill>
                  <a:srgbClr val="FFFFFF"/>
                </a:solidFill>
                <a:latin typeface="Arial"/>
                <a:ea typeface="Arial"/>
                <a:cs typeface="Arial"/>
              </a:defRPr>
            </a:lvl3pPr>
            <a:lvl4pPr algn="ctr">
              <a:defRPr sz="900" b="1">
                <a:solidFill>
                  <a:srgbClr val="FFFFFF"/>
                </a:solidFill>
                <a:latin typeface="Arial"/>
                <a:ea typeface="Arial"/>
                <a:cs typeface="Arial"/>
              </a:defRPr>
            </a:lvl4pPr>
            <a:lvl5pPr algn="ctr">
              <a:defRPr sz="900" b="1">
                <a:solidFill>
                  <a:srgbClr val="FFFFFF"/>
                </a:solidFill>
                <a:latin typeface="Arial"/>
                <a:ea typeface="Arial"/>
                <a:cs typeface="Arial"/>
              </a:defRPr>
            </a:lvl5pPr>
            <a:lvl6pPr algn="ctr">
              <a:defRPr sz="900" b="1">
                <a:solidFill>
                  <a:srgbClr val="FFFFFF"/>
                </a:solidFill>
                <a:latin typeface="Arial"/>
                <a:ea typeface="Arial"/>
                <a:cs typeface="Arial"/>
              </a:defRPr>
            </a:lvl6pPr>
            <a:lvl7pPr algn="ctr">
              <a:defRPr sz="900" b="1">
                <a:solidFill>
                  <a:srgbClr val="FFFFFF"/>
                </a:solidFill>
                <a:latin typeface="Arial"/>
                <a:ea typeface="Arial"/>
                <a:cs typeface="Arial"/>
              </a:defRPr>
            </a:lvl7pPr>
            <a:lvl8pPr algn="ctr">
              <a:defRPr sz="900" b="1">
                <a:solidFill>
                  <a:srgbClr val="FFFFFF"/>
                </a:solidFill>
                <a:latin typeface="Arial"/>
                <a:ea typeface="Arial"/>
                <a:cs typeface="Arial"/>
              </a:defRPr>
            </a:lvl8pPr>
            <a:lvl9pPr algn="ctr">
              <a:defRPr sz="900" b="1">
                <a:solidFill>
                  <a:srgbClr val="FFFFFF"/>
                </a:solidFill>
                <a:latin typeface="Arial"/>
                <a:ea typeface="Arial"/>
                <a:cs typeface="Arial"/>
              </a:defRPr>
            </a:lvl9pPr>
          </a:lstStyle>
          <a:p xmlns:a="http://schemas.openxmlformats.org/drawingml/2006/main">
            <a:pPr algn="ctr">
              <a:buNone/>
              <a:defRPr sz="900" b="1">
                <a:solidFill>
                  <a:srgbClr val="FFFFFF"/>
                </a:solidFill>
                <a:latin typeface="Arial"/>
                <a:ea typeface="Arial"/>
                <a:cs typeface="Arial"/>
              </a:defRPr>
            </a:pPr>
            <a:r>
              <a:rPr sz="900" b="1">
                <a:solidFill>
                  <a:srgbClr val="FFFFFF"/>
                </a:solidFill>
                <a:latin typeface="Arial"/>
                <a:ea typeface="Arial"/>
                <a:cs typeface="Arial"/>
              </a:rPr>
              <a:t>5</a:t>
            </a:r>
          </a:p>
        </p:txBody>
      </p:sp>
      <p:sp>
        <p:nvSpPr>
          <p:cNvPr id="28" name="Rectangle: Rounded Corners 27">
            <a:extLst xmlns:a="http://schemas.openxmlformats.org/drawingml/2006/main">
              <a:ext uri="{FF2B5EF4-FFF2-40B4-BE49-F238E27FC236}">
                <a16:creationId xmlns:a16="http://schemas.microsoft.com/office/drawing/2014/main" id="{B218BE01-8B69-4FEA-A7E4-586E61EB451B}"/>
              </a:ext>
            </a:extLst>
          </p:cNvPr>
          <p:cNvSpPr>
            <a:spLocks xmlns:a="http://schemas.openxmlformats.org/drawingml/2006/main" noGrp="1"/>
          </p:cNvSpPr>
          <p:nvPr/>
        </p:nvSpPr>
        <p:spPr>
          <a:xfrm xmlns:a="http://schemas.openxmlformats.org/drawingml/2006/main">
            <a:off x="9753600" y="2647950"/>
            <a:ext cx="1809750" cy="1181100"/>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9525">
            <a:solidFill>
              <a:srgbClr val="D7E5DF"/>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Rectangle 28">
            <a:extLst xmlns:a="http://schemas.openxmlformats.org/drawingml/2006/main">
              <a:ext uri="{FF2B5EF4-FFF2-40B4-BE49-F238E27FC236}">
                <a16:creationId xmlns:a16="http://schemas.microsoft.com/office/drawing/2014/main" id="{5B4FF13A-D1E6-40E4-B783-2959C49215B5}"/>
              </a:ext>
            </a:extLst>
          </p:cNvPr>
          <p:cNvSpPr>
            <a:spLocks xmlns:a="http://schemas.openxmlformats.org/drawingml/2006/main" noGrp="1"/>
          </p:cNvSpPr>
          <p:nvPr/>
        </p:nvSpPr>
        <p:spPr>
          <a:xfrm xmlns:a="http://schemas.openxmlformats.org/drawingml/2006/main">
            <a:off x="9867900" y="2771775"/>
            <a:ext cx="15811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686" lnSpcReduction="20000"/>
          </a:bodyPr>
          <a:lstStyle xmlns:a="http://schemas.openxmlformats.org/drawingml/2006/main">
            <a:defPPr algn="ctr">
              <a:defRPr sz="1275" b="1">
                <a:solidFill>
                  <a:srgbClr val="123C52"/>
                </a:solidFill>
                <a:latin typeface="Arial"/>
                <a:ea typeface="Arial"/>
                <a:cs typeface="Arial"/>
              </a:defRPr>
            </a:defPPr>
            <a:lvl1pPr algn="ctr">
              <a:defRPr sz="1275" b="1">
                <a:solidFill>
                  <a:srgbClr val="123C52"/>
                </a:solidFill>
                <a:latin typeface="Arial"/>
                <a:ea typeface="Arial"/>
                <a:cs typeface="Arial"/>
              </a:defRPr>
            </a:lvl1pPr>
            <a:lvl2pPr algn="ctr">
              <a:defRPr sz="1275" b="1">
                <a:solidFill>
                  <a:srgbClr val="123C52"/>
                </a:solidFill>
                <a:latin typeface="Arial"/>
                <a:ea typeface="Arial"/>
                <a:cs typeface="Arial"/>
              </a:defRPr>
            </a:lvl2pPr>
            <a:lvl3pPr algn="ctr">
              <a:defRPr sz="1275" b="1">
                <a:solidFill>
                  <a:srgbClr val="123C52"/>
                </a:solidFill>
                <a:latin typeface="Arial"/>
                <a:ea typeface="Arial"/>
                <a:cs typeface="Arial"/>
              </a:defRPr>
            </a:lvl3pPr>
            <a:lvl4pPr algn="ctr">
              <a:defRPr sz="1275" b="1">
                <a:solidFill>
                  <a:srgbClr val="123C52"/>
                </a:solidFill>
                <a:latin typeface="Arial"/>
                <a:ea typeface="Arial"/>
                <a:cs typeface="Arial"/>
              </a:defRPr>
            </a:lvl4pPr>
            <a:lvl5pPr algn="ctr">
              <a:defRPr sz="1275" b="1">
                <a:solidFill>
                  <a:srgbClr val="123C52"/>
                </a:solidFill>
                <a:latin typeface="Arial"/>
                <a:ea typeface="Arial"/>
                <a:cs typeface="Arial"/>
              </a:defRPr>
            </a:lvl5pPr>
            <a:lvl6pPr algn="ctr">
              <a:defRPr sz="1275" b="1">
                <a:solidFill>
                  <a:srgbClr val="123C52"/>
                </a:solidFill>
                <a:latin typeface="Arial"/>
                <a:ea typeface="Arial"/>
                <a:cs typeface="Arial"/>
              </a:defRPr>
            </a:lvl6pPr>
            <a:lvl7pPr algn="ctr">
              <a:defRPr sz="1275" b="1">
                <a:solidFill>
                  <a:srgbClr val="123C52"/>
                </a:solidFill>
                <a:latin typeface="Arial"/>
                <a:ea typeface="Arial"/>
                <a:cs typeface="Arial"/>
              </a:defRPr>
            </a:lvl7pPr>
            <a:lvl8pPr algn="ctr">
              <a:defRPr sz="1275" b="1">
                <a:solidFill>
                  <a:srgbClr val="123C52"/>
                </a:solidFill>
                <a:latin typeface="Arial"/>
                <a:ea typeface="Arial"/>
                <a:cs typeface="Arial"/>
              </a:defRPr>
            </a:lvl8pPr>
            <a:lvl9pPr algn="ctr">
              <a:defRPr sz="1275" b="1">
                <a:solidFill>
                  <a:srgbClr val="123C52"/>
                </a:solidFill>
                <a:latin typeface="Arial"/>
                <a:ea typeface="Arial"/>
                <a:cs typeface="Arial"/>
              </a:defRPr>
            </a:lvl9pPr>
          </a:lstStyle>
          <a:p xmlns:a="http://schemas.openxmlformats.org/drawingml/2006/main">
            <a:pPr algn="ctr">
              <a:buNone/>
              <a:defRPr sz="1275" b="1">
                <a:solidFill>
                  <a:srgbClr val="123C52"/>
                </a:solidFill>
                <a:latin typeface="Arial"/>
                <a:ea typeface="Arial"/>
                <a:cs typeface="Arial"/>
              </a:defRPr>
            </a:pPr>
            <a:r>
              <a:rPr sz="1275" b="1">
                <a:solidFill>
                  <a:srgbClr val="123C52"/>
                </a:solidFill>
                <a:latin typeface="Arial"/>
                <a:ea typeface="Arial"/>
                <a:cs typeface="Arial"/>
              </a:rPr>
              <a:t>Nhận ACK</a:t>
            </a:r>
          </a:p>
        </p:txBody>
      </p:sp>
      <p:sp>
        <p:nvSpPr>
          <p:cNvPr id="30" name="Rectangle 29">
            <a:extLst xmlns:a="http://schemas.openxmlformats.org/drawingml/2006/main">
              <a:ext uri="{FF2B5EF4-FFF2-40B4-BE49-F238E27FC236}">
                <a16:creationId xmlns:a16="http://schemas.microsoft.com/office/drawing/2014/main" id="{9455F302-52A9-4518-A6D2-C8F749D3C0D7}"/>
              </a:ext>
            </a:extLst>
          </p:cNvPr>
          <p:cNvSpPr>
            <a:spLocks xmlns:a="http://schemas.openxmlformats.org/drawingml/2006/main" noGrp="1"/>
          </p:cNvSpPr>
          <p:nvPr/>
        </p:nvSpPr>
        <p:spPr>
          <a:xfrm xmlns:a="http://schemas.openxmlformats.org/drawingml/2006/main">
            <a:off x="9848850" y="3038475"/>
            <a:ext cx="16192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lgn="ctr">
              <a:defRPr sz="900" b="0">
                <a:solidFill>
                  <a:srgbClr val="5E746D"/>
                </a:solidFill>
                <a:latin typeface="Arial"/>
                <a:ea typeface="Arial"/>
                <a:cs typeface="Arial"/>
              </a:defRPr>
            </a:defPPr>
            <a:lvl1pPr algn="ctr">
              <a:defRPr sz="900" b="0">
                <a:solidFill>
                  <a:srgbClr val="5E746D"/>
                </a:solidFill>
                <a:latin typeface="Arial"/>
                <a:ea typeface="Arial"/>
                <a:cs typeface="Arial"/>
              </a:defRPr>
            </a:lvl1pPr>
            <a:lvl2pPr algn="ctr">
              <a:defRPr sz="900" b="0">
                <a:solidFill>
                  <a:srgbClr val="5E746D"/>
                </a:solidFill>
                <a:latin typeface="Arial"/>
                <a:ea typeface="Arial"/>
                <a:cs typeface="Arial"/>
              </a:defRPr>
            </a:lvl2pPr>
            <a:lvl3pPr algn="ctr">
              <a:defRPr sz="900" b="0">
                <a:solidFill>
                  <a:srgbClr val="5E746D"/>
                </a:solidFill>
                <a:latin typeface="Arial"/>
                <a:ea typeface="Arial"/>
                <a:cs typeface="Arial"/>
              </a:defRPr>
            </a:lvl3pPr>
            <a:lvl4pPr algn="ctr">
              <a:defRPr sz="900" b="0">
                <a:solidFill>
                  <a:srgbClr val="5E746D"/>
                </a:solidFill>
                <a:latin typeface="Arial"/>
                <a:ea typeface="Arial"/>
                <a:cs typeface="Arial"/>
              </a:defRPr>
            </a:lvl4pPr>
            <a:lvl5pPr algn="ctr">
              <a:defRPr sz="900" b="0">
                <a:solidFill>
                  <a:srgbClr val="5E746D"/>
                </a:solidFill>
                <a:latin typeface="Arial"/>
                <a:ea typeface="Arial"/>
                <a:cs typeface="Arial"/>
              </a:defRPr>
            </a:lvl5pPr>
            <a:lvl6pPr algn="ctr">
              <a:defRPr sz="900" b="0">
                <a:solidFill>
                  <a:srgbClr val="5E746D"/>
                </a:solidFill>
                <a:latin typeface="Arial"/>
                <a:ea typeface="Arial"/>
                <a:cs typeface="Arial"/>
              </a:defRPr>
            </a:lvl6pPr>
            <a:lvl7pPr algn="ctr">
              <a:defRPr sz="900" b="0">
                <a:solidFill>
                  <a:srgbClr val="5E746D"/>
                </a:solidFill>
                <a:latin typeface="Arial"/>
                <a:ea typeface="Arial"/>
                <a:cs typeface="Arial"/>
              </a:defRPr>
            </a:lvl7pPr>
            <a:lvl8pPr algn="ctr">
              <a:defRPr sz="900" b="0">
                <a:solidFill>
                  <a:srgbClr val="5E746D"/>
                </a:solidFill>
                <a:latin typeface="Arial"/>
                <a:ea typeface="Arial"/>
                <a:cs typeface="Arial"/>
              </a:defRPr>
            </a:lvl8pPr>
            <a:lvl9pPr algn="ctr">
              <a:defRPr sz="900" b="0">
                <a:solidFill>
                  <a:srgbClr val="5E746D"/>
                </a:solidFill>
                <a:latin typeface="Arial"/>
                <a:ea typeface="Arial"/>
                <a:cs typeface="Arial"/>
              </a:defRPr>
            </a:lvl9pPr>
          </a:lstStyle>
          <a:p xmlns:a="http://schemas.openxmlformats.org/drawingml/2006/main">
            <a:pPr algn="ctr">
              <a:buNone/>
              <a:defRPr sz="900" b="0">
                <a:solidFill>
                  <a:srgbClr val="5E746D"/>
                </a:solidFill>
                <a:latin typeface="Arial"/>
                <a:ea typeface="Arial"/>
                <a:cs typeface="Arial"/>
              </a:defRPr>
            </a:pPr>
            <a:r>
              <a:rPr sz="900" b="0">
                <a:solidFill>
                  <a:srgbClr val="5E746D"/>
                </a:solidFill>
                <a:latin typeface="Arial"/>
                <a:ea typeface="Arial"/>
                <a:cs typeface="Arial"/>
              </a:rPr>
              <a:t>Agent đặt sent = 1 cho event được nhận hoặc loại bỏ hợp lệ</a:t>
            </a:r>
          </a:p>
        </p:txBody>
      </p:sp>
      <p:sp>
        <p:nvSpPr>
          <p:cNvPr id="31" name="Rectangle: Rounded Corners 30">
            <a:extLst xmlns:a="http://schemas.openxmlformats.org/drawingml/2006/main">
              <a:ext uri="{FF2B5EF4-FFF2-40B4-BE49-F238E27FC236}">
                <a16:creationId xmlns:a16="http://schemas.microsoft.com/office/drawing/2014/main" id="{A05EA94C-8828-4BD1-A1D1-84C31DD8F6B0}"/>
              </a:ext>
            </a:extLst>
          </p:cNvPr>
          <p:cNvSpPr>
            <a:spLocks xmlns:a="http://schemas.openxmlformats.org/drawingml/2006/main" noGrp="1"/>
          </p:cNvSpPr>
          <p:nvPr/>
        </p:nvSpPr>
        <p:spPr>
          <a:xfrm xmlns:a="http://schemas.openxmlformats.org/drawingml/2006/main">
            <a:off x="895350" y="4648200"/>
            <a:ext cx="4810125" cy="1143000"/>
          </a:xfrm>
          <a:prstGeom xmlns:a="http://schemas.openxmlformats.org/drawingml/2006/main" prst="roundRect">
            <a:avLst>
              <a:gd name="adj" fmla="val 10000"/>
            </a:avLst>
          </a:prstGeom>
          <a:solidFill xmlns:a="http://schemas.openxmlformats.org/drawingml/2006/main">
            <a:srgbClr val="EAF6F1"/>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2" name="Rectangle 31">
            <a:extLst xmlns:a="http://schemas.openxmlformats.org/drawingml/2006/main">
              <a:ext uri="{FF2B5EF4-FFF2-40B4-BE49-F238E27FC236}">
                <a16:creationId xmlns:a16="http://schemas.microsoft.com/office/drawing/2014/main" id="{D91150A0-DABE-483E-BD42-E2647C2AA3EE}"/>
              </a:ext>
            </a:extLst>
          </p:cNvPr>
          <p:cNvSpPr>
            <a:spLocks xmlns:a="http://schemas.openxmlformats.org/drawingml/2006/main" noGrp="1"/>
          </p:cNvSpPr>
          <p:nvPr/>
        </p:nvSpPr>
        <p:spPr>
          <a:xfrm xmlns:a="http://schemas.openxmlformats.org/drawingml/2006/main">
            <a:off x="1143000" y="4838700"/>
            <a:ext cx="4000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500" lnSpcReduction="20000"/>
          </a:bodyPr>
          <a:lstStyle xmlns:a="http://schemas.openxmlformats.org/drawingml/2006/main">
            <a:defPPr algn="l">
              <a:defRPr sz="1500" b="1">
                <a:solidFill>
                  <a:srgbClr val="218D73"/>
                </a:solidFill>
                <a:latin typeface="Arial"/>
                <a:ea typeface="Arial"/>
                <a:cs typeface="Arial"/>
              </a:defRPr>
            </a:defPPr>
            <a:lvl1pPr algn="l">
              <a:defRPr sz="1500" b="1">
                <a:solidFill>
                  <a:srgbClr val="218D73"/>
                </a:solidFill>
                <a:latin typeface="Arial"/>
                <a:ea typeface="Arial"/>
                <a:cs typeface="Arial"/>
              </a:defRPr>
            </a:lvl1pPr>
            <a:lvl2pPr algn="l">
              <a:defRPr sz="1500" b="1">
                <a:solidFill>
                  <a:srgbClr val="218D73"/>
                </a:solidFill>
                <a:latin typeface="Arial"/>
                <a:ea typeface="Arial"/>
                <a:cs typeface="Arial"/>
              </a:defRPr>
            </a:lvl2pPr>
            <a:lvl3pPr algn="l">
              <a:defRPr sz="1500" b="1">
                <a:solidFill>
                  <a:srgbClr val="218D73"/>
                </a:solidFill>
                <a:latin typeface="Arial"/>
                <a:ea typeface="Arial"/>
                <a:cs typeface="Arial"/>
              </a:defRPr>
            </a:lvl3pPr>
            <a:lvl4pPr algn="l">
              <a:defRPr sz="1500" b="1">
                <a:solidFill>
                  <a:srgbClr val="218D73"/>
                </a:solidFill>
                <a:latin typeface="Arial"/>
                <a:ea typeface="Arial"/>
                <a:cs typeface="Arial"/>
              </a:defRPr>
            </a:lvl4pPr>
            <a:lvl5pPr algn="l">
              <a:defRPr sz="1500" b="1">
                <a:solidFill>
                  <a:srgbClr val="218D73"/>
                </a:solidFill>
                <a:latin typeface="Arial"/>
                <a:ea typeface="Arial"/>
                <a:cs typeface="Arial"/>
              </a:defRPr>
            </a:lvl5pPr>
            <a:lvl6pPr algn="l">
              <a:defRPr sz="1500" b="1">
                <a:solidFill>
                  <a:srgbClr val="218D73"/>
                </a:solidFill>
                <a:latin typeface="Arial"/>
                <a:ea typeface="Arial"/>
                <a:cs typeface="Arial"/>
              </a:defRPr>
            </a:lvl6pPr>
            <a:lvl7pPr algn="l">
              <a:defRPr sz="1500" b="1">
                <a:solidFill>
                  <a:srgbClr val="218D73"/>
                </a:solidFill>
                <a:latin typeface="Arial"/>
                <a:ea typeface="Arial"/>
                <a:cs typeface="Arial"/>
              </a:defRPr>
            </a:lvl7pPr>
            <a:lvl8pPr algn="l">
              <a:defRPr sz="1500" b="1">
                <a:solidFill>
                  <a:srgbClr val="218D73"/>
                </a:solidFill>
                <a:latin typeface="Arial"/>
                <a:ea typeface="Arial"/>
                <a:cs typeface="Arial"/>
              </a:defRPr>
            </a:lvl8pPr>
            <a:lvl9pPr algn="l">
              <a:defRPr sz="1500" b="1">
                <a:solidFill>
                  <a:srgbClr val="218D73"/>
                </a:solidFill>
                <a:latin typeface="Arial"/>
                <a:ea typeface="Arial"/>
                <a:cs typeface="Arial"/>
              </a:defRPr>
            </a:lvl9pPr>
          </a:lstStyle>
          <a:p xmlns:a="http://schemas.openxmlformats.org/drawingml/2006/main">
            <a:pPr algn="l">
              <a:buNone/>
              <a:defRPr sz="1500" b="1">
                <a:solidFill>
                  <a:srgbClr val="218D73"/>
                </a:solidFill>
                <a:latin typeface="Arial"/>
                <a:ea typeface="Arial"/>
                <a:cs typeface="Arial"/>
              </a:defRPr>
            </a:pPr>
            <a:r>
              <a:rPr sz="1500" b="1">
                <a:solidFill>
                  <a:srgbClr val="218D73"/>
                </a:solidFill>
                <a:latin typeface="Arial"/>
                <a:ea typeface="Arial"/>
                <a:cs typeface="Arial"/>
              </a:rPr>
              <a:t>Khi mất mạng</a:t>
            </a:r>
          </a:p>
        </p:txBody>
      </p:sp>
      <p:sp>
        <p:nvSpPr>
          <p:cNvPr id="33" name="Rectangle 32">
            <a:extLst xmlns:a="http://schemas.openxmlformats.org/drawingml/2006/main">
              <a:ext uri="{FF2B5EF4-FFF2-40B4-BE49-F238E27FC236}">
                <a16:creationId xmlns:a16="http://schemas.microsoft.com/office/drawing/2014/main" id="{69CB2ACF-E296-4B24-B6CF-AC89FFCF498E}"/>
              </a:ext>
            </a:extLst>
          </p:cNvPr>
          <p:cNvSpPr>
            <a:spLocks xmlns:a="http://schemas.openxmlformats.org/drawingml/2006/main" noGrp="1"/>
          </p:cNvSpPr>
          <p:nvPr/>
        </p:nvSpPr>
        <p:spPr>
          <a:xfrm xmlns:a="http://schemas.openxmlformats.org/drawingml/2006/main">
            <a:off x="1143000" y="5229225"/>
            <a:ext cx="4095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979"/>
          </a:bodyPr>
          <a:lstStyle xmlns:a="http://schemas.openxmlformats.org/drawingml/2006/main">
            <a:defPPr algn="l">
              <a:defRPr sz="1200" b="0">
                <a:solidFill>
                  <a:srgbClr val="17312C"/>
                </a:solidFill>
                <a:latin typeface="Arial"/>
                <a:ea typeface="Arial"/>
                <a:cs typeface="Arial"/>
              </a:defRPr>
            </a:defPPr>
            <a:lvl1pPr algn="l">
              <a:defRPr sz="1200" b="0">
                <a:solidFill>
                  <a:srgbClr val="17312C"/>
                </a:solidFill>
                <a:latin typeface="Arial"/>
                <a:ea typeface="Arial"/>
                <a:cs typeface="Arial"/>
              </a:defRPr>
            </a:lvl1pPr>
            <a:lvl2pPr algn="l">
              <a:defRPr sz="1200" b="0">
                <a:solidFill>
                  <a:srgbClr val="17312C"/>
                </a:solidFill>
                <a:latin typeface="Arial"/>
                <a:ea typeface="Arial"/>
                <a:cs typeface="Arial"/>
              </a:defRPr>
            </a:lvl2pPr>
            <a:lvl3pPr algn="l">
              <a:defRPr sz="1200" b="0">
                <a:solidFill>
                  <a:srgbClr val="17312C"/>
                </a:solidFill>
                <a:latin typeface="Arial"/>
                <a:ea typeface="Arial"/>
                <a:cs typeface="Arial"/>
              </a:defRPr>
            </a:lvl3pPr>
            <a:lvl4pPr algn="l">
              <a:defRPr sz="1200" b="0">
                <a:solidFill>
                  <a:srgbClr val="17312C"/>
                </a:solidFill>
                <a:latin typeface="Arial"/>
                <a:ea typeface="Arial"/>
                <a:cs typeface="Arial"/>
              </a:defRPr>
            </a:lvl4pPr>
            <a:lvl5pPr algn="l">
              <a:defRPr sz="1200" b="0">
                <a:solidFill>
                  <a:srgbClr val="17312C"/>
                </a:solidFill>
                <a:latin typeface="Arial"/>
                <a:ea typeface="Arial"/>
                <a:cs typeface="Arial"/>
              </a:defRPr>
            </a:lvl5pPr>
            <a:lvl6pPr algn="l">
              <a:defRPr sz="1200" b="0">
                <a:solidFill>
                  <a:srgbClr val="17312C"/>
                </a:solidFill>
                <a:latin typeface="Arial"/>
                <a:ea typeface="Arial"/>
                <a:cs typeface="Arial"/>
              </a:defRPr>
            </a:lvl6pPr>
            <a:lvl7pPr algn="l">
              <a:defRPr sz="1200" b="0">
                <a:solidFill>
                  <a:srgbClr val="17312C"/>
                </a:solidFill>
                <a:latin typeface="Arial"/>
                <a:ea typeface="Arial"/>
                <a:cs typeface="Arial"/>
              </a:defRPr>
            </a:lvl7pPr>
            <a:lvl8pPr algn="l">
              <a:defRPr sz="1200" b="0">
                <a:solidFill>
                  <a:srgbClr val="17312C"/>
                </a:solidFill>
                <a:latin typeface="Arial"/>
                <a:ea typeface="Arial"/>
                <a:cs typeface="Arial"/>
              </a:defRPr>
            </a:lvl8pPr>
            <a:lvl9pPr algn="l">
              <a:defRPr sz="1200" b="0">
                <a:solidFill>
                  <a:srgbClr val="17312C"/>
                </a:solidFill>
                <a:latin typeface="Arial"/>
                <a:ea typeface="Arial"/>
                <a:cs typeface="Arial"/>
              </a:defRPr>
            </a:lvl9pPr>
          </a:lstStyle>
          <a:p xmlns:a="http://schemas.openxmlformats.org/drawingml/2006/main">
            <a:pPr algn="l">
              <a:buNone/>
              <a:defRPr sz="1200" b="0">
                <a:solidFill>
                  <a:srgbClr val="17312C"/>
                </a:solidFill>
                <a:latin typeface="Arial"/>
                <a:ea typeface="Arial"/>
                <a:cs typeface="Arial"/>
              </a:defRPr>
            </a:pPr>
            <a:r>
              <a:rPr sz="1200" b="0">
                <a:solidFill>
                  <a:srgbClr val="17312C"/>
                </a:solidFill>
                <a:latin typeface="Arial"/>
                <a:ea typeface="Arial"/>
                <a:cs typeface="Arial"/>
              </a:rPr>
              <a:t>Request lỗi thì sent vẫn bằng 0. Lần sau agent gửi lại cùng UUID, nên dữ liệu không mất và server không tạo bản sao mới.</a:t>
            </a:r>
          </a:p>
        </p:txBody>
      </p:sp>
      <p:sp>
        <p:nvSpPr>
          <p:cNvPr id="34" name="Rectangle: Rounded Corners 33">
            <a:extLst xmlns:a="http://schemas.openxmlformats.org/drawingml/2006/main">
              <a:ext uri="{FF2B5EF4-FFF2-40B4-BE49-F238E27FC236}">
                <a16:creationId xmlns:a16="http://schemas.microsoft.com/office/drawing/2014/main" id="{2BA366BE-5629-4187-9A15-160EFBFD85AB}"/>
              </a:ext>
            </a:extLst>
          </p:cNvPr>
          <p:cNvSpPr>
            <a:spLocks xmlns:a="http://schemas.openxmlformats.org/drawingml/2006/main" noGrp="1"/>
          </p:cNvSpPr>
          <p:nvPr/>
        </p:nvSpPr>
        <p:spPr>
          <a:xfrm xmlns:a="http://schemas.openxmlformats.org/drawingml/2006/main">
            <a:off x="6467475" y="4648200"/>
            <a:ext cx="4810125" cy="1143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7E5DF"/>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Rectangle 34">
            <a:extLst xmlns:a="http://schemas.openxmlformats.org/drawingml/2006/main">
              <a:ext uri="{FF2B5EF4-FFF2-40B4-BE49-F238E27FC236}">
                <a16:creationId xmlns:a16="http://schemas.microsoft.com/office/drawing/2014/main" id="{05B75C37-A85F-4C69-8B95-A46140381A33}"/>
              </a:ext>
            </a:extLst>
          </p:cNvPr>
          <p:cNvSpPr>
            <a:spLocks xmlns:a="http://schemas.openxmlformats.org/drawingml/2006/main" noGrp="1"/>
          </p:cNvSpPr>
          <p:nvPr/>
        </p:nvSpPr>
        <p:spPr>
          <a:xfrm xmlns:a="http://schemas.openxmlformats.org/drawingml/2006/main">
            <a:off x="6715125" y="4838700"/>
            <a:ext cx="3810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500" lnSpcReduction="20000"/>
          </a:bodyPr>
          <a:lstStyle xmlns:a="http://schemas.openxmlformats.org/drawingml/2006/main">
            <a:defPPr algn="l">
              <a:defRPr sz="1500" b="1">
                <a:solidFill>
                  <a:srgbClr val="123C52"/>
                </a:solidFill>
                <a:latin typeface="Arial"/>
                <a:ea typeface="Arial"/>
                <a:cs typeface="Arial"/>
              </a:defRPr>
            </a:defPPr>
            <a:lvl1pPr algn="l">
              <a:defRPr sz="1500" b="1">
                <a:solidFill>
                  <a:srgbClr val="123C52"/>
                </a:solidFill>
                <a:latin typeface="Arial"/>
                <a:ea typeface="Arial"/>
                <a:cs typeface="Arial"/>
              </a:defRPr>
            </a:lvl1pPr>
            <a:lvl2pPr algn="l">
              <a:defRPr sz="1500" b="1">
                <a:solidFill>
                  <a:srgbClr val="123C52"/>
                </a:solidFill>
                <a:latin typeface="Arial"/>
                <a:ea typeface="Arial"/>
                <a:cs typeface="Arial"/>
              </a:defRPr>
            </a:lvl2pPr>
            <a:lvl3pPr algn="l">
              <a:defRPr sz="1500" b="1">
                <a:solidFill>
                  <a:srgbClr val="123C52"/>
                </a:solidFill>
                <a:latin typeface="Arial"/>
                <a:ea typeface="Arial"/>
                <a:cs typeface="Arial"/>
              </a:defRPr>
            </a:lvl3pPr>
            <a:lvl4pPr algn="l">
              <a:defRPr sz="1500" b="1">
                <a:solidFill>
                  <a:srgbClr val="123C52"/>
                </a:solidFill>
                <a:latin typeface="Arial"/>
                <a:ea typeface="Arial"/>
                <a:cs typeface="Arial"/>
              </a:defRPr>
            </a:lvl4pPr>
            <a:lvl5pPr algn="l">
              <a:defRPr sz="1500" b="1">
                <a:solidFill>
                  <a:srgbClr val="123C52"/>
                </a:solidFill>
                <a:latin typeface="Arial"/>
                <a:ea typeface="Arial"/>
                <a:cs typeface="Arial"/>
              </a:defRPr>
            </a:lvl5pPr>
            <a:lvl6pPr algn="l">
              <a:defRPr sz="1500" b="1">
                <a:solidFill>
                  <a:srgbClr val="123C52"/>
                </a:solidFill>
                <a:latin typeface="Arial"/>
                <a:ea typeface="Arial"/>
                <a:cs typeface="Arial"/>
              </a:defRPr>
            </a:lvl6pPr>
            <a:lvl7pPr algn="l">
              <a:defRPr sz="1500" b="1">
                <a:solidFill>
                  <a:srgbClr val="123C52"/>
                </a:solidFill>
                <a:latin typeface="Arial"/>
                <a:ea typeface="Arial"/>
                <a:cs typeface="Arial"/>
              </a:defRPr>
            </a:lvl7pPr>
            <a:lvl8pPr algn="l">
              <a:defRPr sz="1500" b="1">
                <a:solidFill>
                  <a:srgbClr val="123C52"/>
                </a:solidFill>
                <a:latin typeface="Arial"/>
                <a:ea typeface="Arial"/>
                <a:cs typeface="Arial"/>
              </a:defRPr>
            </a:lvl8pPr>
            <a:lvl9pPr algn="l">
              <a:defRPr sz="1500" b="1">
                <a:solidFill>
                  <a:srgbClr val="123C52"/>
                </a:solidFill>
                <a:latin typeface="Arial"/>
                <a:ea typeface="Arial"/>
                <a:cs typeface="Arial"/>
              </a:defRPr>
            </a:lvl9pPr>
          </a:lstStyle>
          <a:p xmlns:a="http://schemas.openxmlformats.org/drawingml/2006/main">
            <a:pPr algn="l">
              <a:buNone/>
              <a:defRPr sz="1500" b="1">
                <a:solidFill>
                  <a:srgbClr val="123C52"/>
                </a:solidFill>
                <a:latin typeface="Arial"/>
                <a:ea typeface="Arial"/>
                <a:cs typeface="Arial"/>
              </a:defRPr>
            </a:pPr>
            <a:r>
              <a:rPr sz="1500" b="1">
                <a:solidFill>
                  <a:srgbClr val="123C52"/>
                </a:solidFill>
                <a:latin typeface="Arial"/>
                <a:ea typeface="Arial"/>
                <a:cs typeface="Arial"/>
              </a:rPr>
              <a:t>Khi có yêu cầu xóa</a:t>
            </a:r>
          </a:p>
        </p:txBody>
      </p:sp>
      <p:sp>
        <p:nvSpPr>
          <p:cNvPr id="36" name="Rectangle 35">
            <a:extLst xmlns:a="http://schemas.openxmlformats.org/drawingml/2006/main">
              <a:ext uri="{FF2B5EF4-FFF2-40B4-BE49-F238E27FC236}">
                <a16:creationId xmlns:a16="http://schemas.microsoft.com/office/drawing/2014/main" id="{3C54E9F7-5949-40AC-A5B2-46F8FCFE7AB3}"/>
              </a:ext>
            </a:extLst>
          </p:cNvPr>
          <p:cNvSpPr>
            <a:spLocks xmlns:a="http://schemas.openxmlformats.org/drawingml/2006/main" noGrp="1"/>
          </p:cNvSpPr>
          <p:nvPr/>
        </p:nvSpPr>
        <p:spPr>
          <a:xfrm xmlns:a="http://schemas.openxmlformats.org/drawingml/2006/main">
            <a:off x="6715125" y="5229225"/>
            <a:ext cx="4095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79" lnSpcReduction="10000"/>
          </a:bodyPr>
          <a:lstStyle xmlns:a="http://schemas.openxmlformats.org/drawingml/2006/main">
            <a:defPPr algn="l">
              <a:defRPr sz="1200" b="0">
                <a:solidFill>
                  <a:srgbClr val="17312C"/>
                </a:solidFill>
                <a:latin typeface="Arial"/>
                <a:ea typeface="Arial"/>
                <a:cs typeface="Arial"/>
              </a:defRPr>
            </a:defPPr>
            <a:lvl1pPr algn="l">
              <a:defRPr sz="1200" b="0">
                <a:solidFill>
                  <a:srgbClr val="17312C"/>
                </a:solidFill>
                <a:latin typeface="Arial"/>
                <a:ea typeface="Arial"/>
                <a:cs typeface="Arial"/>
              </a:defRPr>
            </a:lvl1pPr>
            <a:lvl2pPr algn="l">
              <a:defRPr sz="1200" b="0">
                <a:solidFill>
                  <a:srgbClr val="17312C"/>
                </a:solidFill>
                <a:latin typeface="Arial"/>
                <a:ea typeface="Arial"/>
                <a:cs typeface="Arial"/>
              </a:defRPr>
            </a:lvl2pPr>
            <a:lvl3pPr algn="l">
              <a:defRPr sz="1200" b="0">
                <a:solidFill>
                  <a:srgbClr val="17312C"/>
                </a:solidFill>
                <a:latin typeface="Arial"/>
                <a:ea typeface="Arial"/>
                <a:cs typeface="Arial"/>
              </a:defRPr>
            </a:lvl3pPr>
            <a:lvl4pPr algn="l">
              <a:defRPr sz="1200" b="0">
                <a:solidFill>
                  <a:srgbClr val="17312C"/>
                </a:solidFill>
                <a:latin typeface="Arial"/>
                <a:ea typeface="Arial"/>
                <a:cs typeface="Arial"/>
              </a:defRPr>
            </a:lvl4pPr>
            <a:lvl5pPr algn="l">
              <a:defRPr sz="1200" b="0">
                <a:solidFill>
                  <a:srgbClr val="17312C"/>
                </a:solidFill>
                <a:latin typeface="Arial"/>
                <a:ea typeface="Arial"/>
                <a:cs typeface="Arial"/>
              </a:defRPr>
            </a:lvl5pPr>
            <a:lvl6pPr algn="l">
              <a:defRPr sz="1200" b="0">
                <a:solidFill>
                  <a:srgbClr val="17312C"/>
                </a:solidFill>
                <a:latin typeface="Arial"/>
                <a:ea typeface="Arial"/>
                <a:cs typeface="Arial"/>
              </a:defRPr>
            </a:lvl6pPr>
            <a:lvl7pPr algn="l">
              <a:defRPr sz="1200" b="0">
                <a:solidFill>
                  <a:srgbClr val="17312C"/>
                </a:solidFill>
                <a:latin typeface="Arial"/>
                <a:ea typeface="Arial"/>
                <a:cs typeface="Arial"/>
              </a:defRPr>
            </a:lvl7pPr>
            <a:lvl8pPr algn="l">
              <a:defRPr sz="1200" b="0">
                <a:solidFill>
                  <a:srgbClr val="17312C"/>
                </a:solidFill>
                <a:latin typeface="Arial"/>
                <a:ea typeface="Arial"/>
                <a:cs typeface="Arial"/>
              </a:defRPr>
            </a:lvl8pPr>
            <a:lvl9pPr algn="l">
              <a:defRPr sz="1200" b="0">
                <a:solidFill>
                  <a:srgbClr val="17312C"/>
                </a:solidFill>
                <a:latin typeface="Arial"/>
                <a:ea typeface="Arial"/>
                <a:cs typeface="Arial"/>
              </a:defRPr>
            </a:lvl9pPr>
          </a:lstStyle>
          <a:p xmlns:a="http://schemas.openxmlformats.org/drawingml/2006/main">
            <a:pPr algn="l">
              <a:buNone/>
              <a:defRPr sz="1200" b="0">
                <a:solidFill>
                  <a:srgbClr val="17312C"/>
                </a:solidFill>
                <a:latin typeface="Arial"/>
                <a:ea typeface="Arial"/>
                <a:cs typeface="Arial"/>
              </a:defRPr>
            </a:pPr>
            <a:r>
              <a:rPr sz="1200" b="0">
                <a:solidFill>
                  <a:srgbClr val="17312C"/>
                </a:solidFill>
                <a:latin typeface="Arial"/>
                <a:ea typeface="Arial"/>
                <a:cs typeface="Arial"/>
              </a:rPr>
              <a:t>Nếu generation tăng, agent xóa history và outbox của trẻ trong một transaction, ACK việc xóa rồi mới upload dữ liệu mới.</a:t>
            </a:r>
          </a:p>
        </p:txBody>
      </p:sp>
    </p:spTree>
    <p:extLst>
      <p:ext uri="{BB962C8B-B14F-4D97-AF65-F5344CB8AC3E}">
        <p14:creationId xmlns:p14="http://schemas.microsoft.com/office/powerpoint/2010/main" val="962135949"/>
      </p:ext>
    </p:extLst>
  </p:cSld>
</p:sld>
</file>

<file path=ppt/slides/slide10.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107E63AD-9E79-439C-B85D-B46D7DCCAE6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18D73"/>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0F0BE038-0F3E-4A52-B88E-0D2B8381B7CD}"/>
              </a:ext>
            </a:extLst>
          </p:cNvPr>
          <p:cNvSpPr>
            <a:spLocks xmlns:a="http://schemas.openxmlformats.org/drawingml/2006/main" noGrp="1"/>
          </p:cNvSpPr>
          <p:nvPr/>
        </p:nvSpPr>
        <p:spPr>
          <a:xfrm xmlns:a="http://schemas.openxmlformats.org/drawingml/2006/main">
            <a:off x="514350" y="25717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545" lnSpcReduction="20000"/>
          </a:bodyPr>
          <a:lstStyle xmlns:a="http://schemas.openxmlformats.org/drawingml/2006/main">
            <a:defPPr algn="l">
              <a:defRPr sz="825" b="1">
                <a:solidFill>
                  <a:srgbClr val="218D73"/>
                </a:solidFill>
                <a:latin typeface="Arial"/>
                <a:ea typeface="Arial"/>
                <a:cs typeface="Arial"/>
              </a:defRPr>
            </a:defPPr>
            <a:lvl1pPr algn="l">
              <a:defRPr sz="825" b="1">
                <a:solidFill>
                  <a:srgbClr val="218D73"/>
                </a:solidFill>
                <a:latin typeface="Arial"/>
                <a:ea typeface="Arial"/>
                <a:cs typeface="Arial"/>
              </a:defRPr>
            </a:lvl1pPr>
            <a:lvl2pPr algn="l">
              <a:defRPr sz="825" b="1">
                <a:solidFill>
                  <a:srgbClr val="218D73"/>
                </a:solidFill>
                <a:latin typeface="Arial"/>
                <a:ea typeface="Arial"/>
                <a:cs typeface="Arial"/>
              </a:defRPr>
            </a:lvl2pPr>
            <a:lvl3pPr algn="l">
              <a:defRPr sz="825" b="1">
                <a:solidFill>
                  <a:srgbClr val="218D73"/>
                </a:solidFill>
                <a:latin typeface="Arial"/>
                <a:ea typeface="Arial"/>
                <a:cs typeface="Arial"/>
              </a:defRPr>
            </a:lvl3pPr>
            <a:lvl4pPr algn="l">
              <a:defRPr sz="825" b="1">
                <a:solidFill>
                  <a:srgbClr val="218D73"/>
                </a:solidFill>
                <a:latin typeface="Arial"/>
                <a:ea typeface="Arial"/>
                <a:cs typeface="Arial"/>
              </a:defRPr>
            </a:lvl4pPr>
            <a:lvl5pPr algn="l">
              <a:defRPr sz="825" b="1">
                <a:solidFill>
                  <a:srgbClr val="218D73"/>
                </a:solidFill>
                <a:latin typeface="Arial"/>
                <a:ea typeface="Arial"/>
                <a:cs typeface="Arial"/>
              </a:defRPr>
            </a:lvl5pPr>
            <a:lvl6pPr algn="l">
              <a:defRPr sz="825" b="1">
                <a:solidFill>
                  <a:srgbClr val="218D73"/>
                </a:solidFill>
                <a:latin typeface="Arial"/>
                <a:ea typeface="Arial"/>
                <a:cs typeface="Arial"/>
              </a:defRPr>
            </a:lvl6pPr>
            <a:lvl7pPr algn="l">
              <a:defRPr sz="825" b="1">
                <a:solidFill>
                  <a:srgbClr val="218D73"/>
                </a:solidFill>
                <a:latin typeface="Arial"/>
                <a:ea typeface="Arial"/>
                <a:cs typeface="Arial"/>
              </a:defRPr>
            </a:lvl7pPr>
            <a:lvl8pPr algn="l">
              <a:defRPr sz="825" b="1">
                <a:solidFill>
                  <a:srgbClr val="218D73"/>
                </a:solidFill>
                <a:latin typeface="Arial"/>
                <a:ea typeface="Arial"/>
                <a:cs typeface="Arial"/>
              </a:defRPr>
            </a:lvl8pPr>
            <a:lvl9pPr algn="l">
              <a:defRPr sz="825" b="1">
                <a:solidFill>
                  <a:srgbClr val="218D73"/>
                </a:solidFill>
                <a:latin typeface="Arial"/>
                <a:ea typeface="Arial"/>
                <a:cs typeface="Arial"/>
              </a:defRPr>
            </a:lvl9pPr>
          </a:lstStyle>
          <a:p xmlns:a="http://schemas.openxmlformats.org/drawingml/2006/main">
            <a:pPr algn="l">
              <a:buNone/>
              <a:defRPr sz="825" b="1">
                <a:solidFill>
                  <a:srgbClr val="218D73"/>
                </a:solidFill>
                <a:latin typeface="Arial"/>
                <a:ea typeface="Arial"/>
                <a:cs typeface="Arial"/>
              </a:defRPr>
            </a:pPr>
            <a:r>
              <a:rPr sz="825" b="1">
                <a:solidFill>
                  <a:srgbClr val="218D73"/>
                </a:solidFill>
                <a:latin typeface="Arial"/>
                <a:ea typeface="Arial"/>
                <a:cs typeface="Arial"/>
              </a:rPr>
              <a:t>OPEN GUARD KIDS  |  BÁO CÁO F2, F3 VÀ F5</a:t>
            </a:r>
          </a:p>
        </p:txBody>
      </p:sp>
      <p:sp>
        <p:nvSpPr>
          <p:cNvPr id="3" name="Rectangle 2">
            <a:extLst xmlns:a="http://schemas.openxmlformats.org/drawingml/2006/main">
              <a:ext uri="{FF2B5EF4-FFF2-40B4-BE49-F238E27FC236}">
                <a16:creationId xmlns:a16="http://schemas.microsoft.com/office/drawing/2014/main" id="{DFB212E8-BC53-410A-8804-603D9A1D4648}"/>
              </a:ext>
            </a:extLst>
          </p:cNvPr>
          <p:cNvSpPr>
            <a:spLocks xmlns:a="http://schemas.openxmlformats.org/drawingml/2006/main" noGrp="1"/>
          </p:cNvSpPr>
          <p:nvPr/>
        </p:nvSpPr>
        <p:spPr>
          <a:xfrm xmlns:a="http://schemas.openxmlformats.org/drawingml/2006/main">
            <a:off x="514350" y="55245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970"/>
          </a:bodyPr>
          <a:lstStyle xmlns:a="http://schemas.openxmlformats.org/drawingml/2006/main">
            <a:defPPr algn="l">
              <a:defRPr sz="2475" b="1">
                <a:solidFill>
                  <a:srgbClr val="123C52"/>
                </a:solidFill>
                <a:latin typeface="Arial"/>
                <a:ea typeface="Arial"/>
                <a:cs typeface="Arial"/>
              </a:defRPr>
            </a:defPPr>
            <a:lvl1pPr algn="l">
              <a:defRPr sz="2475" b="1">
                <a:solidFill>
                  <a:srgbClr val="123C52"/>
                </a:solidFill>
                <a:latin typeface="Arial"/>
                <a:ea typeface="Arial"/>
                <a:cs typeface="Arial"/>
              </a:defRPr>
            </a:lvl1pPr>
            <a:lvl2pPr algn="l">
              <a:defRPr sz="2475" b="1">
                <a:solidFill>
                  <a:srgbClr val="123C52"/>
                </a:solidFill>
                <a:latin typeface="Arial"/>
                <a:ea typeface="Arial"/>
                <a:cs typeface="Arial"/>
              </a:defRPr>
            </a:lvl2pPr>
            <a:lvl3pPr algn="l">
              <a:defRPr sz="2475" b="1">
                <a:solidFill>
                  <a:srgbClr val="123C52"/>
                </a:solidFill>
                <a:latin typeface="Arial"/>
                <a:ea typeface="Arial"/>
                <a:cs typeface="Arial"/>
              </a:defRPr>
            </a:lvl3pPr>
            <a:lvl4pPr algn="l">
              <a:defRPr sz="2475" b="1">
                <a:solidFill>
                  <a:srgbClr val="123C52"/>
                </a:solidFill>
                <a:latin typeface="Arial"/>
                <a:ea typeface="Arial"/>
                <a:cs typeface="Arial"/>
              </a:defRPr>
            </a:lvl4pPr>
            <a:lvl5pPr algn="l">
              <a:defRPr sz="2475" b="1">
                <a:solidFill>
                  <a:srgbClr val="123C52"/>
                </a:solidFill>
                <a:latin typeface="Arial"/>
                <a:ea typeface="Arial"/>
                <a:cs typeface="Arial"/>
              </a:defRPr>
            </a:lvl5pPr>
            <a:lvl6pPr algn="l">
              <a:defRPr sz="2475" b="1">
                <a:solidFill>
                  <a:srgbClr val="123C52"/>
                </a:solidFill>
                <a:latin typeface="Arial"/>
                <a:ea typeface="Arial"/>
                <a:cs typeface="Arial"/>
              </a:defRPr>
            </a:lvl6pPr>
            <a:lvl7pPr algn="l">
              <a:defRPr sz="2475" b="1">
                <a:solidFill>
                  <a:srgbClr val="123C52"/>
                </a:solidFill>
                <a:latin typeface="Arial"/>
                <a:ea typeface="Arial"/>
                <a:cs typeface="Arial"/>
              </a:defRPr>
            </a:lvl7pPr>
            <a:lvl8pPr algn="l">
              <a:defRPr sz="2475" b="1">
                <a:solidFill>
                  <a:srgbClr val="123C52"/>
                </a:solidFill>
                <a:latin typeface="Arial"/>
                <a:ea typeface="Arial"/>
                <a:cs typeface="Arial"/>
              </a:defRPr>
            </a:lvl8pPr>
            <a:lvl9pPr algn="l">
              <a:defRPr sz="2475" b="1">
                <a:solidFill>
                  <a:srgbClr val="123C52"/>
                </a:solidFill>
                <a:latin typeface="Arial"/>
                <a:ea typeface="Arial"/>
                <a:cs typeface="Arial"/>
              </a:defRPr>
            </a:lvl9pPr>
          </a:lstStyle>
          <a:p xmlns:a="http://schemas.openxmlformats.org/drawingml/2006/main">
            <a:pPr algn="l">
              <a:buNone/>
              <a:defRPr sz="2475" b="1">
                <a:solidFill>
                  <a:srgbClr val="123C52"/>
                </a:solidFill>
                <a:latin typeface="Arial"/>
                <a:ea typeface="Arial"/>
                <a:cs typeface="Arial"/>
              </a:defRPr>
            </a:pPr>
            <a:r>
              <a:rPr sz="2475" b="1">
                <a:solidFill>
                  <a:srgbClr val="123C52"/>
                </a:solidFill>
                <a:latin typeface="Arial"/>
                <a:ea typeface="Arial"/>
                <a:cs typeface="Arial"/>
              </a:rPr>
              <a:t>Cách đo thời gian sử dụng</a:t>
            </a:r>
          </a:p>
        </p:txBody>
      </p:sp>
      <p:sp>
        <p:nvSpPr>
          <p:cNvPr id="4" name="Rectangle 3">
            <a:extLst xmlns:a="http://schemas.openxmlformats.org/drawingml/2006/main">
              <a:ext uri="{FF2B5EF4-FFF2-40B4-BE49-F238E27FC236}">
                <a16:creationId xmlns:a16="http://schemas.microsoft.com/office/drawing/2014/main" id="{AF053D4E-997F-48F9-8CCB-C22C4F535265}"/>
              </a:ext>
            </a:extLst>
          </p:cNvPr>
          <p:cNvSpPr>
            <a:spLocks xmlns:a="http://schemas.openxmlformats.org/drawingml/2006/main" noGrp="1"/>
          </p:cNvSpPr>
          <p:nvPr/>
        </p:nvSpPr>
        <p:spPr>
          <a:xfrm xmlns:a="http://schemas.openxmlformats.org/drawingml/2006/main">
            <a:off x="514350" y="1143000"/>
            <a:ext cx="11163300" cy="9525"/>
          </a:xfrm>
          <a:prstGeom xmlns:a="http://schemas.openxmlformats.org/drawingml/2006/main" prst="rect">
            <a:avLst/>
          </a:prstGeom>
          <a:solidFill xmlns:a="http://schemas.openxmlformats.org/drawingml/2006/main">
            <a:srgbClr val="D7E5D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E6F13BE3-1306-4357-AA7E-31AFF66B670D}"/>
              </a:ext>
            </a:extLst>
          </p:cNvPr>
          <p:cNvSpPr>
            <a:spLocks xmlns:a="http://schemas.openxmlformats.org/drawingml/2006/main" noGrp="1"/>
          </p:cNvSpPr>
          <p:nvPr/>
        </p:nvSpPr>
        <p:spPr>
          <a:xfrm xmlns:a="http://schemas.openxmlformats.org/drawingml/2006/main">
            <a:off x="11096625" y="2571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545" lnSpcReduction="20000"/>
          </a:bodyPr>
          <a:lstStyle xmlns:a="http://schemas.openxmlformats.org/drawingml/2006/main">
            <a:defPPr algn="r">
              <a:defRPr sz="825" b="1">
                <a:solidFill>
                  <a:srgbClr val="218D73"/>
                </a:solidFill>
                <a:latin typeface="Arial"/>
                <a:ea typeface="Arial"/>
                <a:cs typeface="Arial"/>
              </a:defRPr>
            </a:defPPr>
            <a:lvl1pPr algn="r">
              <a:defRPr sz="825" b="1">
                <a:solidFill>
                  <a:srgbClr val="218D73"/>
                </a:solidFill>
                <a:latin typeface="Arial"/>
                <a:ea typeface="Arial"/>
                <a:cs typeface="Arial"/>
              </a:defRPr>
            </a:lvl1pPr>
            <a:lvl2pPr algn="r">
              <a:defRPr sz="825" b="1">
                <a:solidFill>
                  <a:srgbClr val="218D73"/>
                </a:solidFill>
                <a:latin typeface="Arial"/>
                <a:ea typeface="Arial"/>
                <a:cs typeface="Arial"/>
              </a:defRPr>
            </a:lvl2pPr>
            <a:lvl3pPr algn="r">
              <a:defRPr sz="825" b="1">
                <a:solidFill>
                  <a:srgbClr val="218D73"/>
                </a:solidFill>
                <a:latin typeface="Arial"/>
                <a:ea typeface="Arial"/>
                <a:cs typeface="Arial"/>
              </a:defRPr>
            </a:lvl3pPr>
            <a:lvl4pPr algn="r">
              <a:defRPr sz="825" b="1">
                <a:solidFill>
                  <a:srgbClr val="218D73"/>
                </a:solidFill>
                <a:latin typeface="Arial"/>
                <a:ea typeface="Arial"/>
                <a:cs typeface="Arial"/>
              </a:defRPr>
            </a:lvl4pPr>
            <a:lvl5pPr algn="r">
              <a:defRPr sz="825" b="1">
                <a:solidFill>
                  <a:srgbClr val="218D73"/>
                </a:solidFill>
                <a:latin typeface="Arial"/>
                <a:ea typeface="Arial"/>
                <a:cs typeface="Arial"/>
              </a:defRPr>
            </a:lvl5pPr>
            <a:lvl6pPr algn="r">
              <a:defRPr sz="825" b="1">
                <a:solidFill>
                  <a:srgbClr val="218D73"/>
                </a:solidFill>
                <a:latin typeface="Arial"/>
                <a:ea typeface="Arial"/>
                <a:cs typeface="Arial"/>
              </a:defRPr>
            </a:lvl6pPr>
            <a:lvl7pPr algn="r">
              <a:defRPr sz="825" b="1">
                <a:solidFill>
                  <a:srgbClr val="218D73"/>
                </a:solidFill>
                <a:latin typeface="Arial"/>
                <a:ea typeface="Arial"/>
                <a:cs typeface="Arial"/>
              </a:defRPr>
            </a:lvl7pPr>
            <a:lvl8pPr algn="r">
              <a:defRPr sz="825" b="1">
                <a:solidFill>
                  <a:srgbClr val="218D73"/>
                </a:solidFill>
                <a:latin typeface="Arial"/>
                <a:ea typeface="Arial"/>
                <a:cs typeface="Arial"/>
              </a:defRPr>
            </a:lvl8pPr>
            <a:lvl9pPr algn="r">
              <a:defRPr sz="825" b="1">
                <a:solidFill>
                  <a:srgbClr val="218D73"/>
                </a:solidFill>
                <a:latin typeface="Arial"/>
                <a:ea typeface="Arial"/>
                <a:cs typeface="Arial"/>
              </a:defRPr>
            </a:lvl9pPr>
          </a:lstStyle>
          <a:p xmlns:a="http://schemas.openxmlformats.org/drawingml/2006/main">
            <a:pPr algn="r">
              <a:buNone/>
              <a:defRPr sz="825" b="1">
                <a:solidFill>
                  <a:srgbClr val="218D73"/>
                </a:solidFill>
                <a:latin typeface="Arial"/>
                <a:ea typeface="Arial"/>
                <a:cs typeface="Arial"/>
              </a:defRPr>
            </a:pPr>
            <a:r>
              <a:rPr sz="825" b="1">
                <a:solidFill>
                  <a:srgbClr val="218D73"/>
                </a:solidFill>
                <a:latin typeface="Arial"/>
                <a:ea typeface="Arial"/>
                <a:cs typeface="Arial"/>
              </a:rPr>
              <a:t>10</a:t>
            </a:r>
          </a:p>
        </p:txBody>
      </p:sp>
      <p:sp>
        <p:nvSpPr>
          <p:cNvPr id="6" name="Rectangle 5">
            <a:extLst xmlns:a="http://schemas.openxmlformats.org/drawingml/2006/main">
              <a:ext uri="{FF2B5EF4-FFF2-40B4-BE49-F238E27FC236}">
                <a16:creationId xmlns:a16="http://schemas.microsoft.com/office/drawing/2014/main" id="{7948BAC4-2021-4292-AD66-C92D998E23EE}"/>
              </a:ext>
            </a:extLst>
          </p:cNvPr>
          <p:cNvSpPr>
            <a:spLocks xmlns:a="http://schemas.openxmlformats.org/drawingml/2006/main" noGrp="1"/>
          </p:cNvSpPr>
          <p:nvPr/>
        </p:nvSpPr>
        <p:spPr>
          <a:xfrm xmlns:a="http://schemas.openxmlformats.org/drawingml/2006/main">
            <a:off x="514350" y="1323975"/>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lgn="l">
              <a:defRPr sz="1275" b="0">
                <a:solidFill>
                  <a:srgbClr val="5E746D"/>
                </a:solidFill>
                <a:latin typeface="Arial"/>
                <a:ea typeface="Arial"/>
                <a:cs typeface="Arial"/>
              </a:defRPr>
            </a:defPPr>
            <a:lvl1pPr algn="l">
              <a:defRPr sz="1275" b="0">
                <a:solidFill>
                  <a:srgbClr val="5E746D"/>
                </a:solidFill>
                <a:latin typeface="Arial"/>
                <a:ea typeface="Arial"/>
                <a:cs typeface="Arial"/>
              </a:defRPr>
            </a:lvl1pPr>
            <a:lvl2pPr algn="l">
              <a:defRPr sz="1275" b="0">
                <a:solidFill>
                  <a:srgbClr val="5E746D"/>
                </a:solidFill>
                <a:latin typeface="Arial"/>
                <a:ea typeface="Arial"/>
                <a:cs typeface="Arial"/>
              </a:defRPr>
            </a:lvl2pPr>
            <a:lvl3pPr algn="l">
              <a:defRPr sz="1275" b="0">
                <a:solidFill>
                  <a:srgbClr val="5E746D"/>
                </a:solidFill>
                <a:latin typeface="Arial"/>
                <a:ea typeface="Arial"/>
                <a:cs typeface="Arial"/>
              </a:defRPr>
            </a:lvl3pPr>
            <a:lvl4pPr algn="l">
              <a:defRPr sz="1275" b="0">
                <a:solidFill>
                  <a:srgbClr val="5E746D"/>
                </a:solidFill>
                <a:latin typeface="Arial"/>
                <a:ea typeface="Arial"/>
                <a:cs typeface="Arial"/>
              </a:defRPr>
            </a:lvl4pPr>
            <a:lvl5pPr algn="l">
              <a:defRPr sz="1275" b="0">
                <a:solidFill>
                  <a:srgbClr val="5E746D"/>
                </a:solidFill>
                <a:latin typeface="Arial"/>
                <a:ea typeface="Arial"/>
                <a:cs typeface="Arial"/>
              </a:defRPr>
            </a:lvl5pPr>
            <a:lvl6pPr algn="l">
              <a:defRPr sz="1275" b="0">
                <a:solidFill>
                  <a:srgbClr val="5E746D"/>
                </a:solidFill>
                <a:latin typeface="Arial"/>
                <a:ea typeface="Arial"/>
                <a:cs typeface="Arial"/>
              </a:defRPr>
            </a:lvl6pPr>
            <a:lvl7pPr algn="l">
              <a:defRPr sz="1275" b="0">
                <a:solidFill>
                  <a:srgbClr val="5E746D"/>
                </a:solidFill>
                <a:latin typeface="Arial"/>
                <a:ea typeface="Arial"/>
                <a:cs typeface="Arial"/>
              </a:defRPr>
            </a:lvl7pPr>
            <a:lvl8pPr algn="l">
              <a:defRPr sz="1275" b="0">
                <a:solidFill>
                  <a:srgbClr val="5E746D"/>
                </a:solidFill>
                <a:latin typeface="Arial"/>
                <a:ea typeface="Arial"/>
                <a:cs typeface="Arial"/>
              </a:defRPr>
            </a:lvl8pPr>
            <a:lvl9pPr algn="l">
              <a:defRPr sz="1275" b="0">
                <a:solidFill>
                  <a:srgbClr val="5E746D"/>
                </a:solidFill>
                <a:latin typeface="Arial"/>
                <a:ea typeface="Arial"/>
                <a:cs typeface="Arial"/>
              </a:defRPr>
            </a:lvl9pPr>
          </a:lstStyle>
          <a:p xmlns:a="http://schemas.openxmlformats.org/drawingml/2006/main">
            <a:pPr algn="l">
              <a:buNone/>
              <a:defRPr sz="1275" b="0">
                <a:solidFill>
                  <a:srgbClr val="5E746D"/>
                </a:solidFill>
                <a:latin typeface="Arial"/>
                <a:ea typeface="Arial"/>
                <a:cs typeface="Arial"/>
              </a:defRPr>
            </a:pPr>
            <a:r>
              <a:rPr sz="1275" b="0">
                <a:solidFill>
                  <a:srgbClr val="5E746D"/>
                </a:solidFill>
                <a:latin typeface="Arial"/>
                <a:ea typeface="Arial"/>
                <a:cs typeface="Arial"/>
              </a:rPr>
              <a:t>Hệ thống tách hai đại lượng: thời gian trẻ đang dùng máy và thời gian từng process tồn tại trong session của trẻ.</a:t>
            </a:r>
          </a:p>
        </p:txBody>
      </p:sp>
      <p:sp>
        <p:nvSpPr>
          <p:cNvPr id="7" name="Rectangle: Rounded Corners 6">
            <a:extLst xmlns:a="http://schemas.openxmlformats.org/drawingml/2006/main">
              <a:ext uri="{FF2B5EF4-FFF2-40B4-BE49-F238E27FC236}">
                <a16:creationId xmlns:a16="http://schemas.microsoft.com/office/drawing/2014/main" id="{FCA2596D-5F58-4FFB-97BC-B850FB01B36E}"/>
              </a:ext>
            </a:extLst>
          </p:cNvPr>
          <p:cNvSpPr>
            <a:spLocks xmlns:a="http://schemas.openxmlformats.org/drawingml/2006/main" noGrp="1"/>
          </p:cNvSpPr>
          <p:nvPr/>
        </p:nvSpPr>
        <p:spPr>
          <a:xfrm xmlns:a="http://schemas.openxmlformats.org/drawingml/2006/main">
            <a:off x="590550" y="2057400"/>
            <a:ext cx="5143500" cy="3295650"/>
          </a:xfrm>
          <a:prstGeom xmlns:a="http://schemas.openxmlformats.org/drawingml/2006/main" prst="roundRect">
            <a:avLst>
              <a:gd name="adj" fmla="val 3468"/>
            </a:avLst>
          </a:prstGeom>
          <a:solidFill xmlns:a="http://schemas.openxmlformats.org/drawingml/2006/main">
            <a:srgbClr val="EAF6F1"/>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7DCDD7B6-A80B-4373-AB28-51902EAB0DAD}"/>
              </a:ext>
            </a:extLst>
          </p:cNvPr>
          <p:cNvSpPr>
            <a:spLocks xmlns:a="http://schemas.openxmlformats.org/drawingml/2006/main" noGrp="1"/>
          </p:cNvSpPr>
          <p:nvPr/>
        </p:nvSpPr>
        <p:spPr>
          <a:xfrm xmlns:a="http://schemas.openxmlformats.org/drawingml/2006/main">
            <a:off x="876300" y="2352675"/>
            <a:ext cx="342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667" lnSpcReduction="20000"/>
          </a:bodyPr>
          <a:lstStyle xmlns:a="http://schemas.openxmlformats.org/drawingml/2006/main">
            <a:defPPr algn="l">
              <a:defRPr sz="1875" b="1">
                <a:solidFill>
                  <a:srgbClr val="218D73"/>
                </a:solidFill>
                <a:latin typeface="Arial"/>
                <a:ea typeface="Arial"/>
                <a:cs typeface="Arial"/>
              </a:defRPr>
            </a:defPPr>
            <a:lvl1pPr algn="l">
              <a:defRPr sz="1875" b="1">
                <a:solidFill>
                  <a:srgbClr val="218D73"/>
                </a:solidFill>
                <a:latin typeface="Arial"/>
                <a:ea typeface="Arial"/>
                <a:cs typeface="Arial"/>
              </a:defRPr>
            </a:lvl1pPr>
            <a:lvl2pPr algn="l">
              <a:defRPr sz="1875" b="1">
                <a:solidFill>
                  <a:srgbClr val="218D73"/>
                </a:solidFill>
                <a:latin typeface="Arial"/>
                <a:ea typeface="Arial"/>
                <a:cs typeface="Arial"/>
              </a:defRPr>
            </a:lvl2pPr>
            <a:lvl3pPr algn="l">
              <a:defRPr sz="1875" b="1">
                <a:solidFill>
                  <a:srgbClr val="218D73"/>
                </a:solidFill>
                <a:latin typeface="Arial"/>
                <a:ea typeface="Arial"/>
                <a:cs typeface="Arial"/>
              </a:defRPr>
            </a:lvl3pPr>
            <a:lvl4pPr algn="l">
              <a:defRPr sz="1875" b="1">
                <a:solidFill>
                  <a:srgbClr val="218D73"/>
                </a:solidFill>
                <a:latin typeface="Arial"/>
                <a:ea typeface="Arial"/>
                <a:cs typeface="Arial"/>
              </a:defRPr>
            </a:lvl4pPr>
            <a:lvl5pPr algn="l">
              <a:defRPr sz="1875" b="1">
                <a:solidFill>
                  <a:srgbClr val="218D73"/>
                </a:solidFill>
                <a:latin typeface="Arial"/>
                <a:ea typeface="Arial"/>
                <a:cs typeface="Arial"/>
              </a:defRPr>
            </a:lvl5pPr>
            <a:lvl6pPr algn="l">
              <a:defRPr sz="1875" b="1">
                <a:solidFill>
                  <a:srgbClr val="218D73"/>
                </a:solidFill>
                <a:latin typeface="Arial"/>
                <a:ea typeface="Arial"/>
                <a:cs typeface="Arial"/>
              </a:defRPr>
            </a:lvl6pPr>
            <a:lvl7pPr algn="l">
              <a:defRPr sz="1875" b="1">
                <a:solidFill>
                  <a:srgbClr val="218D73"/>
                </a:solidFill>
                <a:latin typeface="Arial"/>
                <a:ea typeface="Arial"/>
                <a:cs typeface="Arial"/>
              </a:defRPr>
            </a:lvl7pPr>
            <a:lvl8pPr algn="l">
              <a:defRPr sz="1875" b="1">
                <a:solidFill>
                  <a:srgbClr val="218D73"/>
                </a:solidFill>
                <a:latin typeface="Arial"/>
                <a:ea typeface="Arial"/>
                <a:cs typeface="Arial"/>
              </a:defRPr>
            </a:lvl8pPr>
            <a:lvl9pPr algn="l">
              <a:defRPr sz="1875" b="1">
                <a:solidFill>
                  <a:srgbClr val="218D73"/>
                </a:solidFill>
                <a:latin typeface="Arial"/>
                <a:ea typeface="Arial"/>
                <a:cs typeface="Arial"/>
              </a:defRPr>
            </a:lvl9pPr>
          </a:lstStyle>
          <a:p xmlns:a="http://schemas.openxmlformats.org/drawingml/2006/main">
            <a:pPr algn="l">
              <a:buNone/>
              <a:defRPr sz="1875" b="1">
                <a:solidFill>
                  <a:srgbClr val="218D73"/>
                </a:solidFill>
                <a:latin typeface="Arial"/>
                <a:ea typeface="Arial"/>
                <a:cs typeface="Arial"/>
              </a:defRPr>
            </a:pPr>
            <a:r>
              <a:rPr sz="1875" b="1">
                <a:solidFill>
                  <a:srgbClr val="218D73"/>
                </a:solidFill>
                <a:latin typeface="Arial"/>
                <a:ea typeface="Arial"/>
                <a:cs typeface="Arial"/>
              </a:rPr>
              <a:t>Thời gian dùng máy</a:t>
            </a:r>
          </a:p>
        </p:txBody>
      </p:sp>
      <p:sp>
        <p:nvSpPr>
          <p:cNvPr id="9" name="Rectangle 8">
            <a:extLst xmlns:a="http://schemas.openxmlformats.org/drawingml/2006/main">
              <a:ext uri="{FF2B5EF4-FFF2-40B4-BE49-F238E27FC236}">
                <a16:creationId xmlns:a16="http://schemas.microsoft.com/office/drawing/2014/main" id="{5F00B977-A511-4574-989E-54575A0A6346}"/>
              </a:ext>
            </a:extLst>
          </p:cNvPr>
          <p:cNvSpPr>
            <a:spLocks xmlns:a="http://schemas.openxmlformats.org/drawingml/2006/main" noGrp="1"/>
          </p:cNvSpPr>
          <p:nvPr/>
        </p:nvSpPr>
        <p:spPr>
          <a:xfrm xmlns:a="http://schemas.openxmlformats.org/drawingml/2006/main">
            <a:off x="876300" y="2895600"/>
            <a:ext cx="4429125" cy="2009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3403"/>
          </a:bodyPr>
          <a:lstStyle xmlns:a="http://schemas.openxmlformats.org/drawingml/2006/main">
            <a:defPPr>
              <a:defRPr sz="1200">
                <a:solidFill>
                  <a:srgbClr val="17312C"/>
                </a:solidFill>
                <a:latin typeface="Arial"/>
                <a:ea typeface="Arial"/>
                <a:cs typeface="Arial"/>
              </a:defRPr>
            </a:defPPr>
            <a:lvl1pPr>
              <a:defRPr sz="1200">
                <a:solidFill>
                  <a:srgbClr val="17312C"/>
                </a:solidFill>
                <a:latin typeface="Arial"/>
                <a:ea typeface="Arial"/>
                <a:cs typeface="Arial"/>
              </a:defRPr>
            </a:lvl1pPr>
            <a:lvl2pPr>
              <a:defRPr sz="1200">
                <a:solidFill>
                  <a:srgbClr val="17312C"/>
                </a:solidFill>
                <a:latin typeface="Arial"/>
                <a:ea typeface="Arial"/>
                <a:cs typeface="Arial"/>
              </a:defRPr>
            </a:lvl2pPr>
            <a:lvl3pPr>
              <a:defRPr sz="1200">
                <a:solidFill>
                  <a:srgbClr val="17312C"/>
                </a:solidFill>
                <a:latin typeface="Arial"/>
                <a:ea typeface="Arial"/>
                <a:cs typeface="Arial"/>
              </a:defRPr>
            </a:lvl3pPr>
            <a:lvl4pPr>
              <a:defRPr sz="1200">
                <a:solidFill>
                  <a:srgbClr val="17312C"/>
                </a:solidFill>
                <a:latin typeface="Arial"/>
                <a:ea typeface="Arial"/>
                <a:cs typeface="Arial"/>
              </a:defRPr>
            </a:lvl4pPr>
            <a:lvl5pPr>
              <a:defRPr sz="1200">
                <a:solidFill>
                  <a:srgbClr val="17312C"/>
                </a:solidFill>
                <a:latin typeface="Arial"/>
                <a:ea typeface="Arial"/>
                <a:cs typeface="Arial"/>
              </a:defRPr>
            </a:lvl5pPr>
            <a:lvl6pPr>
              <a:defRPr sz="1200">
                <a:solidFill>
                  <a:srgbClr val="17312C"/>
                </a:solidFill>
                <a:latin typeface="Arial"/>
                <a:ea typeface="Arial"/>
                <a:cs typeface="Arial"/>
              </a:defRPr>
            </a:lvl6pPr>
            <a:lvl7pPr>
              <a:defRPr sz="1200">
                <a:solidFill>
                  <a:srgbClr val="17312C"/>
                </a:solidFill>
                <a:latin typeface="Arial"/>
                <a:ea typeface="Arial"/>
                <a:cs typeface="Arial"/>
              </a:defRPr>
            </a:lvl7pPr>
            <a:lvl8pPr>
              <a:defRPr sz="1200">
                <a:solidFill>
                  <a:srgbClr val="17312C"/>
                </a:solidFill>
                <a:latin typeface="Arial"/>
                <a:ea typeface="Arial"/>
                <a:cs typeface="Arial"/>
              </a:defRPr>
            </a:lvl8pPr>
            <a:lvl9pPr>
              <a:defRPr sz="1200">
                <a:solidFill>
                  <a:srgbClr val="17312C"/>
                </a:solidFill>
                <a:latin typeface="Arial"/>
                <a:ea typeface="Arial"/>
                <a:cs typeface="Arial"/>
              </a:defRPr>
            </a:lvl9pPr>
          </a:lstStyle>
          <a:p xmlns:a="http://schemas.openxmlformats.org/drawingml/2006/main">
            <a:pPr marL="228600" indent="-114300">
              <a:spcAft>
                <a:spcPts val="1000"/>
              </a:spcAft>
              <a:buChar char="•"/>
              <a:defRPr sz="1200">
                <a:solidFill>
                  <a:srgbClr val="17312C"/>
                </a:solidFill>
                <a:latin typeface="Arial"/>
                <a:ea typeface="Arial"/>
                <a:cs typeface="Arial"/>
              </a:defRPr>
            </a:pPr>
            <a:r>
              <a:rPr sz="1200">
                <a:solidFill>
                  <a:srgbClr val="17312C"/>
                </a:solidFill>
                <a:latin typeface="Arial"/>
                <a:ea typeface="Arial"/>
                <a:cs typeface="Arial"/>
              </a:rPr>
              <a:t>Tray gửi presence, trạng thái khóa và idle time về Service khoảng mỗi giây.</a:t>
            </a:r>
          </a:p>
          <a:p xmlns:a="http://schemas.openxmlformats.org/drawingml/2006/main">
            <a:pPr marL="228600" indent="-114300">
              <a:spcAft>
                <a:spcPts val="1000"/>
              </a:spcAft>
              <a:buChar char="•"/>
              <a:defRPr sz="1200">
                <a:solidFill>
                  <a:srgbClr val="17312C"/>
                </a:solidFill>
                <a:latin typeface="Arial"/>
                <a:ea typeface="Arial"/>
                <a:cs typeface="Arial"/>
              </a:defRPr>
            </a:pPr>
            <a:r>
              <a:rPr sz="1200">
                <a:solidFill>
                  <a:srgbClr val="17312C"/>
                </a:solidFill>
                <a:latin typeface="Arial"/>
                <a:ea typeface="Arial"/>
                <a:cs typeface="Arial"/>
              </a:rPr>
              <a:t>Một mẫu được tính active khi trẻ đã đăng nhập, Tray còn hiện diện, màn hình không khóa và idle dưới ngưỡng mặc định 5 phút.</a:t>
            </a:r>
          </a:p>
          <a:p xmlns:a="http://schemas.openxmlformats.org/drawingml/2006/main">
            <a:pPr marL="228600" indent="-114300">
              <a:spcAft>
                <a:spcPts val="1000"/>
              </a:spcAft>
              <a:buChar char="•"/>
              <a:defRPr sz="1200">
                <a:solidFill>
                  <a:srgbClr val="17312C"/>
                </a:solidFill>
                <a:latin typeface="Arial"/>
                <a:ea typeface="Arial"/>
                <a:cs typeface="Arial"/>
              </a:defRPr>
            </a:pPr>
            <a:r>
              <a:rPr sz="1200">
                <a:solidFill>
                  <a:srgbClr val="17312C"/>
                </a:solidFill>
                <a:latin typeface="Arial"/>
                <a:ea typeface="Arial"/>
                <a:cs typeface="Arial"/>
              </a:rPr>
              <a:t>Service dùng monotonic clock để tính delta giữa hai mẫu; khoảng gián đoạn trên 5 giây bị bỏ qua.</a:t>
            </a:r>
          </a:p>
          <a:p xmlns:a="http://schemas.openxmlformats.org/drawingml/2006/main">
            <a:pPr marL="228600" indent="-114300">
              <a:spcAft>
                <a:spcPts val="1000"/>
              </a:spcAft>
              <a:buChar char="•"/>
              <a:defRPr sz="1200">
                <a:solidFill>
                  <a:srgbClr val="17312C"/>
                </a:solidFill>
                <a:latin typeface="Arial"/>
                <a:ea typeface="Arial"/>
                <a:cs typeface="Arial"/>
              </a:defRPr>
            </a:pPr>
            <a:r>
              <a:rPr sz="1200">
                <a:solidFill>
                  <a:srgbClr val="17312C"/>
                </a:solidFill>
                <a:latin typeface="Arial"/>
                <a:ea typeface="Arial"/>
                <a:cs typeface="Arial"/>
              </a:rPr>
              <a:t>Số giây hợp lệ được ghi thành app_stop của phiên máy tính nội bộ.</a:t>
            </a:r>
          </a:p>
        </p:txBody>
      </p:sp>
      <p:sp>
        <p:nvSpPr>
          <p:cNvPr id="10" name="Rectangle: Rounded Corners 9">
            <a:extLst xmlns:a="http://schemas.openxmlformats.org/drawingml/2006/main">
              <a:ext uri="{FF2B5EF4-FFF2-40B4-BE49-F238E27FC236}">
                <a16:creationId xmlns:a16="http://schemas.microsoft.com/office/drawing/2014/main" id="{67773799-8C6A-425E-8949-F9B32561CB37}"/>
              </a:ext>
            </a:extLst>
          </p:cNvPr>
          <p:cNvSpPr>
            <a:spLocks xmlns:a="http://schemas.openxmlformats.org/drawingml/2006/main" noGrp="1"/>
          </p:cNvSpPr>
          <p:nvPr/>
        </p:nvSpPr>
        <p:spPr>
          <a:xfrm xmlns:a="http://schemas.openxmlformats.org/drawingml/2006/main">
            <a:off x="6457950" y="2057400"/>
            <a:ext cx="5143500" cy="3295650"/>
          </a:xfrm>
          <a:prstGeom xmlns:a="http://schemas.openxmlformats.org/drawingml/2006/main" prst="roundRect">
            <a:avLst>
              <a:gd name="adj" fmla="val 3468"/>
            </a:avLst>
          </a:prstGeom>
          <a:solidFill xmlns:a="http://schemas.openxmlformats.org/drawingml/2006/main">
            <a:srgbClr val="FFFFFF"/>
          </a:solidFill>
          <a:ln xmlns:a="http://schemas.openxmlformats.org/drawingml/2006/main" w="9525">
            <a:solidFill>
              <a:srgbClr val="D7E5D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Rectangle 10">
            <a:extLst xmlns:a="http://schemas.openxmlformats.org/drawingml/2006/main">
              <a:ext uri="{FF2B5EF4-FFF2-40B4-BE49-F238E27FC236}">
                <a16:creationId xmlns:a16="http://schemas.microsoft.com/office/drawing/2014/main" id="{8033C8A5-72AE-4A94-9F77-C43E8552075D}"/>
              </a:ext>
            </a:extLst>
          </p:cNvPr>
          <p:cNvSpPr>
            <a:spLocks xmlns:a="http://schemas.openxmlformats.org/drawingml/2006/main" noGrp="1"/>
          </p:cNvSpPr>
          <p:nvPr/>
        </p:nvSpPr>
        <p:spPr>
          <a:xfrm xmlns:a="http://schemas.openxmlformats.org/drawingml/2006/main">
            <a:off x="6743700" y="2352675"/>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667" lnSpcReduction="20000"/>
          </a:bodyPr>
          <a:lstStyle xmlns:a="http://schemas.openxmlformats.org/drawingml/2006/main">
            <a:defPPr algn="l">
              <a:defRPr sz="1875" b="1">
                <a:solidFill>
                  <a:srgbClr val="123C52"/>
                </a:solidFill>
                <a:latin typeface="Arial"/>
                <a:ea typeface="Arial"/>
                <a:cs typeface="Arial"/>
              </a:defRPr>
            </a:defPPr>
            <a:lvl1pPr algn="l">
              <a:defRPr sz="1875" b="1">
                <a:solidFill>
                  <a:srgbClr val="123C52"/>
                </a:solidFill>
                <a:latin typeface="Arial"/>
                <a:ea typeface="Arial"/>
                <a:cs typeface="Arial"/>
              </a:defRPr>
            </a:lvl1pPr>
            <a:lvl2pPr algn="l">
              <a:defRPr sz="1875" b="1">
                <a:solidFill>
                  <a:srgbClr val="123C52"/>
                </a:solidFill>
                <a:latin typeface="Arial"/>
                <a:ea typeface="Arial"/>
                <a:cs typeface="Arial"/>
              </a:defRPr>
            </a:lvl2pPr>
            <a:lvl3pPr algn="l">
              <a:defRPr sz="1875" b="1">
                <a:solidFill>
                  <a:srgbClr val="123C52"/>
                </a:solidFill>
                <a:latin typeface="Arial"/>
                <a:ea typeface="Arial"/>
                <a:cs typeface="Arial"/>
              </a:defRPr>
            </a:lvl3pPr>
            <a:lvl4pPr algn="l">
              <a:defRPr sz="1875" b="1">
                <a:solidFill>
                  <a:srgbClr val="123C52"/>
                </a:solidFill>
                <a:latin typeface="Arial"/>
                <a:ea typeface="Arial"/>
                <a:cs typeface="Arial"/>
              </a:defRPr>
            </a:lvl4pPr>
            <a:lvl5pPr algn="l">
              <a:defRPr sz="1875" b="1">
                <a:solidFill>
                  <a:srgbClr val="123C52"/>
                </a:solidFill>
                <a:latin typeface="Arial"/>
                <a:ea typeface="Arial"/>
                <a:cs typeface="Arial"/>
              </a:defRPr>
            </a:lvl5pPr>
            <a:lvl6pPr algn="l">
              <a:defRPr sz="1875" b="1">
                <a:solidFill>
                  <a:srgbClr val="123C52"/>
                </a:solidFill>
                <a:latin typeface="Arial"/>
                <a:ea typeface="Arial"/>
                <a:cs typeface="Arial"/>
              </a:defRPr>
            </a:lvl6pPr>
            <a:lvl7pPr algn="l">
              <a:defRPr sz="1875" b="1">
                <a:solidFill>
                  <a:srgbClr val="123C52"/>
                </a:solidFill>
                <a:latin typeface="Arial"/>
                <a:ea typeface="Arial"/>
                <a:cs typeface="Arial"/>
              </a:defRPr>
            </a:lvl7pPr>
            <a:lvl8pPr algn="l">
              <a:defRPr sz="1875" b="1">
                <a:solidFill>
                  <a:srgbClr val="123C52"/>
                </a:solidFill>
                <a:latin typeface="Arial"/>
                <a:ea typeface="Arial"/>
                <a:cs typeface="Arial"/>
              </a:defRPr>
            </a:lvl8pPr>
            <a:lvl9pPr algn="l">
              <a:defRPr sz="1875" b="1">
                <a:solidFill>
                  <a:srgbClr val="123C52"/>
                </a:solidFill>
                <a:latin typeface="Arial"/>
                <a:ea typeface="Arial"/>
                <a:cs typeface="Arial"/>
              </a:defRPr>
            </a:lvl9pPr>
          </a:lstStyle>
          <a:p xmlns:a="http://schemas.openxmlformats.org/drawingml/2006/main">
            <a:pPr algn="l">
              <a:buNone/>
              <a:defRPr sz="1875" b="1">
                <a:solidFill>
                  <a:srgbClr val="123C52"/>
                </a:solidFill>
                <a:latin typeface="Arial"/>
                <a:ea typeface="Arial"/>
                <a:cs typeface="Arial"/>
              </a:defRPr>
            </a:pPr>
            <a:r>
              <a:rPr sz="1875" b="1">
                <a:solidFill>
                  <a:srgbClr val="123C52"/>
                </a:solidFill>
                <a:latin typeface="Arial"/>
                <a:ea typeface="Arial"/>
                <a:cs typeface="Arial"/>
              </a:rPr>
              <a:t>Thời gian từng ứng dụng</a:t>
            </a:r>
          </a:p>
        </p:txBody>
      </p:sp>
      <p:sp>
        <p:nvSpPr>
          <p:cNvPr id="12" name="Rectangle 11">
            <a:extLst xmlns:a="http://schemas.openxmlformats.org/drawingml/2006/main">
              <a:ext uri="{FF2B5EF4-FFF2-40B4-BE49-F238E27FC236}">
                <a16:creationId xmlns:a16="http://schemas.microsoft.com/office/drawing/2014/main" id="{AFF895D1-4457-48C2-BC91-591957B94ED0}"/>
              </a:ext>
            </a:extLst>
          </p:cNvPr>
          <p:cNvSpPr>
            <a:spLocks xmlns:a="http://schemas.openxmlformats.org/drawingml/2006/main" noGrp="1"/>
          </p:cNvSpPr>
          <p:nvPr/>
        </p:nvSpPr>
        <p:spPr>
          <a:xfrm xmlns:a="http://schemas.openxmlformats.org/drawingml/2006/main">
            <a:off x="6743700" y="2895600"/>
            <a:ext cx="4400550" cy="2009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defRPr sz="1200">
                <a:solidFill>
                  <a:srgbClr val="17312C"/>
                </a:solidFill>
                <a:latin typeface="Arial"/>
                <a:ea typeface="Arial"/>
                <a:cs typeface="Arial"/>
              </a:defRPr>
            </a:defPPr>
            <a:lvl1pPr>
              <a:defRPr sz="1200">
                <a:solidFill>
                  <a:srgbClr val="17312C"/>
                </a:solidFill>
                <a:latin typeface="Arial"/>
                <a:ea typeface="Arial"/>
                <a:cs typeface="Arial"/>
              </a:defRPr>
            </a:lvl1pPr>
            <a:lvl2pPr>
              <a:defRPr sz="1200">
                <a:solidFill>
                  <a:srgbClr val="17312C"/>
                </a:solidFill>
                <a:latin typeface="Arial"/>
                <a:ea typeface="Arial"/>
                <a:cs typeface="Arial"/>
              </a:defRPr>
            </a:lvl2pPr>
            <a:lvl3pPr>
              <a:defRPr sz="1200">
                <a:solidFill>
                  <a:srgbClr val="17312C"/>
                </a:solidFill>
                <a:latin typeface="Arial"/>
                <a:ea typeface="Arial"/>
                <a:cs typeface="Arial"/>
              </a:defRPr>
            </a:lvl3pPr>
            <a:lvl4pPr>
              <a:defRPr sz="1200">
                <a:solidFill>
                  <a:srgbClr val="17312C"/>
                </a:solidFill>
                <a:latin typeface="Arial"/>
                <a:ea typeface="Arial"/>
                <a:cs typeface="Arial"/>
              </a:defRPr>
            </a:lvl4pPr>
            <a:lvl5pPr>
              <a:defRPr sz="1200">
                <a:solidFill>
                  <a:srgbClr val="17312C"/>
                </a:solidFill>
                <a:latin typeface="Arial"/>
                <a:ea typeface="Arial"/>
                <a:cs typeface="Arial"/>
              </a:defRPr>
            </a:lvl5pPr>
            <a:lvl6pPr>
              <a:defRPr sz="1200">
                <a:solidFill>
                  <a:srgbClr val="17312C"/>
                </a:solidFill>
                <a:latin typeface="Arial"/>
                <a:ea typeface="Arial"/>
                <a:cs typeface="Arial"/>
              </a:defRPr>
            </a:lvl6pPr>
            <a:lvl7pPr>
              <a:defRPr sz="1200">
                <a:solidFill>
                  <a:srgbClr val="17312C"/>
                </a:solidFill>
                <a:latin typeface="Arial"/>
                <a:ea typeface="Arial"/>
                <a:cs typeface="Arial"/>
              </a:defRPr>
            </a:lvl7pPr>
            <a:lvl8pPr>
              <a:defRPr sz="1200">
                <a:solidFill>
                  <a:srgbClr val="17312C"/>
                </a:solidFill>
                <a:latin typeface="Arial"/>
                <a:ea typeface="Arial"/>
                <a:cs typeface="Arial"/>
              </a:defRPr>
            </a:lvl8pPr>
            <a:lvl9pPr>
              <a:defRPr sz="1200">
                <a:solidFill>
                  <a:srgbClr val="17312C"/>
                </a:solidFill>
                <a:latin typeface="Arial"/>
                <a:ea typeface="Arial"/>
                <a:cs typeface="Arial"/>
              </a:defRPr>
            </a:lvl9pPr>
          </a:lstStyle>
          <a:p xmlns:a="http://schemas.openxmlformats.org/drawingml/2006/main">
            <a:pPr marL="228600" indent="-114300">
              <a:spcAft>
                <a:spcPts val="1000"/>
              </a:spcAft>
              <a:buChar char="•"/>
              <a:defRPr sz="1200">
                <a:solidFill>
                  <a:srgbClr val="17312C"/>
                </a:solidFill>
                <a:latin typeface="Arial"/>
                <a:ea typeface="Arial"/>
                <a:cs typeface="Arial"/>
              </a:defRPr>
            </a:pPr>
            <a:r>
              <a:rPr sz="1200">
                <a:solidFill>
                  <a:srgbClr val="17312C"/>
                </a:solidFill>
                <a:latin typeface="Arial"/>
                <a:ea typeface="Arial"/>
                <a:cs typeface="Arial"/>
              </a:rPr>
              <a:t>App Controller quét process trong session của Tray mỗi giây.</a:t>
            </a:r>
          </a:p>
          <a:p xmlns:a="http://schemas.openxmlformats.org/drawingml/2006/main">
            <a:pPr marL="228600" indent="-114300">
              <a:spcAft>
                <a:spcPts val="1000"/>
              </a:spcAft>
              <a:buChar char="•"/>
              <a:defRPr sz="1200">
                <a:solidFill>
                  <a:srgbClr val="17312C"/>
                </a:solidFill>
                <a:latin typeface="Arial"/>
                <a:ea typeface="Arial"/>
                <a:cs typeface="Arial"/>
              </a:defRPr>
            </a:pPr>
            <a:r>
              <a:rPr sz="1200">
                <a:solidFill>
                  <a:srgbClr val="17312C"/>
                </a:solidFill>
                <a:latin typeface="Arial"/>
                <a:ea typeface="Arial"/>
                <a:cs typeface="Arial"/>
              </a:rPr>
              <a:t>Lần đầu thấy process tạo app_start; khi process còn chạy, agent ghi các đoạn app_stop ngắn tối đa 5 giây.</a:t>
            </a:r>
          </a:p>
          <a:p xmlns:a="http://schemas.openxmlformats.org/drawingml/2006/main">
            <a:pPr marL="228600" indent="-114300">
              <a:spcAft>
                <a:spcPts val="1000"/>
              </a:spcAft>
              <a:buChar char="•"/>
              <a:defRPr sz="1200">
                <a:solidFill>
                  <a:srgbClr val="17312C"/>
                </a:solidFill>
                <a:latin typeface="Arial"/>
                <a:ea typeface="Arial"/>
                <a:cs typeface="Arial"/>
              </a:defRPr>
            </a:pPr>
            <a:r>
              <a:rPr sz="1200">
                <a:solidFill>
                  <a:srgbClr val="17312C"/>
                </a:solidFill>
                <a:latin typeface="Arial"/>
                <a:ea typeface="Arial"/>
                <a:cs typeface="Arial"/>
              </a:rPr>
              <a:t>Khi process biến mất, agent đóng đoạn cuối còn lại.</a:t>
            </a:r>
          </a:p>
          <a:p xmlns:a="http://schemas.openxmlformats.org/drawingml/2006/main">
            <a:pPr marL="228600" indent="-114300">
              <a:spcAft>
                <a:spcPts val="1000"/>
              </a:spcAft>
              <a:buChar char="•"/>
              <a:defRPr sz="1200">
                <a:solidFill>
                  <a:srgbClr val="17312C"/>
                </a:solidFill>
                <a:latin typeface="Arial"/>
                <a:ea typeface="Arial"/>
                <a:cs typeface="Arial"/>
              </a:defRPr>
            </a:pPr>
            <a:r>
              <a:rPr sz="1200">
                <a:solidFill>
                  <a:srgbClr val="17312C"/>
                </a:solidFill>
                <a:latin typeface="Arial"/>
                <a:ea typeface="Arial"/>
                <a:cs typeface="Arial"/>
              </a:rPr>
              <a:t>Bộ tổng hợp cộng duration_sec của app_stop theo tên ứng dụng để tạo Top 10.</a:t>
            </a:r>
          </a:p>
        </p:txBody>
      </p:sp>
      <p:sp>
        <p:nvSpPr>
          <p:cNvPr id="13" name="Rectangle 12">
            <a:extLst xmlns:a="http://schemas.openxmlformats.org/drawingml/2006/main">
              <a:ext uri="{FF2B5EF4-FFF2-40B4-BE49-F238E27FC236}">
                <a16:creationId xmlns:a16="http://schemas.microsoft.com/office/drawing/2014/main" id="{797264CC-77FA-4E15-9B1E-5800062D9B74}"/>
              </a:ext>
            </a:extLst>
          </p:cNvPr>
          <p:cNvSpPr>
            <a:spLocks xmlns:a="http://schemas.openxmlformats.org/drawingml/2006/main" noGrp="1"/>
          </p:cNvSpPr>
          <p:nvPr/>
        </p:nvSpPr>
        <p:spPr>
          <a:xfrm xmlns:a="http://schemas.openxmlformats.org/drawingml/2006/main">
            <a:off x="885825" y="586740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917" lnSpcReduction="10000"/>
          </a:bodyPr>
          <a:lstStyle xmlns:a="http://schemas.openxmlformats.org/drawingml/2006/main">
            <a:defPPr algn="l">
              <a:defRPr sz="1200" b="1">
                <a:solidFill>
                  <a:srgbClr val="A8484F"/>
                </a:solidFill>
                <a:latin typeface="Arial"/>
                <a:ea typeface="Arial"/>
                <a:cs typeface="Arial"/>
              </a:defRPr>
            </a:defPPr>
            <a:lvl1pPr algn="l">
              <a:defRPr sz="1200" b="1">
                <a:solidFill>
                  <a:srgbClr val="A8484F"/>
                </a:solidFill>
                <a:latin typeface="Arial"/>
                <a:ea typeface="Arial"/>
                <a:cs typeface="Arial"/>
              </a:defRPr>
            </a:lvl1pPr>
            <a:lvl2pPr algn="l">
              <a:defRPr sz="1200" b="1">
                <a:solidFill>
                  <a:srgbClr val="A8484F"/>
                </a:solidFill>
                <a:latin typeface="Arial"/>
                <a:ea typeface="Arial"/>
                <a:cs typeface="Arial"/>
              </a:defRPr>
            </a:lvl2pPr>
            <a:lvl3pPr algn="l">
              <a:defRPr sz="1200" b="1">
                <a:solidFill>
                  <a:srgbClr val="A8484F"/>
                </a:solidFill>
                <a:latin typeface="Arial"/>
                <a:ea typeface="Arial"/>
                <a:cs typeface="Arial"/>
              </a:defRPr>
            </a:lvl3pPr>
            <a:lvl4pPr algn="l">
              <a:defRPr sz="1200" b="1">
                <a:solidFill>
                  <a:srgbClr val="A8484F"/>
                </a:solidFill>
                <a:latin typeface="Arial"/>
                <a:ea typeface="Arial"/>
                <a:cs typeface="Arial"/>
              </a:defRPr>
            </a:lvl4pPr>
            <a:lvl5pPr algn="l">
              <a:defRPr sz="1200" b="1">
                <a:solidFill>
                  <a:srgbClr val="A8484F"/>
                </a:solidFill>
                <a:latin typeface="Arial"/>
                <a:ea typeface="Arial"/>
                <a:cs typeface="Arial"/>
              </a:defRPr>
            </a:lvl5pPr>
            <a:lvl6pPr algn="l">
              <a:defRPr sz="1200" b="1">
                <a:solidFill>
                  <a:srgbClr val="A8484F"/>
                </a:solidFill>
                <a:latin typeface="Arial"/>
                <a:ea typeface="Arial"/>
                <a:cs typeface="Arial"/>
              </a:defRPr>
            </a:lvl6pPr>
            <a:lvl7pPr algn="l">
              <a:defRPr sz="1200" b="1">
                <a:solidFill>
                  <a:srgbClr val="A8484F"/>
                </a:solidFill>
                <a:latin typeface="Arial"/>
                <a:ea typeface="Arial"/>
                <a:cs typeface="Arial"/>
              </a:defRPr>
            </a:lvl7pPr>
            <a:lvl8pPr algn="l">
              <a:defRPr sz="1200" b="1">
                <a:solidFill>
                  <a:srgbClr val="A8484F"/>
                </a:solidFill>
                <a:latin typeface="Arial"/>
                <a:ea typeface="Arial"/>
                <a:cs typeface="Arial"/>
              </a:defRPr>
            </a:lvl8pPr>
            <a:lvl9pPr algn="l">
              <a:defRPr sz="1200" b="1">
                <a:solidFill>
                  <a:srgbClr val="A8484F"/>
                </a:solidFill>
                <a:latin typeface="Arial"/>
                <a:ea typeface="Arial"/>
                <a:cs typeface="Arial"/>
              </a:defRPr>
            </a:lvl9pPr>
          </a:lstStyle>
          <a:p xmlns:a="http://schemas.openxmlformats.org/drawingml/2006/main">
            <a:pPr algn="l">
              <a:buNone/>
              <a:defRPr sz="1200" b="1">
                <a:solidFill>
                  <a:srgbClr val="A8484F"/>
                </a:solidFill>
                <a:latin typeface="Arial"/>
                <a:ea typeface="Arial"/>
                <a:cs typeface="Arial"/>
              </a:defRPr>
            </a:pPr>
            <a:r>
              <a:rPr sz="1200" b="1">
                <a:solidFill>
                  <a:srgbClr val="A8484F"/>
                </a:solidFill>
                <a:latin typeface="Arial"/>
                <a:ea typeface="Arial"/>
                <a:cs typeface="Arial"/>
              </a:rPr>
              <a:t>Giới hạn: thời gian process chạy có thể gồm hoạt động nền; đây không phải phép đo thời gian trẻ tập trung vào ứng dụng.</a:t>
            </a:r>
          </a:p>
        </p:txBody>
      </p:sp>
    </p:spTree>
    <p:extLst>
      <p:ext uri="{BB962C8B-B14F-4D97-AF65-F5344CB8AC3E}">
        <p14:creationId xmlns:p14="http://schemas.microsoft.com/office/powerpoint/2010/main" val="1812726960"/>
      </p:ext>
    </p:extLst>
  </p:cSld>
</p:sld>
</file>

<file path=ppt/slides/slide11.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33" name="Rectangle 32">
            <a:extLst xmlns:a="http://schemas.openxmlformats.org/drawingml/2006/main">
              <a:ext uri="{FF2B5EF4-FFF2-40B4-BE49-F238E27FC236}">
                <a16:creationId xmlns:a16="http://schemas.microsoft.com/office/drawing/2014/main" id="{693EFB70-9C24-4A35-92FB-DD585E5A178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18D73"/>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BD6BD177-F27D-4753-AC01-5D3427045181}"/>
              </a:ext>
            </a:extLst>
          </p:cNvPr>
          <p:cNvSpPr>
            <a:spLocks xmlns:a="http://schemas.openxmlformats.org/drawingml/2006/main" noGrp="1"/>
          </p:cNvSpPr>
          <p:nvPr/>
        </p:nvSpPr>
        <p:spPr>
          <a:xfrm xmlns:a="http://schemas.openxmlformats.org/drawingml/2006/main">
            <a:off x="514350" y="257175"/>
            <a:ext cx="447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545" lnSpcReduction="20000"/>
          </a:bodyPr>
          <a:lstStyle xmlns:a="http://schemas.openxmlformats.org/drawingml/2006/main">
            <a:defPPr algn="l">
              <a:defRPr sz="825" b="1">
                <a:solidFill>
                  <a:srgbClr val="218D73"/>
                </a:solidFill>
                <a:latin typeface="Arial"/>
                <a:ea typeface="Arial"/>
                <a:cs typeface="Arial"/>
              </a:defRPr>
            </a:defPPr>
            <a:lvl1pPr algn="l">
              <a:defRPr sz="825" b="1">
                <a:solidFill>
                  <a:srgbClr val="218D73"/>
                </a:solidFill>
                <a:latin typeface="Arial"/>
                <a:ea typeface="Arial"/>
                <a:cs typeface="Arial"/>
              </a:defRPr>
            </a:lvl1pPr>
            <a:lvl2pPr algn="l">
              <a:defRPr sz="825" b="1">
                <a:solidFill>
                  <a:srgbClr val="218D73"/>
                </a:solidFill>
                <a:latin typeface="Arial"/>
                <a:ea typeface="Arial"/>
                <a:cs typeface="Arial"/>
              </a:defRPr>
            </a:lvl2pPr>
            <a:lvl3pPr algn="l">
              <a:defRPr sz="825" b="1">
                <a:solidFill>
                  <a:srgbClr val="218D73"/>
                </a:solidFill>
                <a:latin typeface="Arial"/>
                <a:ea typeface="Arial"/>
                <a:cs typeface="Arial"/>
              </a:defRPr>
            </a:lvl3pPr>
            <a:lvl4pPr algn="l">
              <a:defRPr sz="825" b="1">
                <a:solidFill>
                  <a:srgbClr val="218D73"/>
                </a:solidFill>
                <a:latin typeface="Arial"/>
                <a:ea typeface="Arial"/>
                <a:cs typeface="Arial"/>
              </a:defRPr>
            </a:lvl4pPr>
            <a:lvl5pPr algn="l">
              <a:defRPr sz="825" b="1">
                <a:solidFill>
                  <a:srgbClr val="218D73"/>
                </a:solidFill>
                <a:latin typeface="Arial"/>
                <a:ea typeface="Arial"/>
                <a:cs typeface="Arial"/>
              </a:defRPr>
            </a:lvl5pPr>
            <a:lvl6pPr algn="l">
              <a:defRPr sz="825" b="1">
                <a:solidFill>
                  <a:srgbClr val="218D73"/>
                </a:solidFill>
                <a:latin typeface="Arial"/>
                <a:ea typeface="Arial"/>
                <a:cs typeface="Arial"/>
              </a:defRPr>
            </a:lvl6pPr>
            <a:lvl7pPr algn="l">
              <a:defRPr sz="825" b="1">
                <a:solidFill>
                  <a:srgbClr val="218D73"/>
                </a:solidFill>
                <a:latin typeface="Arial"/>
                <a:ea typeface="Arial"/>
                <a:cs typeface="Arial"/>
              </a:defRPr>
            </a:lvl7pPr>
            <a:lvl8pPr algn="l">
              <a:defRPr sz="825" b="1">
                <a:solidFill>
                  <a:srgbClr val="218D73"/>
                </a:solidFill>
                <a:latin typeface="Arial"/>
                <a:ea typeface="Arial"/>
                <a:cs typeface="Arial"/>
              </a:defRPr>
            </a:lvl8pPr>
            <a:lvl9pPr algn="l">
              <a:defRPr sz="825" b="1">
                <a:solidFill>
                  <a:srgbClr val="218D73"/>
                </a:solidFill>
                <a:latin typeface="Arial"/>
                <a:ea typeface="Arial"/>
                <a:cs typeface="Arial"/>
              </a:defRPr>
            </a:lvl9pPr>
          </a:lstStyle>
          <a:p xmlns:a="http://schemas.openxmlformats.org/drawingml/2006/main">
            <a:pPr algn="l">
              <a:buNone/>
              <a:defRPr sz="825" b="1">
                <a:solidFill>
                  <a:srgbClr val="218D73"/>
                </a:solidFill>
                <a:latin typeface="Arial"/>
                <a:ea typeface="Arial"/>
                <a:cs typeface="Arial"/>
              </a:defRPr>
            </a:pPr>
            <a:r>
              <a:rPr sz="825" b="1">
                <a:solidFill>
                  <a:srgbClr val="218D73"/>
                </a:solidFill>
                <a:latin typeface="Arial"/>
                <a:ea typeface="Arial"/>
                <a:cs typeface="Arial"/>
              </a:rPr>
              <a:t>OPEN GUARD KIDS  |  BÁO CÁO F2, F3 VÀ F5</a:t>
            </a:r>
          </a:p>
        </p:txBody>
      </p:sp>
      <p:sp>
        <p:nvSpPr>
          <p:cNvPr id="3" name="Rectangle 2">
            <a:extLst xmlns:a="http://schemas.openxmlformats.org/drawingml/2006/main">
              <a:ext uri="{FF2B5EF4-FFF2-40B4-BE49-F238E27FC236}">
                <a16:creationId xmlns:a16="http://schemas.microsoft.com/office/drawing/2014/main" id="{8161BD3E-F407-4A8F-A72A-743A5084CE9B}"/>
              </a:ext>
            </a:extLst>
          </p:cNvPr>
          <p:cNvSpPr>
            <a:spLocks xmlns:a="http://schemas.openxmlformats.org/drawingml/2006/main" noGrp="1"/>
          </p:cNvSpPr>
          <p:nvPr/>
        </p:nvSpPr>
        <p:spPr>
          <a:xfrm xmlns:a="http://schemas.openxmlformats.org/drawingml/2006/main">
            <a:off x="514350" y="55245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970"/>
          </a:bodyPr>
          <a:lstStyle xmlns:a="http://schemas.openxmlformats.org/drawingml/2006/main">
            <a:defPPr algn="l">
              <a:defRPr sz="2475" b="1">
                <a:solidFill>
                  <a:srgbClr val="123C52"/>
                </a:solidFill>
                <a:latin typeface="Arial"/>
                <a:ea typeface="Arial"/>
                <a:cs typeface="Arial"/>
              </a:defRPr>
            </a:defPPr>
            <a:lvl1pPr algn="l">
              <a:defRPr sz="2475" b="1">
                <a:solidFill>
                  <a:srgbClr val="123C52"/>
                </a:solidFill>
                <a:latin typeface="Arial"/>
                <a:ea typeface="Arial"/>
                <a:cs typeface="Arial"/>
              </a:defRPr>
            </a:lvl1pPr>
            <a:lvl2pPr algn="l">
              <a:defRPr sz="2475" b="1">
                <a:solidFill>
                  <a:srgbClr val="123C52"/>
                </a:solidFill>
                <a:latin typeface="Arial"/>
                <a:ea typeface="Arial"/>
                <a:cs typeface="Arial"/>
              </a:defRPr>
            </a:lvl2pPr>
            <a:lvl3pPr algn="l">
              <a:defRPr sz="2475" b="1">
                <a:solidFill>
                  <a:srgbClr val="123C52"/>
                </a:solidFill>
                <a:latin typeface="Arial"/>
                <a:ea typeface="Arial"/>
                <a:cs typeface="Arial"/>
              </a:defRPr>
            </a:lvl3pPr>
            <a:lvl4pPr algn="l">
              <a:defRPr sz="2475" b="1">
                <a:solidFill>
                  <a:srgbClr val="123C52"/>
                </a:solidFill>
                <a:latin typeface="Arial"/>
                <a:ea typeface="Arial"/>
                <a:cs typeface="Arial"/>
              </a:defRPr>
            </a:lvl4pPr>
            <a:lvl5pPr algn="l">
              <a:defRPr sz="2475" b="1">
                <a:solidFill>
                  <a:srgbClr val="123C52"/>
                </a:solidFill>
                <a:latin typeface="Arial"/>
                <a:ea typeface="Arial"/>
                <a:cs typeface="Arial"/>
              </a:defRPr>
            </a:lvl5pPr>
            <a:lvl6pPr algn="l">
              <a:defRPr sz="2475" b="1">
                <a:solidFill>
                  <a:srgbClr val="123C52"/>
                </a:solidFill>
                <a:latin typeface="Arial"/>
                <a:ea typeface="Arial"/>
                <a:cs typeface="Arial"/>
              </a:defRPr>
            </a:lvl6pPr>
            <a:lvl7pPr algn="l">
              <a:defRPr sz="2475" b="1">
                <a:solidFill>
                  <a:srgbClr val="123C52"/>
                </a:solidFill>
                <a:latin typeface="Arial"/>
                <a:ea typeface="Arial"/>
                <a:cs typeface="Arial"/>
              </a:defRPr>
            </a:lvl7pPr>
            <a:lvl8pPr algn="l">
              <a:defRPr sz="2475" b="1">
                <a:solidFill>
                  <a:srgbClr val="123C52"/>
                </a:solidFill>
                <a:latin typeface="Arial"/>
                <a:ea typeface="Arial"/>
                <a:cs typeface="Arial"/>
              </a:defRPr>
            </a:lvl8pPr>
            <a:lvl9pPr algn="l">
              <a:defRPr sz="2475" b="1">
                <a:solidFill>
                  <a:srgbClr val="123C52"/>
                </a:solidFill>
                <a:latin typeface="Arial"/>
                <a:ea typeface="Arial"/>
                <a:cs typeface="Arial"/>
              </a:defRPr>
            </a:lvl9pPr>
          </a:lstStyle>
          <a:p xmlns:a="http://schemas.openxmlformats.org/drawingml/2006/main">
            <a:pPr algn="l">
              <a:buNone/>
              <a:defRPr sz="2475" b="1">
                <a:solidFill>
                  <a:srgbClr val="123C52"/>
                </a:solidFill>
                <a:latin typeface="Arial"/>
                <a:ea typeface="Arial"/>
                <a:cs typeface="Arial"/>
              </a:defRPr>
            </a:pPr>
            <a:r>
              <a:rPr sz="2475" b="1">
                <a:solidFill>
                  <a:srgbClr val="123C52"/>
                </a:solidFill>
                <a:latin typeface="Arial"/>
                <a:ea typeface="Arial"/>
                <a:cs typeface="Arial"/>
              </a:rPr>
              <a:t>Thống kê truy vấn web</a:t>
            </a:r>
          </a:p>
        </p:txBody>
      </p:sp>
      <p:sp>
        <p:nvSpPr>
          <p:cNvPr id="4" name="Rectangle 3">
            <a:extLst xmlns:a="http://schemas.openxmlformats.org/drawingml/2006/main">
              <a:ext uri="{FF2B5EF4-FFF2-40B4-BE49-F238E27FC236}">
                <a16:creationId xmlns:a16="http://schemas.microsoft.com/office/drawing/2014/main" id="{81F2BB94-119C-4CD0-9443-0BC9DE8128AD}"/>
              </a:ext>
            </a:extLst>
          </p:cNvPr>
          <p:cNvSpPr>
            <a:spLocks xmlns:a="http://schemas.openxmlformats.org/drawingml/2006/main" noGrp="1"/>
          </p:cNvSpPr>
          <p:nvPr/>
        </p:nvSpPr>
        <p:spPr>
          <a:xfrm xmlns:a="http://schemas.openxmlformats.org/drawingml/2006/main">
            <a:off x="514350" y="1143000"/>
            <a:ext cx="11163300" cy="9525"/>
          </a:xfrm>
          <a:prstGeom xmlns:a="http://schemas.openxmlformats.org/drawingml/2006/main" prst="rect">
            <a:avLst/>
          </a:prstGeom>
          <a:solidFill xmlns:a="http://schemas.openxmlformats.org/drawingml/2006/main">
            <a:srgbClr val="D7E5D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A4BA22F7-09BE-421E-B81F-D51B6AE091EF}"/>
              </a:ext>
            </a:extLst>
          </p:cNvPr>
          <p:cNvSpPr>
            <a:spLocks xmlns:a="http://schemas.openxmlformats.org/drawingml/2006/main" noGrp="1"/>
          </p:cNvSpPr>
          <p:nvPr/>
        </p:nvSpPr>
        <p:spPr>
          <a:xfrm xmlns:a="http://schemas.openxmlformats.org/drawingml/2006/main">
            <a:off x="11096625" y="2571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545" lnSpcReduction="20000"/>
          </a:bodyPr>
          <a:lstStyle xmlns:a="http://schemas.openxmlformats.org/drawingml/2006/main">
            <a:defPPr algn="r">
              <a:defRPr sz="825" b="1">
                <a:solidFill>
                  <a:srgbClr val="218D73"/>
                </a:solidFill>
                <a:latin typeface="Arial"/>
                <a:ea typeface="Arial"/>
                <a:cs typeface="Arial"/>
              </a:defRPr>
            </a:defPPr>
            <a:lvl1pPr algn="r">
              <a:defRPr sz="825" b="1">
                <a:solidFill>
                  <a:srgbClr val="218D73"/>
                </a:solidFill>
                <a:latin typeface="Arial"/>
                <a:ea typeface="Arial"/>
                <a:cs typeface="Arial"/>
              </a:defRPr>
            </a:lvl1pPr>
            <a:lvl2pPr algn="r">
              <a:defRPr sz="825" b="1">
                <a:solidFill>
                  <a:srgbClr val="218D73"/>
                </a:solidFill>
                <a:latin typeface="Arial"/>
                <a:ea typeface="Arial"/>
                <a:cs typeface="Arial"/>
              </a:defRPr>
            </a:lvl2pPr>
            <a:lvl3pPr algn="r">
              <a:defRPr sz="825" b="1">
                <a:solidFill>
                  <a:srgbClr val="218D73"/>
                </a:solidFill>
                <a:latin typeface="Arial"/>
                <a:ea typeface="Arial"/>
                <a:cs typeface="Arial"/>
              </a:defRPr>
            </a:lvl3pPr>
            <a:lvl4pPr algn="r">
              <a:defRPr sz="825" b="1">
                <a:solidFill>
                  <a:srgbClr val="218D73"/>
                </a:solidFill>
                <a:latin typeface="Arial"/>
                <a:ea typeface="Arial"/>
                <a:cs typeface="Arial"/>
              </a:defRPr>
            </a:lvl4pPr>
            <a:lvl5pPr algn="r">
              <a:defRPr sz="825" b="1">
                <a:solidFill>
                  <a:srgbClr val="218D73"/>
                </a:solidFill>
                <a:latin typeface="Arial"/>
                <a:ea typeface="Arial"/>
                <a:cs typeface="Arial"/>
              </a:defRPr>
            </a:lvl5pPr>
            <a:lvl6pPr algn="r">
              <a:defRPr sz="825" b="1">
                <a:solidFill>
                  <a:srgbClr val="218D73"/>
                </a:solidFill>
                <a:latin typeface="Arial"/>
                <a:ea typeface="Arial"/>
                <a:cs typeface="Arial"/>
              </a:defRPr>
            </a:lvl6pPr>
            <a:lvl7pPr algn="r">
              <a:defRPr sz="825" b="1">
                <a:solidFill>
                  <a:srgbClr val="218D73"/>
                </a:solidFill>
                <a:latin typeface="Arial"/>
                <a:ea typeface="Arial"/>
                <a:cs typeface="Arial"/>
              </a:defRPr>
            </a:lvl7pPr>
            <a:lvl8pPr algn="r">
              <a:defRPr sz="825" b="1">
                <a:solidFill>
                  <a:srgbClr val="218D73"/>
                </a:solidFill>
                <a:latin typeface="Arial"/>
                <a:ea typeface="Arial"/>
                <a:cs typeface="Arial"/>
              </a:defRPr>
            </a:lvl8pPr>
            <a:lvl9pPr algn="r">
              <a:defRPr sz="825" b="1">
                <a:solidFill>
                  <a:srgbClr val="218D73"/>
                </a:solidFill>
                <a:latin typeface="Arial"/>
                <a:ea typeface="Arial"/>
                <a:cs typeface="Arial"/>
              </a:defRPr>
            </a:lvl9pPr>
          </a:lstStyle>
          <a:p xmlns:a="http://schemas.openxmlformats.org/drawingml/2006/main">
            <a:pPr algn="r">
              <a:buNone/>
              <a:defRPr sz="825" b="1">
                <a:solidFill>
                  <a:srgbClr val="218D73"/>
                </a:solidFill>
                <a:latin typeface="Arial"/>
                <a:ea typeface="Arial"/>
                <a:cs typeface="Arial"/>
              </a:defRPr>
            </a:pPr>
            <a:r>
              <a:rPr sz="825" b="1">
                <a:solidFill>
                  <a:srgbClr val="218D73"/>
                </a:solidFill>
                <a:latin typeface="Arial"/>
                <a:ea typeface="Arial"/>
                <a:cs typeface="Arial"/>
              </a:rPr>
              <a:t>11</a:t>
            </a:r>
          </a:p>
        </p:txBody>
      </p:sp>
      <p:sp>
        <p:nvSpPr>
          <p:cNvPr id="6" name="Rectangle 5">
            <a:extLst xmlns:a="http://schemas.openxmlformats.org/drawingml/2006/main">
              <a:ext uri="{FF2B5EF4-FFF2-40B4-BE49-F238E27FC236}">
                <a16:creationId xmlns:a16="http://schemas.microsoft.com/office/drawing/2014/main" id="{ABCEE4DB-F55A-4529-B0A1-47A59AE68A12}"/>
              </a:ext>
            </a:extLst>
          </p:cNvPr>
          <p:cNvSpPr>
            <a:spLocks xmlns:a="http://schemas.openxmlformats.org/drawingml/2006/main" noGrp="1"/>
          </p:cNvSpPr>
          <p:nvPr/>
        </p:nvSpPr>
        <p:spPr>
          <a:xfrm xmlns:a="http://schemas.openxmlformats.org/drawingml/2006/main">
            <a:off x="514350" y="132397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lnSpcReduction="10000"/>
          </a:bodyPr>
          <a:lstStyle xmlns:a="http://schemas.openxmlformats.org/drawingml/2006/main">
            <a:defPPr algn="l">
              <a:defRPr sz="1350" b="0">
                <a:solidFill>
                  <a:srgbClr val="5E746D"/>
                </a:solidFill>
                <a:latin typeface="Arial"/>
                <a:ea typeface="Arial"/>
                <a:cs typeface="Arial"/>
              </a:defRPr>
            </a:defPPr>
            <a:lvl1pPr algn="l">
              <a:defRPr sz="1350" b="0">
                <a:solidFill>
                  <a:srgbClr val="5E746D"/>
                </a:solidFill>
                <a:latin typeface="Arial"/>
                <a:ea typeface="Arial"/>
                <a:cs typeface="Arial"/>
              </a:defRPr>
            </a:lvl1pPr>
            <a:lvl2pPr algn="l">
              <a:defRPr sz="1350" b="0">
                <a:solidFill>
                  <a:srgbClr val="5E746D"/>
                </a:solidFill>
                <a:latin typeface="Arial"/>
                <a:ea typeface="Arial"/>
                <a:cs typeface="Arial"/>
              </a:defRPr>
            </a:lvl2pPr>
            <a:lvl3pPr algn="l">
              <a:defRPr sz="1350" b="0">
                <a:solidFill>
                  <a:srgbClr val="5E746D"/>
                </a:solidFill>
                <a:latin typeface="Arial"/>
                <a:ea typeface="Arial"/>
                <a:cs typeface="Arial"/>
              </a:defRPr>
            </a:lvl3pPr>
            <a:lvl4pPr algn="l">
              <a:defRPr sz="1350" b="0">
                <a:solidFill>
                  <a:srgbClr val="5E746D"/>
                </a:solidFill>
                <a:latin typeface="Arial"/>
                <a:ea typeface="Arial"/>
                <a:cs typeface="Arial"/>
              </a:defRPr>
            </a:lvl4pPr>
            <a:lvl5pPr algn="l">
              <a:defRPr sz="1350" b="0">
                <a:solidFill>
                  <a:srgbClr val="5E746D"/>
                </a:solidFill>
                <a:latin typeface="Arial"/>
                <a:ea typeface="Arial"/>
                <a:cs typeface="Arial"/>
              </a:defRPr>
            </a:lvl5pPr>
            <a:lvl6pPr algn="l">
              <a:defRPr sz="1350" b="0">
                <a:solidFill>
                  <a:srgbClr val="5E746D"/>
                </a:solidFill>
                <a:latin typeface="Arial"/>
                <a:ea typeface="Arial"/>
                <a:cs typeface="Arial"/>
              </a:defRPr>
            </a:lvl6pPr>
            <a:lvl7pPr algn="l">
              <a:defRPr sz="1350" b="0">
                <a:solidFill>
                  <a:srgbClr val="5E746D"/>
                </a:solidFill>
                <a:latin typeface="Arial"/>
                <a:ea typeface="Arial"/>
                <a:cs typeface="Arial"/>
              </a:defRPr>
            </a:lvl7pPr>
            <a:lvl8pPr algn="l">
              <a:defRPr sz="1350" b="0">
                <a:solidFill>
                  <a:srgbClr val="5E746D"/>
                </a:solidFill>
                <a:latin typeface="Arial"/>
                <a:ea typeface="Arial"/>
                <a:cs typeface="Arial"/>
              </a:defRPr>
            </a:lvl8pPr>
            <a:lvl9pPr algn="l">
              <a:defRPr sz="1350" b="0">
                <a:solidFill>
                  <a:srgbClr val="5E746D"/>
                </a:solidFill>
                <a:latin typeface="Arial"/>
                <a:ea typeface="Arial"/>
                <a:cs typeface="Arial"/>
              </a:defRPr>
            </a:lvl9pPr>
          </a:lstStyle>
          <a:p xmlns:a="http://schemas.openxmlformats.org/drawingml/2006/main">
            <a:pPr algn="l">
              <a:buNone/>
              <a:defRPr sz="1350" b="0">
                <a:solidFill>
                  <a:srgbClr val="5E746D"/>
                </a:solidFill>
                <a:latin typeface="Arial"/>
                <a:ea typeface="Arial"/>
                <a:cs typeface="Arial"/>
              </a:defRPr>
            </a:pPr>
            <a:r>
              <a:rPr sz="1350" b="0">
                <a:solidFill>
                  <a:srgbClr val="5E746D"/>
                </a:solidFill>
                <a:latin typeface="Arial"/>
                <a:ea typeface="Arial"/>
                <a:cs typeface="Arial"/>
              </a:rPr>
              <a:t>Báo cáo web đo số truy vấn DNS, không đo số trang đã mở hay thời gian đọc trang.</a:t>
            </a:r>
          </a:p>
        </p:txBody>
      </p:sp>
      <p:sp>
        <p:nvSpPr>
          <p:cNvPr id="7" name="Rectangle: Rounded Corners 6">
            <a:extLst xmlns:a="http://schemas.openxmlformats.org/drawingml/2006/main">
              <a:ext uri="{FF2B5EF4-FFF2-40B4-BE49-F238E27FC236}">
                <a16:creationId xmlns:a16="http://schemas.microsoft.com/office/drawing/2014/main" id="{CFF8987C-CDB4-44D9-970D-1CBA9E6347DC}"/>
              </a:ext>
            </a:extLst>
          </p:cNvPr>
          <p:cNvSpPr>
            <a:spLocks xmlns:a="http://schemas.openxmlformats.org/drawingml/2006/main" noGrp="1"/>
          </p:cNvSpPr>
          <p:nvPr/>
        </p:nvSpPr>
        <p:spPr>
          <a:xfrm xmlns:a="http://schemas.openxmlformats.org/drawingml/2006/main">
            <a:off x="590550" y="2428875"/>
            <a:ext cx="1571625" cy="762000"/>
          </a:xfrm>
          <a:prstGeom xmlns:a="http://schemas.openxmlformats.org/drawingml/2006/main" prst="roundRect">
            <a:avLst>
              <a:gd name="adj" fmla="val 15000"/>
            </a:avLst>
          </a:prstGeom>
          <a:solidFill xmlns:a="http://schemas.openxmlformats.org/drawingml/2006/main">
            <a:srgbClr val="EAF6F1"/>
          </a:solidFill>
          <a:ln xmlns:a="http://schemas.openxmlformats.org/drawingml/2006/main" w="9525">
            <a:solidFill>
              <a:srgbClr val="D7E5D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335A0EC0-4DEA-4DDA-95F0-5168E0318BE8}"/>
              </a:ext>
            </a:extLst>
          </p:cNvPr>
          <p:cNvSpPr>
            <a:spLocks xmlns:a="http://schemas.openxmlformats.org/drawingml/2006/main" noGrp="1"/>
          </p:cNvSpPr>
          <p:nvPr/>
        </p:nvSpPr>
        <p:spPr>
          <a:xfrm xmlns:a="http://schemas.openxmlformats.org/drawingml/2006/main">
            <a:off x="704850" y="2552700"/>
            <a:ext cx="13430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686" lnSpcReduction="20000"/>
          </a:bodyPr>
          <a:lstStyle xmlns:a="http://schemas.openxmlformats.org/drawingml/2006/main">
            <a:defPPr algn="ctr">
              <a:defRPr sz="1275" b="1">
                <a:solidFill>
                  <a:srgbClr val="123C52"/>
                </a:solidFill>
                <a:latin typeface="Arial"/>
                <a:ea typeface="Arial"/>
                <a:cs typeface="Arial"/>
              </a:defRPr>
            </a:defPPr>
            <a:lvl1pPr algn="ctr">
              <a:defRPr sz="1275" b="1">
                <a:solidFill>
                  <a:srgbClr val="123C52"/>
                </a:solidFill>
                <a:latin typeface="Arial"/>
                <a:ea typeface="Arial"/>
                <a:cs typeface="Arial"/>
              </a:defRPr>
            </a:lvl1pPr>
            <a:lvl2pPr algn="ctr">
              <a:defRPr sz="1275" b="1">
                <a:solidFill>
                  <a:srgbClr val="123C52"/>
                </a:solidFill>
                <a:latin typeface="Arial"/>
                <a:ea typeface="Arial"/>
                <a:cs typeface="Arial"/>
              </a:defRPr>
            </a:lvl2pPr>
            <a:lvl3pPr algn="ctr">
              <a:defRPr sz="1275" b="1">
                <a:solidFill>
                  <a:srgbClr val="123C52"/>
                </a:solidFill>
                <a:latin typeface="Arial"/>
                <a:ea typeface="Arial"/>
                <a:cs typeface="Arial"/>
              </a:defRPr>
            </a:lvl3pPr>
            <a:lvl4pPr algn="ctr">
              <a:defRPr sz="1275" b="1">
                <a:solidFill>
                  <a:srgbClr val="123C52"/>
                </a:solidFill>
                <a:latin typeface="Arial"/>
                <a:ea typeface="Arial"/>
                <a:cs typeface="Arial"/>
              </a:defRPr>
            </a:lvl4pPr>
            <a:lvl5pPr algn="ctr">
              <a:defRPr sz="1275" b="1">
                <a:solidFill>
                  <a:srgbClr val="123C52"/>
                </a:solidFill>
                <a:latin typeface="Arial"/>
                <a:ea typeface="Arial"/>
                <a:cs typeface="Arial"/>
              </a:defRPr>
            </a:lvl5pPr>
            <a:lvl6pPr algn="ctr">
              <a:defRPr sz="1275" b="1">
                <a:solidFill>
                  <a:srgbClr val="123C52"/>
                </a:solidFill>
                <a:latin typeface="Arial"/>
                <a:ea typeface="Arial"/>
                <a:cs typeface="Arial"/>
              </a:defRPr>
            </a:lvl6pPr>
            <a:lvl7pPr algn="ctr">
              <a:defRPr sz="1275" b="1">
                <a:solidFill>
                  <a:srgbClr val="123C52"/>
                </a:solidFill>
                <a:latin typeface="Arial"/>
                <a:ea typeface="Arial"/>
                <a:cs typeface="Arial"/>
              </a:defRPr>
            </a:lvl7pPr>
            <a:lvl8pPr algn="ctr">
              <a:defRPr sz="1275" b="1">
                <a:solidFill>
                  <a:srgbClr val="123C52"/>
                </a:solidFill>
                <a:latin typeface="Arial"/>
                <a:ea typeface="Arial"/>
                <a:cs typeface="Arial"/>
              </a:defRPr>
            </a:lvl8pPr>
            <a:lvl9pPr algn="ctr">
              <a:defRPr sz="1275" b="1">
                <a:solidFill>
                  <a:srgbClr val="123C52"/>
                </a:solidFill>
                <a:latin typeface="Arial"/>
                <a:ea typeface="Arial"/>
                <a:cs typeface="Arial"/>
              </a:defRPr>
            </a:lvl9pPr>
          </a:lstStyle>
          <a:p xmlns:a="http://schemas.openxmlformats.org/drawingml/2006/main">
            <a:pPr algn="ctr">
              <a:buNone/>
              <a:defRPr sz="1275" b="1">
                <a:solidFill>
                  <a:srgbClr val="123C52"/>
                </a:solidFill>
                <a:latin typeface="Arial"/>
                <a:ea typeface="Arial"/>
                <a:cs typeface="Arial"/>
              </a:defRPr>
            </a:pPr>
            <a:r>
              <a:rPr sz="1275" b="1">
                <a:solidFill>
                  <a:srgbClr val="123C52"/>
                </a:solidFill>
                <a:latin typeface="Arial"/>
                <a:ea typeface="Arial"/>
                <a:cs typeface="Arial"/>
              </a:rPr>
              <a:t>DNS request</a:t>
            </a:r>
          </a:p>
        </p:txBody>
      </p:sp>
      <p:sp>
        <p:nvSpPr>
          <p:cNvPr id="9" name="Rectangle 8">
            <a:extLst xmlns:a="http://schemas.openxmlformats.org/drawingml/2006/main">
              <a:ext uri="{FF2B5EF4-FFF2-40B4-BE49-F238E27FC236}">
                <a16:creationId xmlns:a16="http://schemas.microsoft.com/office/drawing/2014/main" id="{EB54F2FD-680C-4878-95D8-11C093147D2D}"/>
              </a:ext>
            </a:extLst>
          </p:cNvPr>
          <p:cNvSpPr>
            <a:spLocks xmlns:a="http://schemas.openxmlformats.org/drawingml/2006/main" noGrp="1"/>
          </p:cNvSpPr>
          <p:nvPr/>
        </p:nvSpPr>
        <p:spPr>
          <a:xfrm xmlns:a="http://schemas.openxmlformats.org/drawingml/2006/main">
            <a:off x="685800" y="2819400"/>
            <a:ext cx="1381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lgn="ctr">
              <a:defRPr sz="900" b="0">
                <a:solidFill>
                  <a:srgbClr val="5E746D"/>
                </a:solidFill>
                <a:latin typeface="Arial"/>
                <a:ea typeface="Arial"/>
                <a:cs typeface="Arial"/>
              </a:defRPr>
            </a:defPPr>
            <a:lvl1pPr algn="ctr">
              <a:defRPr sz="900" b="0">
                <a:solidFill>
                  <a:srgbClr val="5E746D"/>
                </a:solidFill>
                <a:latin typeface="Arial"/>
                <a:ea typeface="Arial"/>
                <a:cs typeface="Arial"/>
              </a:defRPr>
            </a:lvl1pPr>
            <a:lvl2pPr algn="ctr">
              <a:defRPr sz="900" b="0">
                <a:solidFill>
                  <a:srgbClr val="5E746D"/>
                </a:solidFill>
                <a:latin typeface="Arial"/>
                <a:ea typeface="Arial"/>
                <a:cs typeface="Arial"/>
              </a:defRPr>
            </a:lvl2pPr>
            <a:lvl3pPr algn="ctr">
              <a:defRPr sz="900" b="0">
                <a:solidFill>
                  <a:srgbClr val="5E746D"/>
                </a:solidFill>
                <a:latin typeface="Arial"/>
                <a:ea typeface="Arial"/>
                <a:cs typeface="Arial"/>
              </a:defRPr>
            </a:lvl3pPr>
            <a:lvl4pPr algn="ctr">
              <a:defRPr sz="900" b="0">
                <a:solidFill>
                  <a:srgbClr val="5E746D"/>
                </a:solidFill>
                <a:latin typeface="Arial"/>
                <a:ea typeface="Arial"/>
                <a:cs typeface="Arial"/>
              </a:defRPr>
            </a:lvl4pPr>
            <a:lvl5pPr algn="ctr">
              <a:defRPr sz="900" b="0">
                <a:solidFill>
                  <a:srgbClr val="5E746D"/>
                </a:solidFill>
                <a:latin typeface="Arial"/>
                <a:ea typeface="Arial"/>
                <a:cs typeface="Arial"/>
              </a:defRPr>
            </a:lvl5pPr>
            <a:lvl6pPr algn="ctr">
              <a:defRPr sz="900" b="0">
                <a:solidFill>
                  <a:srgbClr val="5E746D"/>
                </a:solidFill>
                <a:latin typeface="Arial"/>
                <a:ea typeface="Arial"/>
                <a:cs typeface="Arial"/>
              </a:defRPr>
            </a:lvl6pPr>
            <a:lvl7pPr algn="ctr">
              <a:defRPr sz="900" b="0">
                <a:solidFill>
                  <a:srgbClr val="5E746D"/>
                </a:solidFill>
                <a:latin typeface="Arial"/>
                <a:ea typeface="Arial"/>
                <a:cs typeface="Arial"/>
              </a:defRPr>
            </a:lvl7pPr>
            <a:lvl8pPr algn="ctr">
              <a:defRPr sz="900" b="0">
                <a:solidFill>
                  <a:srgbClr val="5E746D"/>
                </a:solidFill>
                <a:latin typeface="Arial"/>
                <a:ea typeface="Arial"/>
                <a:cs typeface="Arial"/>
              </a:defRPr>
            </a:lvl8pPr>
            <a:lvl9pPr algn="ctr">
              <a:defRPr sz="900" b="0">
                <a:solidFill>
                  <a:srgbClr val="5E746D"/>
                </a:solidFill>
                <a:latin typeface="Arial"/>
                <a:ea typeface="Arial"/>
                <a:cs typeface="Arial"/>
              </a:defRPr>
            </a:lvl9pPr>
          </a:lstStyle>
          <a:p xmlns:a="http://schemas.openxmlformats.org/drawingml/2006/main">
            <a:pPr algn="ctr">
              <a:buNone/>
              <a:defRPr sz="900" b="0">
                <a:solidFill>
                  <a:srgbClr val="5E746D"/>
                </a:solidFill>
                <a:latin typeface="Arial"/>
                <a:ea typeface="Arial"/>
                <a:cs typeface="Arial"/>
              </a:defRPr>
            </a:pPr>
            <a:r>
              <a:rPr sz="900" b="0">
                <a:solidFill>
                  <a:srgbClr val="5E746D"/>
                </a:solidFill>
                <a:latin typeface="Arial"/>
                <a:ea typeface="Arial"/>
                <a:cs typeface="Arial"/>
              </a:rPr>
              <a:t>A hoặc AAAA</a:t>
            </a:r>
          </a:p>
        </p:txBody>
      </p:sp>
      <p:sp>
        <p:nvSpPr>
          <p:cNvPr id="10" name="Arrow: Right 9">
            <a:extLst xmlns:a="http://schemas.openxmlformats.org/drawingml/2006/main">
              <a:ext uri="{FF2B5EF4-FFF2-40B4-BE49-F238E27FC236}">
                <a16:creationId xmlns:a16="http://schemas.microsoft.com/office/drawing/2014/main" id="{34192080-2D81-4901-AB49-883F5257C7FB}"/>
              </a:ext>
            </a:extLst>
          </p:cNvPr>
          <p:cNvSpPr>
            <a:spLocks xmlns:a="http://schemas.openxmlformats.org/drawingml/2006/main" noGrp="1"/>
          </p:cNvSpPr>
          <p:nvPr/>
        </p:nvSpPr>
        <p:spPr>
          <a:xfrm xmlns:a="http://schemas.openxmlformats.org/drawingml/2006/main">
            <a:off x="2247900" y="2686050"/>
            <a:ext cx="523875" cy="247650"/>
          </a:xfrm>
          <a:prstGeom xmlns:a="http://schemas.openxmlformats.org/drawingml/2006/main" prst="rightArrow">
            <a:avLst/>
          </a:prstGeom>
          <a:solidFill xmlns:a="http://schemas.openxmlformats.org/drawingml/2006/main">
            <a:srgbClr val="80D7B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Rectangle: Rounded Corners 10">
            <a:extLst xmlns:a="http://schemas.openxmlformats.org/drawingml/2006/main">
              <a:ext uri="{FF2B5EF4-FFF2-40B4-BE49-F238E27FC236}">
                <a16:creationId xmlns:a16="http://schemas.microsoft.com/office/drawing/2014/main" id="{7550581B-4A73-49F0-B434-4188F10D826C}"/>
              </a:ext>
            </a:extLst>
          </p:cNvPr>
          <p:cNvSpPr>
            <a:spLocks xmlns:a="http://schemas.openxmlformats.org/drawingml/2006/main" noGrp="1"/>
          </p:cNvSpPr>
          <p:nvPr/>
        </p:nvSpPr>
        <p:spPr>
          <a:xfrm xmlns:a="http://schemas.openxmlformats.org/drawingml/2006/main">
            <a:off x="2867025" y="2428875"/>
            <a:ext cx="1571625"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9525">
            <a:solidFill>
              <a:srgbClr val="D7E5D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BAE7A0D7-117E-4AF0-BB6E-B3D274E9A5F9}"/>
              </a:ext>
            </a:extLst>
          </p:cNvPr>
          <p:cNvSpPr>
            <a:spLocks xmlns:a="http://schemas.openxmlformats.org/drawingml/2006/main" noGrp="1"/>
          </p:cNvSpPr>
          <p:nvPr/>
        </p:nvSpPr>
        <p:spPr>
          <a:xfrm xmlns:a="http://schemas.openxmlformats.org/drawingml/2006/main">
            <a:off x="2981325" y="2552700"/>
            <a:ext cx="13430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686" lnSpcReduction="20000"/>
          </a:bodyPr>
          <a:lstStyle xmlns:a="http://schemas.openxmlformats.org/drawingml/2006/main">
            <a:defPPr algn="ctr">
              <a:defRPr sz="1275" b="1">
                <a:solidFill>
                  <a:srgbClr val="123C52"/>
                </a:solidFill>
                <a:latin typeface="Arial"/>
                <a:ea typeface="Arial"/>
                <a:cs typeface="Arial"/>
              </a:defRPr>
            </a:defPPr>
            <a:lvl1pPr algn="ctr">
              <a:defRPr sz="1275" b="1">
                <a:solidFill>
                  <a:srgbClr val="123C52"/>
                </a:solidFill>
                <a:latin typeface="Arial"/>
                <a:ea typeface="Arial"/>
                <a:cs typeface="Arial"/>
              </a:defRPr>
            </a:lvl1pPr>
            <a:lvl2pPr algn="ctr">
              <a:defRPr sz="1275" b="1">
                <a:solidFill>
                  <a:srgbClr val="123C52"/>
                </a:solidFill>
                <a:latin typeface="Arial"/>
                <a:ea typeface="Arial"/>
                <a:cs typeface="Arial"/>
              </a:defRPr>
            </a:lvl2pPr>
            <a:lvl3pPr algn="ctr">
              <a:defRPr sz="1275" b="1">
                <a:solidFill>
                  <a:srgbClr val="123C52"/>
                </a:solidFill>
                <a:latin typeface="Arial"/>
                <a:ea typeface="Arial"/>
                <a:cs typeface="Arial"/>
              </a:defRPr>
            </a:lvl3pPr>
            <a:lvl4pPr algn="ctr">
              <a:defRPr sz="1275" b="1">
                <a:solidFill>
                  <a:srgbClr val="123C52"/>
                </a:solidFill>
                <a:latin typeface="Arial"/>
                <a:ea typeface="Arial"/>
                <a:cs typeface="Arial"/>
              </a:defRPr>
            </a:lvl4pPr>
            <a:lvl5pPr algn="ctr">
              <a:defRPr sz="1275" b="1">
                <a:solidFill>
                  <a:srgbClr val="123C52"/>
                </a:solidFill>
                <a:latin typeface="Arial"/>
                <a:ea typeface="Arial"/>
                <a:cs typeface="Arial"/>
              </a:defRPr>
            </a:lvl5pPr>
            <a:lvl6pPr algn="ctr">
              <a:defRPr sz="1275" b="1">
                <a:solidFill>
                  <a:srgbClr val="123C52"/>
                </a:solidFill>
                <a:latin typeface="Arial"/>
                <a:ea typeface="Arial"/>
                <a:cs typeface="Arial"/>
              </a:defRPr>
            </a:lvl6pPr>
            <a:lvl7pPr algn="ctr">
              <a:defRPr sz="1275" b="1">
                <a:solidFill>
                  <a:srgbClr val="123C52"/>
                </a:solidFill>
                <a:latin typeface="Arial"/>
                <a:ea typeface="Arial"/>
                <a:cs typeface="Arial"/>
              </a:defRPr>
            </a:lvl7pPr>
            <a:lvl8pPr algn="ctr">
              <a:defRPr sz="1275" b="1">
                <a:solidFill>
                  <a:srgbClr val="123C52"/>
                </a:solidFill>
                <a:latin typeface="Arial"/>
                <a:ea typeface="Arial"/>
                <a:cs typeface="Arial"/>
              </a:defRPr>
            </a:lvl8pPr>
            <a:lvl9pPr algn="ctr">
              <a:defRPr sz="1275" b="1">
                <a:solidFill>
                  <a:srgbClr val="123C52"/>
                </a:solidFill>
                <a:latin typeface="Arial"/>
                <a:ea typeface="Arial"/>
                <a:cs typeface="Arial"/>
              </a:defRPr>
            </a:lvl9pPr>
          </a:lstStyle>
          <a:p xmlns:a="http://schemas.openxmlformats.org/drawingml/2006/main">
            <a:pPr algn="ctr">
              <a:buNone/>
              <a:defRPr sz="1275" b="1">
                <a:solidFill>
                  <a:srgbClr val="123C52"/>
                </a:solidFill>
                <a:latin typeface="Arial"/>
                <a:ea typeface="Arial"/>
                <a:cs typeface="Arial"/>
              </a:defRPr>
            </a:pPr>
            <a:r>
              <a:rPr sz="1275" b="1">
                <a:solidFill>
                  <a:srgbClr val="123C52"/>
                </a:solidFill>
                <a:latin typeface="Arial"/>
                <a:ea typeface="Arial"/>
                <a:cs typeface="Arial"/>
              </a:rPr>
              <a:t>Chuẩn hóa</a:t>
            </a:r>
          </a:p>
        </p:txBody>
      </p:sp>
      <p:sp>
        <p:nvSpPr>
          <p:cNvPr id="13" name="Rectangle 12">
            <a:extLst xmlns:a="http://schemas.openxmlformats.org/drawingml/2006/main">
              <a:ext uri="{FF2B5EF4-FFF2-40B4-BE49-F238E27FC236}">
                <a16:creationId xmlns:a16="http://schemas.microsoft.com/office/drawing/2014/main" id="{8E5B5A0C-CDA9-459D-B9B2-786F31F4D1B1}"/>
              </a:ext>
            </a:extLst>
          </p:cNvPr>
          <p:cNvSpPr>
            <a:spLocks xmlns:a="http://schemas.openxmlformats.org/drawingml/2006/main" noGrp="1"/>
          </p:cNvSpPr>
          <p:nvPr/>
        </p:nvSpPr>
        <p:spPr>
          <a:xfrm xmlns:a="http://schemas.openxmlformats.org/drawingml/2006/main">
            <a:off x="2962275" y="2819400"/>
            <a:ext cx="1381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lgn="ctr">
              <a:defRPr sz="900" b="0">
                <a:solidFill>
                  <a:srgbClr val="5E746D"/>
                </a:solidFill>
                <a:latin typeface="Arial"/>
                <a:ea typeface="Arial"/>
                <a:cs typeface="Arial"/>
              </a:defRPr>
            </a:defPPr>
            <a:lvl1pPr algn="ctr">
              <a:defRPr sz="900" b="0">
                <a:solidFill>
                  <a:srgbClr val="5E746D"/>
                </a:solidFill>
                <a:latin typeface="Arial"/>
                <a:ea typeface="Arial"/>
                <a:cs typeface="Arial"/>
              </a:defRPr>
            </a:lvl1pPr>
            <a:lvl2pPr algn="ctr">
              <a:defRPr sz="900" b="0">
                <a:solidFill>
                  <a:srgbClr val="5E746D"/>
                </a:solidFill>
                <a:latin typeface="Arial"/>
                <a:ea typeface="Arial"/>
                <a:cs typeface="Arial"/>
              </a:defRPr>
            </a:lvl2pPr>
            <a:lvl3pPr algn="ctr">
              <a:defRPr sz="900" b="0">
                <a:solidFill>
                  <a:srgbClr val="5E746D"/>
                </a:solidFill>
                <a:latin typeface="Arial"/>
                <a:ea typeface="Arial"/>
                <a:cs typeface="Arial"/>
              </a:defRPr>
            </a:lvl3pPr>
            <a:lvl4pPr algn="ctr">
              <a:defRPr sz="900" b="0">
                <a:solidFill>
                  <a:srgbClr val="5E746D"/>
                </a:solidFill>
                <a:latin typeface="Arial"/>
                <a:ea typeface="Arial"/>
                <a:cs typeface="Arial"/>
              </a:defRPr>
            </a:lvl4pPr>
            <a:lvl5pPr algn="ctr">
              <a:defRPr sz="900" b="0">
                <a:solidFill>
                  <a:srgbClr val="5E746D"/>
                </a:solidFill>
                <a:latin typeface="Arial"/>
                <a:ea typeface="Arial"/>
                <a:cs typeface="Arial"/>
              </a:defRPr>
            </a:lvl5pPr>
            <a:lvl6pPr algn="ctr">
              <a:defRPr sz="900" b="0">
                <a:solidFill>
                  <a:srgbClr val="5E746D"/>
                </a:solidFill>
                <a:latin typeface="Arial"/>
                <a:ea typeface="Arial"/>
                <a:cs typeface="Arial"/>
              </a:defRPr>
            </a:lvl6pPr>
            <a:lvl7pPr algn="ctr">
              <a:defRPr sz="900" b="0">
                <a:solidFill>
                  <a:srgbClr val="5E746D"/>
                </a:solidFill>
                <a:latin typeface="Arial"/>
                <a:ea typeface="Arial"/>
                <a:cs typeface="Arial"/>
              </a:defRPr>
            </a:lvl7pPr>
            <a:lvl8pPr algn="ctr">
              <a:defRPr sz="900" b="0">
                <a:solidFill>
                  <a:srgbClr val="5E746D"/>
                </a:solidFill>
                <a:latin typeface="Arial"/>
                <a:ea typeface="Arial"/>
                <a:cs typeface="Arial"/>
              </a:defRPr>
            </a:lvl8pPr>
            <a:lvl9pPr algn="ctr">
              <a:defRPr sz="900" b="0">
                <a:solidFill>
                  <a:srgbClr val="5E746D"/>
                </a:solidFill>
                <a:latin typeface="Arial"/>
                <a:ea typeface="Arial"/>
                <a:cs typeface="Arial"/>
              </a:defRPr>
            </a:lvl9pPr>
          </a:lstStyle>
          <a:p xmlns:a="http://schemas.openxmlformats.org/drawingml/2006/main">
            <a:pPr algn="ctr">
              <a:buNone/>
              <a:defRPr sz="900" b="0">
                <a:solidFill>
                  <a:srgbClr val="5E746D"/>
                </a:solidFill>
                <a:latin typeface="Arial"/>
                <a:ea typeface="Arial"/>
                <a:cs typeface="Arial"/>
              </a:defRPr>
            </a:pPr>
            <a:r>
              <a:rPr sz="900" b="0">
                <a:solidFill>
                  <a:srgbClr val="5E746D"/>
                </a:solidFill>
                <a:latin typeface="Arial"/>
                <a:ea typeface="Arial"/>
                <a:cs typeface="Arial"/>
              </a:rPr>
              <a:t>domain_name</a:t>
            </a:r>
          </a:p>
        </p:txBody>
      </p:sp>
      <p:sp>
        <p:nvSpPr>
          <p:cNvPr id="14" name="Arrow: Right 13">
            <a:extLst xmlns:a="http://schemas.openxmlformats.org/drawingml/2006/main">
              <a:ext uri="{FF2B5EF4-FFF2-40B4-BE49-F238E27FC236}">
                <a16:creationId xmlns:a16="http://schemas.microsoft.com/office/drawing/2014/main" id="{6160C70D-41B3-4E8F-95B1-34307EE2F6BD}"/>
              </a:ext>
            </a:extLst>
          </p:cNvPr>
          <p:cNvSpPr>
            <a:spLocks xmlns:a="http://schemas.openxmlformats.org/drawingml/2006/main" noGrp="1"/>
          </p:cNvSpPr>
          <p:nvPr/>
        </p:nvSpPr>
        <p:spPr>
          <a:xfrm xmlns:a="http://schemas.openxmlformats.org/drawingml/2006/main">
            <a:off x="4524375" y="2686050"/>
            <a:ext cx="523875" cy="247650"/>
          </a:xfrm>
          <a:prstGeom xmlns:a="http://schemas.openxmlformats.org/drawingml/2006/main" prst="rightArrow">
            <a:avLst/>
          </a:prstGeom>
          <a:solidFill xmlns:a="http://schemas.openxmlformats.org/drawingml/2006/main">
            <a:srgbClr val="80D7B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 Rounded Corners 14">
            <a:extLst xmlns:a="http://schemas.openxmlformats.org/drawingml/2006/main">
              <a:ext uri="{FF2B5EF4-FFF2-40B4-BE49-F238E27FC236}">
                <a16:creationId xmlns:a16="http://schemas.microsoft.com/office/drawing/2014/main" id="{186D6C88-29C1-4714-87B0-09884D923FB4}"/>
              </a:ext>
            </a:extLst>
          </p:cNvPr>
          <p:cNvSpPr>
            <a:spLocks xmlns:a="http://schemas.openxmlformats.org/drawingml/2006/main" noGrp="1"/>
          </p:cNvSpPr>
          <p:nvPr/>
        </p:nvSpPr>
        <p:spPr>
          <a:xfrm xmlns:a="http://schemas.openxmlformats.org/drawingml/2006/main">
            <a:off x="5143500" y="2428875"/>
            <a:ext cx="1666875" cy="762000"/>
          </a:xfrm>
          <a:prstGeom xmlns:a="http://schemas.openxmlformats.org/drawingml/2006/main" prst="roundRect">
            <a:avLst>
              <a:gd name="adj" fmla="val 15000"/>
            </a:avLst>
          </a:prstGeom>
          <a:solidFill xmlns:a="http://schemas.openxmlformats.org/drawingml/2006/main">
            <a:srgbClr val="EAF6F1"/>
          </a:solidFill>
          <a:ln xmlns:a="http://schemas.openxmlformats.org/drawingml/2006/main" w="9525">
            <a:solidFill>
              <a:srgbClr val="D7E5DF"/>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ctangle 15">
            <a:extLst xmlns:a="http://schemas.openxmlformats.org/drawingml/2006/main">
              <a:ext uri="{FF2B5EF4-FFF2-40B4-BE49-F238E27FC236}">
                <a16:creationId xmlns:a16="http://schemas.microsoft.com/office/drawing/2014/main" id="{B0C5B52B-15C9-483E-87D8-B98B45633312}"/>
              </a:ext>
            </a:extLst>
          </p:cNvPr>
          <p:cNvSpPr>
            <a:spLocks xmlns:a="http://schemas.openxmlformats.org/drawingml/2006/main" noGrp="1"/>
          </p:cNvSpPr>
          <p:nvPr/>
        </p:nvSpPr>
        <p:spPr>
          <a:xfrm xmlns:a="http://schemas.openxmlformats.org/drawingml/2006/main">
            <a:off x="5257800" y="2552700"/>
            <a:ext cx="14382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686" lnSpcReduction="20000"/>
          </a:bodyPr>
          <a:lstStyle xmlns:a="http://schemas.openxmlformats.org/drawingml/2006/main">
            <a:defPPr algn="ctr">
              <a:defRPr sz="1275" b="1">
                <a:solidFill>
                  <a:srgbClr val="123C52"/>
                </a:solidFill>
                <a:latin typeface="Arial"/>
                <a:ea typeface="Arial"/>
                <a:cs typeface="Arial"/>
              </a:defRPr>
            </a:defPPr>
            <a:lvl1pPr algn="ctr">
              <a:defRPr sz="1275" b="1">
                <a:solidFill>
                  <a:srgbClr val="123C52"/>
                </a:solidFill>
                <a:latin typeface="Arial"/>
                <a:ea typeface="Arial"/>
                <a:cs typeface="Arial"/>
              </a:defRPr>
            </a:lvl1pPr>
            <a:lvl2pPr algn="ctr">
              <a:defRPr sz="1275" b="1">
                <a:solidFill>
                  <a:srgbClr val="123C52"/>
                </a:solidFill>
                <a:latin typeface="Arial"/>
                <a:ea typeface="Arial"/>
                <a:cs typeface="Arial"/>
              </a:defRPr>
            </a:lvl2pPr>
            <a:lvl3pPr algn="ctr">
              <a:defRPr sz="1275" b="1">
                <a:solidFill>
                  <a:srgbClr val="123C52"/>
                </a:solidFill>
                <a:latin typeface="Arial"/>
                <a:ea typeface="Arial"/>
                <a:cs typeface="Arial"/>
              </a:defRPr>
            </a:lvl3pPr>
            <a:lvl4pPr algn="ctr">
              <a:defRPr sz="1275" b="1">
                <a:solidFill>
                  <a:srgbClr val="123C52"/>
                </a:solidFill>
                <a:latin typeface="Arial"/>
                <a:ea typeface="Arial"/>
                <a:cs typeface="Arial"/>
              </a:defRPr>
            </a:lvl4pPr>
            <a:lvl5pPr algn="ctr">
              <a:defRPr sz="1275" b="1">
                <a:solidFill>
                  <a:srgbClr val="123C52"/>
                </a:solidFill>
                <a:latin typeface="Arial"/>
                <a:ea typeface="Arial"/>
                <a:cs typeface="Arial"/>
              </a:defRPr>
            </a:lvl5pPr>
            <a:lvl6pPr algn="ctr">
              <a:defRPr sz="1275" b="1">
                <a:solidFill>
                  <a:srgbClr val="123C52"/>
                </a:solidFill>
                <a:latin typeface="Arial"/>
                <a:ea typeface="Arial"/>
                <a:cs typeface="Arial"/>
              </a:defRPr>
            </a:lvl6pPr>
            <a:lvl7pPr algn="ctr">
              <a:defRPr sz="1275" b="1">
                <a:solidFill>
                  <a:srgbClr val="123C52"/>
                </a:solidFill>
                <a:latin typeface="Arial"/>
                <a:ea typeface="Arial"/>
                <a:cs typeface="Arial"/>
              </a:defRPr>
            </a:lvl7pPr>
            <a:lvl8pPr algn="ctr">
              <a:defRPr sz="1275" b="1">
                <a:solidFill>
                  <a:srgbClr val="123C52"/>
                </a:solidFill>
                <a:latin typeface="Arial"/>
                <a:ea typeface="Arial"/>
                <a:cs typeface="Arial"/>
              </a:defRPr>
            </a:lvl8pPr>
            <a:lvl9pPr algn="ctr">
              <a:defRPr sz="1275" b="1">
                <a:solidFill>
                  <a:srgbClr val="123C52"/>
                </a:solidFill>
                <a:latin typeface="Arial"/>
                <a:ea typeface="Arial"/>
                <a:cs typeface="Arial"/>
              </a:defRPr>
            </a:lvl9pPr>
          </a:lstStyle>
          <a:p xmlns:a="http://schemas.openxmlformats.org/drawingml/2006/main">
            <a:pPr algn="ctr">
              <a:buNone/>
              <a:defRPr sz="1275" b="1">
                <a:solidFill>
                  <a:srgbClr val="123C52"/>
                </a:solidFill>
                <a:latin typeface="Arial"/>
                <a:ea typeface="Arial"/>
                <a:cs typeface="Arial"/>
              </a:defRPr>
            </a:pPr>
            <a:r>
              <a:rPr sz="1275" b="1">
                <a:solidFill>
                  <a:srgbClr val="123C52"/>
                </a:solidFill>
                <a:latin typeface="Arial"/>
                <a:ea typeface="Arial"/>
                <a:cs typeface="Arial"/>
              </a:rPr>
              <a:t>Rút gọn miền</a:t>
            </a:r>
          </a:p>
        </p:txBody>
      </p:sp>
      <p:sp>
        <p:nvSpPr>
          <p:cNvPr id="17" name="Rectangle 16">
            <a:extLst xmlns:a="http://schemas.openxmlformats.org/drawingml/2006/main">
              <a:ext uri="{FF2B5EF4-FFF2-40B4-BE49-F238E27FC236}">
                <a16:creationId xmlns:a16="http://schemas.microsoft.com/office/drawing/2014/main" id="{EAB99D38-0C3F-41B2-B85B-C1D2A2D902E3}"/>
              </a:ext>
            </a:extLst>
          </p:cNvPr>
          <p:cNvSpPr>
            <a:spLocks xmlns:a="http://schemas.openxmlformats.org/drawingml/2006/main" noGrp="1"/>
          </p:cNvSpPr>
          <p:nvPr/>
        </p:nvSpPr>
        <p:spPr>
          <a:xfrm xmlns:a="http://schemas.openxmlformats.org/drawingml/2006/main">
            <a:off x="5238750" y="2819400"/>
            <a:ext cx="14763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lgn="ctr">
              <a:defRPr sz="900" b="0">
                <a:solidFill>
                  <a:srgbClr val="5E746D"/>
                </a:solidFill>
                <a:latin typeface="Arial"/>
                <a:ea typeface="Arial"/>
                <a:cs typeface="Arial"/>
              </a:defRPr>
            </a:defPPr>
            <a:lvl1pPr algn="ctr">
              <a:defRPr sz="900" b="0">
                <a:solidFill>
                  <a:srgbClr val="5E746D"/>
                </a:solidFill>
                <a:latin typeface="Arial"/>
                <a:ea typeface="Arial"/>
                <a:cs typeface="Arial"/>
              </a:defRPr>
            </a:lvl1pPr>
            <a:lvl2pPr algn="ctr">
              <a:defRPr sz="900" b="0">
                <a:solidFill>
                  <a:srgbClr val="5E746D"/>
                </a:solidFill>
                <a:latin typeface="Arial"/>
                <a:ea typeface="Arial"/>
                <a:cs typeface="Arial"/>
              </a:defRPr>
            </a:lvl2pPr>
            <a:lvl3pPr algn="ctr">
              <a:defRPr sz="900" b="0">
                <a:solidFill>
                  <a:srgbClr val="5E746D"/>
                </a:solidFill>
                <a:latin typeface="Arial"/>
                <a:ea typeface="Arial"/>
                <a:cs typeface="Arial"/>
              </a:defRPr>
            </a:lvl3pPr>
            <a:lvl4pPr algn="ctr">
              <a:defRPr sz="900" b="0">
                <a:solidFill>
                  <a:srgbClr val="5E746D"/>
                </a:solidFill>
                <a:latin typeface="Arial"/>
                <a:ea typeface="Arial"/>
                <a:cs typeface="Arial"/>
              </a:defRPr>
            </a:lvl4pPr>
            <a:lvl5pPr algn="ctr">
              <a:defRPr sz="900" b="0">
                <a:solidFill>
                  <a:srgbClr val="5E746D"/>
                </a:solidFill>
                <a:latin typeface="Arial"/>
                <a:ea typeface="Arial"/>
                <a:cs typeface="Arial"/>
              </a:defRPr>
            </a:lvl5pPr>
            <a:lvl6pPr algn="ctr">
              <a:defRPr sz="900" b="0">
                <a:solidFill>
                  <a:srgbClr val="5E746D"/>
                </a:solidFill>
                <a:latin typeface="Arial"/>
                <a:ea typeface="Arial"/>
                <a:cs typeface="Arial"/>
              </a:defRPr>
            </a:lvl6pPr>
            <a:lvl7pPr algn="ctr">
              <a:defRPr sz="900" b="0">
                <a:solidFill>
                  <a:srgbClr val="5E746D"/>
                </a:solidFill>
                <a:latin typeface="Arial"/>
                <a:ea typeface="Arial"/>
                <a:cs typeface="Arial"/>
              </a:defRPr>
            </a:lvl7pPr>
            <a:lvl8pPr algn="ctr">
              <a:defRPr sz="900" b="0">
                <a:solidFill>
                  <a:srgbClr val="5E746D"/>
                </a:solidFill>
                <a:latin typeface="Arial"/>
                <a:ea typeface="Arial"/>
                <a:cs typeface="Arial"/>
              </a:defRPr>
            </a:lvl8pPr>
            <a:lvl9pPr algn="ctr">
              <a:defRPr sz="900" b="0">
                <a:solidFill>
                  <a:srgbClr val="5E746D"/>
                </a:solidFill>
                <a:latin typeface="Arial"/>
                <a:ea typeface="Arial"/>
                <a:cs typeface="Arial"/>
              </a:defRPr>
            </a:lvl9pPr>
          </a:lstStyle>
          <a:p xmlns:a="http://schemas.openxmlformats.org/drawingml/2006/main">
            <a:pPr algn="ctr">
              <a:buNone/>
              <a:defRPr sz="900" b="0">
                <a:solidFill>
                  <a:srgbClr val="5E746D"/>
                </a:solidFill>
                <a:latin typeface="Arial"/>
                <a:ea typeface="Arial"/>
                <a:cs typeface="Arial"/>
              </a:defRPr>
            </a:pPr>
            <a:r>
              <a:rPr sz="900" b="0">
                <a:solidFill>
                  <a:srgbClr val="5E746D"/>
                </a:solidFill>
                <a:latin typeface="Arial"/>
                <a:ea typeface="Arial"/>
                <a:cs typeface="Arial"/>
              </a:rPr>
              <a:t>registrable domain</a:t>
            </a:r>
          </a:p>
        </p:txBody>
      </p:sp>
      <p:sp>
        <p:nvSpPr>
          <p:cNvPr id="18" name="Arrow: Right 17">
            <a:extLst xmlns:a="http://schemas.openxmlformats.org/drawingml/2006/main">
              <a:ext uri="{FF2B5EF4-FFF2-40B4-BE49-F238E27FC236}">
                <a16:creationId xmlns:a16="http://schemas.microsoft.com/office/drawing/2014/main" id="{4C860471-3ABD-4B15-8559-57F7900520A0}"/>
              </a:ext>
            </a:extLst>
          </p:cNvPr>
          <p:cNvSpPr>
            <a:spLocks xmlns:a="http://schemas.openxmlformats.org/drawingml/2006/main" noGrp="1"/>
          </p:cNvSpPr>
          <p:nvPr/>
        </p:nvSpPr>
        <p:spPr>
          <a:xfrm xmlns:a="http://schemas.openxmlformats.org/drawingml/2006/main">
            <a:off x="6896100" y="2686050"/>
            <a:ext cx="523875" cy="247650"/>
          </a:xfrm>
          <a:prstGeom xmlns:a="http://schemas.openxmlformats.org/drawingml/2006/main" prst="rightArrow">
            <a:avLst/>
          </a:prstGeom>
          <a:solidFill xmlns:a="http://schemas.openxmlformats.org/drawingml/2006/main">
            <a:srgbClr val="80D7B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9" name="Rectangle: Rounded Corners 18">
            <a:extLst xmlns:a="http://schemas.openxmlformats.org/drawingml/2006/main">
              <a:ext uri="{FF2B5EF4-FFF2-40B4-BE49-F238E27FC236}">
                <a16:creationId xmlns:a16="http://schemas.microsoft.com/office/drawing/2014/main" id="{5D1C20DB-6A3B-4E67-A20D-DCE8229A358C}"/>
              </a:ext>
            </a:extLst>
          </p:cNvPr>
          <p:cNvSpPr>
            <a:spLocks xmlns:a="http://schemas.openxmlformats.org/drawingml/2006/main" noGrp="1"/>
          </p:cNvSpPr>
          <p:nvPr/>
        </p:nvSpPr>
        <p:spPr>
          <a:xfrm xmlns:a="http://schemas.openxmlformats.org/drawingml/2006/main">
            <a:off x="7515225" y="2428875"/>
            <a:ext cx="1571625"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9525">
            <a:solidFill>
              <a:srgbClr val="D7E5D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Rectangle 19">
            <a:extLst xmlns:a="http://schemas.openxmlformats.org/drawingml/2006/main">
              <a:ext uri="{FF2B5EF4-FFF2-40B4-BE49-F238E27FC236}">
                <a16:creationId xmlns:a16="http://schemas.microsoft.com/office/drawing/2014/main" id="{1C4BC2B9-EC3A-4888-8E50-8CF29286E14A}"/>
              </a:ext>
            </a:extLst>
          </p:cNvPr>
          <p:cNvSpPr>
            <a:spLocks xmlns:a="http://schemas.openxmlformats.org/drawingml/2006/main" noGrp="1"/>
          </p:cNvSpPr>
          <p:nvPr/>
        </p:nvSpPr>
        <p:spPr>
          <a:xfrm xmlns:a="http://schemas.openxmlformats.org/drawingml/2006/main">
            <a:off x="7629525" y="2552700"/>
            <a:ext cx="13430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686" lnSpcReduction="20000"/>
          </a:bodyPr>
          <a:lstStyle xmlns:a="http://schemas.openxmlformats.org/drawingml/2006/main">
            <a:defPPr algn="ctr">
              <a:defRPr sz="1275" b="1">
                <a:solidFill>
                  <a:srgbClr val="123C52"/>
                </a:solidFill>
                <a:latin typeface="Arial"/>
                <a:ea typeface="Arial"/>
                <a:cs typeface="Arial"/>
              </a:defRPr>
            </a:defPPr>
            <a:lvl1pPr algn="ctr">
              <a:defRPr sz="1275" b="1">
                <a:solidFill>
                  <a:srgbClr val="123C52"/>
                </a:solidFill>
                <a:latin typeface="Arial"/>
                <a:ea typeface="Arial"/>
                <a:cs typeface="Arial"/>
              </a:defRPr>
            </a:lvl1pPr>
            <a:lvl2pPr algn="ctr">
              <a:defRPr sz="1275" b="1">
                <a:solidFill>
                  <a:srgbClr val="123C52"/>
                </a:solidFill>
                <a:latin typeface="Arial"/>
                <a:ea typeface="Arial"/>
                <a:cs typeface="Arial"/>
              </a:defRPr>
            </a:lvl2pPr>
            <a:lvl3pPr algn="ctr">
              <a:defRPr sz="1275" b="1">
                <a:solidFill>
                  <a:srgbClr val="123C52"/>
                </a:solidFill>
                <a:latin typeface="Arial"/>
                <a:ea typeface="Arial"/>
                <a:cs typeface="Arial"/>
              </a:defRPr>
            </a:lvl3pPr>
            <a:lvl4pPr algn="ctr">
              <a:defRPr sz="1275" b="1">
                <a:solidFill>
                  <a:srgbClr val="123C52"/>
                </a:solidFill>
                <a:latin typeface="Arial"/>
                <a:ea typeface="Arial"/>
                <a:cs typeface="Arial"/>
              </a:defRPr>
            </a:lvl4pPr>
            <a:lvl5pPr algn="ctr">
              <a:defRPr sz="1275" b="1">
                <a:solidFill>
                  <a:srgbClr val="123C52"/>
                </a:solidFill>
                <a:latin typeface="Arial"/>
                <a:ea typeface="Arial"/>
                <a:cs typeface="Arial"/>
              </a:defRPr>
            </a:lvl5pPr>
            <a:lvl6pPr algn="ctr">
              <a:defRPr sz="1275" b="1">
                <a:solidFill>
                  <a:srgbClr val="123C52"/>
                </a:solidFill>
                <a:latin typeface="Arial"/>
                <a:ea typeface="Arial"/>
                <a:cs typeface="Arial"/>
              </a:defRPr>
            </a:lvl6pPr>
            <a:lvl7pPr algn="ctr">
              <a:defRPr sz="1275" b="1">
                <a:solidFill>
                  <a:srgbClr val="123C52"/>
                </a:solidFill>
                <a:latin typeface="Arial"/>
                <a:ea typeface="Arial"/>
                <a:cs typeface="Arial"/>
              </a:defRPr>
            </a:lvl7pPr>
            <a:lvl8pPr algn="ctr">
              <a:defRPr sz="1275" b="1">
                <a:solidFill>
                  <a:srgbClr val="123C52"/>
                </a:solidFill>
                <a:latin typeface="Arial"/>
                <a:ea typeface="Arial"/>
                <a:cs typeface="Arial"/>
              </a:defRPr>
            </a:lvl8pPr>
            <a:lvl9pPr algn="ctr">
              <a:defRPr sz="1275" b="1">
                <a:solidFill>
                  <a:srgbClr val="123C52"/>
                </a:solidFill>
                <a:latin typeface="Arial"/>
                <a:ea typeface="Arial"/>
                <a:cs typeface="Arial"/>
              </a:defRPr>
            </a:lvl9pPr>
          </a:lstStyle>
          <a:p xmlns:a="http://schemas.openxmlformats.org/drawingml/2006/main">
            <a:pPr algn="ctr">
              <a:buNone/>
              <a:defRPr sz="1275" b="1">
                <a:solidFill>
                  <a:srgbClr val="123C52"/>
                </a:solidFill>
                <a:latin typeface="Arial"/>
                <a:ea typeface="Arial"/>
                <a:cs typeface="Arial"/>
              </a:defRPr>
            </a:pPr>
            <a:r>
              <a:rPr sz="1275" b="1">
                <a:solidFill>
                  <a:srgbClr val="123C52"/>
                </a:solidFill>
                <a:latin typeface="Arial"/>
                <a:ea typeface="Arial"/>
                <a:cs typeface="Arial"/>
              </a:rPr>
              <a:t>Gộp 5 giây</a:t>
            </a:r>
          </a:p>
        </p:txBody>
      </p:sp>
      <p:sp>
        <p:nvSpPr>
          <p:cNvPr id="21" name="Rectangle 20">
            <a:extLst xmlns:a="http://schemas.openxmlformats.org/drawingml/2006/main">
              <a:ext uri="{FF2B5EF4-FFF2-40B4-BE49-F238E27FC236}">
                <a16:creationId xmlns:a16="http://schemas.microsoft.com/office/drawing/2014/main" id="{A2495AC7-3D39-49F4-B793-C840F6ECBF26}"/>
              </a:ext>
            </a:extLst>
          </p:cNvPr>
          <p:cNvSpPr>
            <a:spLocks xmlns:a="http://schemas.openxmlformats.org/drawingml/2006/main" noGrp="1"/>
          </p:cNvSpPr>
          <p:nvPr/>
        </p:nvSpPr>
        <p:spPr>
          <a:xfrm xmlns:a="http://schemas.openxmlformats.org/drawingml/2006/main">
            <a:off x="7610475" y="2819400"/>
            <a:ext cx="1381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lgn="ctr">
              <a:defRPr sz="900" b="0">
                <a:solidFill>
                  <a:srgbClr val="5E746D"/>
                </a:solidFill>
                <a:latin typeface="Arial"/>
                <a:ea typeface="Arial"/>
                <a:cs typeface="Arial"/>
              </a:defRPr>
            </a:defPPr>
            <a:lvl1pPr algn="ctr">
              <a:defRPr sz="900" b="0">
                <a:solidFill>
                  <a:srgbClr val="5E746D"/>
                </a:solidFill>
                <a:latin typeface="Arial"/>
                <a:ea typeface="Arial"/>
                <a:cs typeface="Arial"/>
              </a:defRPr>
            </a:lvl1pPr>
            <a:lvl2pPr algn="ctr">
              <a:defRPr sz="900" b="0">
                <a:solidFill>
                  <a:srgbClr val="5E746D"/>
                </a:solidFill>
                <a:latin typeface="Arial"/>
                <a:ea typeface="Arial"/>
                <a:cs typeface="Arial"/>
              </a:defRPr>
            </a:lvl2pPr>
            <a:lvl3pPr algn="ctr">
              <a:defRPr sz="900" b="0">
                <a:solidFill>
                  <a:srgbClr val="5E746D"/>
                </a:solidFill>
                <a:latin typeface="Arial"/>
                <a:ea typeface="Arial"/>
                <a:cs typeface="Arial"/>
              </a:defRPr>
            </a:lvl3pPr>
            <a:lvl4pPr algn="ctr">
              <a:defRPr sz="900" b="0">
                <a:solidFill>
                  <a:srgbClr val="5E746D"/>
                </a:solidFill>
                <a:latin typeface="Arial"/>
                <a:ea typeface="Arial"/>
                <a:cs typeface="Arial"/>
              </a:defRPr>
            </a:lvl4pPr>
            <a:lvl5pPr algn="ctr">
              <a:defRPr sz="900" b="0">
                <a:solidFill>
                  <a:srgbClr val="5E746D"/>
                </a:solidFill>
                <a:latin typeface="Arial"/>
                <a:ea typeface="Arial"/>
                <a:cs typeface="Arial"/>
              </a:defRPr>
            </a:lvl5pPr>
            <a:lvl6pPr algn="ctr">
              <a:defRPr sz="900" b="0">
                <a:solidFill>
                  <a:srgbClr val="5E746D"/>
                </a:solidFill>
                <a:latin typeface="Arial"/>
                <a:ea typeface="Arial"/>
                <a:cs typeface="Arial"/>
              </a:defRPr>
            </a:lvl6pPr>
            <a:lvl7pPr algn="ctr">
              <a:defRPr sz="900" b="0">
                <a:solidFill>
                  <a:srgbClr val="5E746D"/>
                </a:solidFill>
                <a:latin typeface="Arial"/>
                <a:ea typeface="Arial"/>
                <a:cs typeface="Arial"/>
              </a:defRPr>
            </a:lvl7pPr>
            <a:lvl8pPr algn="ctr">
              <a:defRPr sz="900" b="0">
                <a:solidFill>
                  <a:srgbClr val="5E746D"/>
                </a:solidFill>
                <a:latin typeface="Arial"/>
                <a:ea typeface="Arial"/>
                <a:cs typeface="Arial"/>
              </a:defRPr>
            </a:lvl8pPr>
            <a:lvl9pPr algn="ctr">
              <a:defRPr sz="900" b="0">
                <a:solidFill>
                  <a:srgbClr val="5E746D"/>
                </a:solidFill>
                <a:latin typeface="Arial"/>
                <a:ea typeface="Arial"/>
                <a:cs typeface="Arial"/>
              </a:defRPr>
            </a:lvl9pPr>
          </a:lstStyle>
          <a:p xmlns:a="http://schemas.openxmlformats.org/drawingml/2006/main">
            <a:pPr algn="ctr">
              <a:buNone/>
              <a:defRPr sz="900" b="0">
                <a:solidFill>
                  <a:srgbClr val="5E746D"/>
                </a:solidFill>
                <a:latin typeface="Arial"/>
                <a:ea typeface="Arial"/>
                <a:cs typeface="Arial"/>
              </a:defRPr>
            </a:pPr>
            <a:r>
              <a:rPr sz="900" b="0">
                <a:solidFill>
                  <a:srgbClr val="5E746D"/>
                </a:solidFill>
                <a:latin typeface="Arial"/>
                <a:ea typeface="Arial"/>
                <a:cs typeface="Arial"/>
              </a:rPr>
              <a:t>cùng trẻ + miền</a:t>
            </a:r>
          </a:p>
        </p:txBody>
      </p:sp>
      <p:sp>
        <p:nvSpPr>
          <p:cNvPr id="22" name="Arrow: Right 21">
            <a:extLst xmlns:a="http://schemas.openxmlformats.org/drawingml/2006/main">
              <a:ext uri="{FF2B5EF4-FFF2-40B4-BE49-F238E27FC236}">
                <a16:creationId xmlns:a16="http://schemas.microsoft.com/office/drawing/2014/main" id="{8E5D1895-44EA-4344-87F9-B204D99D3989}"/>
              </a:ext>
            </a:extLst>
          </p:cNvPr>
          <p:cNvSpPr>
            <a:spLocks xmlns:a="http://schemas.openxmlformats.org/drawingml/2006/main" noGrp="1"/>
          </p:cNvSpPr>
          <p:nvPr/>
        </p:nvSpPr>
        <p:spPr>
          <a:xfrm xmlns:a="http://schemas.openxmlformats.org/drawingml/2006/main">
            <a:off x="9172575" y="2686050"/>
            <a:ext cx="523875" cy="247650"/>
          </a:xfrm>
          <a:prstGeom xmlns:a="http://schemas.openxmlformats.org/drawingml/2006/main" prst="rightArrow">
            <a:avLst/>
          </a:prstGeom>
          <a:solidFill xmlns:a="http://schemas.openxmlformats.org/drawingml/2006/main">
            <a:srgbClr val="80D7B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3" name="Rectangle: Rounded Corners 22">
            <a:extLst xmlns:a="http://schemas.openxmlformats.org/drawingml/2006/main">
              <a:ext uri="{FF2B5EF4-FFF2-40B4-BE49-F238E27FC236}">
                <a16:creationId xmlns:a16="http://schemas.microsoft.com/office/drawing/2014/main" id="{AF30549F-5F76-4265-80F4-25953BE870F3}"/>
              </a:ext>
            </a:extLst>
          </p:cNvPr>
          <p:cNvSpPr>
            <a:spLocks xmlns:a="http://schemas.openxmlformats.org/drawingml/2006/main" noGrp="1"/>
          </p:cNvSpPr>
          <p:nvPr/>
        </p:nvSpPr>
        <p:spPr>
          <a:xfrm xmlns:a="http://schemas.openxmlformats.org/drawingml/2006/main">
            <a:off x="9791700" y="2428875"/>
            <a:ext cx="1666875" cy="762000"/>
          </a:xfrm>
          <a:prstGeom xmlns:a="http://schemas.openxmlformats.org/drawingml/2006/main" prst="roundRect">
            <a:avLst>
              <a:gd name="adj" fmla="val 15000"/>
            </a:avLst>
          </a:prstGeom>
          <a:solidFill xmlns:a="http://schemas.openxmlformats.org/drawingml/2006/main">
            <a:srgbClr val="EAF6F1"/>
          </a:solidFill>
          <a:ln xmlns:a="http://schemas.openxmlformats.org/drawingml/2006/main" w="9525">
            <a:solidFill>
              <a:srgbClr val="D7E5DF"/>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Rectangle 23">
            <a:extLst xmlns:a="http://schemas.openxmlformats.org/drawingml/2006/main">
              <a:ext uri="{FF2B5EF4-FFF2-40B4-BE49-F238E27FC236}">
                <a16:creationId xmlns:a16="http://schemas.microsoft.com/office/drawing/2014/main" id="{150D256A-5A8A-493E-B025-975B111045CB}"/>
              </a:ext>
            </a:extLst>
          </p:cNvPr>
          <p:cNvSpPr>
            <a:spLocks xmlns:a="http://schemas.openxmlformats.org/drawingml/2006/main" noGrp="1"/>
          </p:cNvSpPr>
          <p:nvPr/>
        </p:nvSpPr>
        <p:spPr>
          <a:xfrm xmlns:a="http://schemas.openxmlformats.org/drawingml/2006/main">
            <a:off x="9906000" y="2552700"/>
            <a:ext cx="14382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686" lnSpcReduction="20000"/>
          </a:bodyPr>
          <a:lstStyle xmlns:a="http://schemas.openxmlformats.org/drawingml/2006/main">
            <a:defPPr algn="ctr">
              <a:defRPr sz="1275" b="1">
                <a:solidFill>
                  <a:srgbClr val="123C52"/>
                </a:solidFill>
                <a:latin typeface="Arial"/>
                <a:ea typeface="Arial"/>
                <a:cs typeface="Arial"/>
              </a:defRPr>
            </a:defPPr>
            <a:lvl1pPr algn="ctr">
              <a:defRPr sz="1275" b="1">
                <a:solidFill>
                  <a:srgbClr val="123C52"/>
                </a:solidFill>
                <a:latin typeface="Arial"/>
                <a:ea typeface="Arial"/>
                <a:cs typeface="Arial"/>
              </a:defRPr>
            </a:lvl1pPr>
            <a:lvl2pPr algn="ctr">
              <a:defRPr sz="1275" b="1">
                <a:solidFill>
                  <a:srgbClr val="123C52"/>
                </a:solidFill>
                <a:latin typeface="Arial"/>
                <a:ea typeface="Arial"/>
                <a:cs typeface="Arial"/>
              </a:defRPr>
            </a:lvl2pPr>
            <a:lvl3pPr algn="ctr">
              <a:defRPr sz="1275" b="1">
                <a:solidFill>
                  <a:srgbClr val="123C52"/>
                </a:solidFill>
                <a:latin typeface="Arial"/>
                <a:ea typeface="Arial"/>
                <a:cs typeface="Arial"/>
              </a:defRPr>
            </a:lvl3pPr>
            <a:lvl4pPr algn="ctr">
              <a:defRPr sz="1275" b="1">
                <a:solidFill>
                  <a:srgbClr val="123C52"/>
                </a:solidFill>
                <a:latin typeface="Arial"/>
                <a:ea typeface="Arial"/>
                <a:cs typeface="Arial"/>
              </a:defRPr>
            </a:lvl4pPr>
            <a:lvl5pPr algn="ctr">
              <a:defRPr sz="1275" b="1">
                <a:solidFill>
                  <a:srgbClr val="123C52"/>
                </a:solidFill>
                <a:latin typeface="Arial"/>
                <a:ea typeface="Arial"/>
                <a:cs typeface="Arial"/>
              </a:defRPr>
            </a:lvl5pPr>
            <a:lvl6pPr algn="ctr">
              <a:defRPr sz="1275" b="1">
                <a:solidFill>
                  <a:srgbClr val="123C52"/>
                </a:solidFill>
                <a:latin typeface="Arial"/>
                <a:ea typeface="Arial"/>
                <a:cs typeface="Arial"/>
              </a:defRPr>
            </a:lvl6pPr>
            <a:lvl7pPr algn="ctr">
              <a:defRPr sz="1275" b="1">
                <a:solidFill>
                  <a:srgbClr val="123C52"/>
                </a:solidFill>
                <a:latin typeface="Arial"/>
                <a:ea typeface="Arial"/>
                <a:cs typeface="Arial"/>
              </a:defRPr>
            </a:lvl7pPr>
            <a:lvl8pPr algn="ctr">
              <a:defRPr sz="1275" b="1">
                <a:solidFill>
                  <a:srgbClr val="123C52"/>
                </a:solidFill>
                <a:latin typeface="Arial"/>
                <a:ea typeface="Arial"/>
                <a:cs typeface="Arial"/>
              </a:defRPr>
            </a:lvl8pPr>
            <a:lvl9pPr algn="ctr">
              <a:defRPr sz="1275" b="1">
                <a:solidFill>
                  <a:srgbClr val="123C52"/>
                </a:solidFill>
                <a:latin typeface="Arial"/>
                <a:ea typeface="Arial"/>
                <a:cs typeface="Arial"/>
              </a:defRPr>
            </a:lvl9pPr>
          </a:lstStyle>
          <a:p xmlns:a="http://schemas.openxmlformats.org/drawingml/2006/main">
            <a:pPr algn="ctr">
              <a:buNone/>
              <a:defRPr sz="1275" b="1">
                <a:solidFill>
                  <a:srgbClr val="123C52"/>
                </a:solidFill>
                <a:latin typeface="Arial"/>
                <a:ea typeface="Arial"/>
                <a:cs typeface="Arial"/>
              </a:defRPr>
            </a:pPr>
            <a:r>
              <a:rPr sz="1275" b="1">
                <a:solidFill>
                  <a:srgbClr val="123C52"/>
                </a:solidFill>
                <a:latin typeface="Arial"/>
                <a:ea typeface="Arial"/>
                <a:cs typeface="Arial"/>
              </a:rPr>
              <a:t>domain_query</a:t>
            </a:r>
          </a:p>
        </p:txBody>
      </p:sp>
      <p:sp>
        <p:nvSpPr>
          <p:cNvPr id="25" name="Rectangle 24">
            <a:extLst xmlns:a="http://schemas.openxmlformats.org/drawingml/2006/main">
              <a:ext uri="{FF2B5EF4-FFF2-40B4-BE49-F238E27FC236}">
                <a16:creationId xmlns:a16="http://schemas.microsoft.com/office/drawing/2014/main" id="{3D42216F-BB64-474F-83FB-045FD13C7757}"/>
              </a:ext>
            </a:extLst>
          </p:cNvPr>
          <p:cNvSpPr>
            <a:spLocks xmlns:a="http://schemas.openxmlformats.org/drawingml/2006/main" noGrp="1"/>
          </p:cNvSpPr>
          <p:nvPr/>
        </p:nvSpPr>
        <p:spPr>
          <a:xfrm xmlns:a="http://schemas.openxmlformats.org/drawingml/2006/main">
            <a:off x="9886950" y="2819400"/>
            <a:ext cx="14763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lgn="ctr">
              <a:defRPr sz="900" b="0">
                <a:solidFill>
                  <a:srgbClr val="5E746D"/>
                </a:solidFill>
                <a:latin typeface="Arial"/>
                <a:ea typeface="Arial"/>
                <a:cs typeface="Arial"/>
              </a:defRPr>
            </a:defPPr>
            <a:lvl1pPr algn="ctr">
              <a:defRPr sz="900" b="0">
                <a:solidFill>
                  <a:srgbClr val="5E746D"/>
                </a:solidFill>
                <a:latin typeface="Arial"/>
                <a:ea typeface="Arial"/>
                <a:cs typeface="Arial"/>
              </a:defRPr>
            </a:lvl1pPr>
            <a:lvl2pPr algn="ctr">
              <a:defRPr sz="900" b="0">
                <a:solidFill>
                  <a:srgbClr val="5E746D"/>
                </a:solidFill>
                <a:latin typeface="Arial"/>
                <a:ea typeface="Arial"/>
                <a:cs typeface="Arial"/>
              </a:defRPr>
            </a:lvl2pPr>
            <a:lvl3pPr algn="ctr">
              <a:defRPr sz="900" b="0">
                <a:solidFill>
                  <a:srgbClr val="5E746D"/>
                </a:solidFill>
                <a:latin typeface="Arial"/>
                <a:ea typeface="Arial"/>
                <a:cs typeface="Arial"/>
              </a:defRPr>
            </a:lvl3pPr>
            <a:lvl4pPr algn="ctr">
              <a:defRPr sz="900" b="0">
                <a:solidFill>
                  <a:srgbClr val="5E746D"/>
                </a:solidFill>
                <a:latin typeface="Arial"/>
                <a:ea typeface="Arial"/>
                <a:cs typeface="Arial"/>
              </a:defRPr>
            </a:lvl4pPr>
            <a:lvl5pPr algn="ctr">
              <a:defRPr sz="900" b="0">
                <a:solidFill>
                  <a:srgbClr val="5E746D"/>
                </a:solidFill>
                <a:latin typeface="Arial"/>
                <a:ea typeface="Arial"/>
                <a:cs typeface="Arial"/>
              </a:defRPr>
            </a:lvl5pPr>
            <a:lvl6pPr algn="ctr">
              <a:defRPr sz="900" b="0">
                <a:solidFill>
                  <a:srgbClr val="5E746D"/>
                </a:solidFill>
                <a:latin typeface="Arial"/>
                <a:ea typeface="Arial"/>
                <a:cs typeface="Arial"/>
              </a:defRPr>
            </a:lvl6pPr>
            <a:lvl7pPr algn="ctr">
              <a:defRPr sz="900" b="0">
                <a:solidFill>
                  <a:srgbClr val="5E746D"/>
                </a:solidFill>
                <a:latin typeface="Arial"/>
                <a:ea typeface="Arial"/>
                <a:cs typeface="Arial"/>
              </a:defRPr>
            </a:lvl7pPr>
            <a:lvl8pPr algn="ctr">
              <a:defRPr sz="900" b="0">
                <a:solidFill>
                  <a:srgbClr val="5E746D"/>
                </a:solidFill>
                <a:latin typeface="Arial"/>
                <a:ea typeface="Arial"/>
                <a:cs typeface="Arial"/>
              </a:defRPr>
            </a:lvl8pPr>
            <a:lvl9pPr algn="ctr">
              <a:defRPr sz="900" b="0">
                <a:solidFill>
                  <a:srgbClr val="5E746D"/>
                </a:solidFill>
                <a:latin typeface="Arial"/>
                <a:ea typeface="Arial"/>
                <a:cs typeface="Arial"/>
              </a:defRPr>
            </a:lvl9pPr>
          </a:lstStyle>
          <a:p xmlns:a="http://schemas.openxmlformats.org/drawingml/2006/main">
            <a:pPr algn="ctr">
              <a:buNone/>
              <a:defRPr sz="900" b="0">
                <a:solidFill>
                  <a:srgbClr val="5E746D"/>
                </a:solidFill>
                <a:latin typeface="Arial"/>
                <a:ea typeface="Arial"/>
                <a:cs typeface="Arial"/>
              </a:defRPr>
            </a:pPr>
            <a:r>
              <a:rPr sz="900" b="0">
                <a:solidFill>
                  <a:srgbClr val="5E746D"/>
                </a:solidFill>
                <a:latin typeface="Arial"/>
                <a:ea typeface="Arial"/>
                <a:cs typeface="Arial"/>
              </a:rPr>
              <a:t>+1 cho top domain</a:t>
            </a:r>
          </a:p>
        </p:txBody>
      </p:sp>
      <p:sp>
        <p:nvSpPr>
          <p:cNvPr id="26" name="Rectangle: Rounded Corners 25">
            <a:extLst xmlns:a="http://schemas.openxmlformats.org/drawingml/2006/main">
              <a:ext uri="{FF2B5EF4-FFF2-40B4-BE49-F238E27FC236}">
                <a16:creationId xmlns:a16="http://schemas.microsoft.com/office/drawing/2014/main" id="{F010C92B-19A9-4F13-BE99-73C21F161F3A}"/>
              </a:ext>
            </a:extLst>
          </p:cNvPr>
          <p:cNvSpPr>
            <a:spLocks xmlns:a="http://schemas.openxmlformats.org/drawingml/2006/main" noGrp="1"/>
          </p:cNvSpPr>
          <p:nvPr/>
        </p:nvSpPr>
        <p:spPr>
          <a:xfrm xmlns:a="http://schemas.openxmlformats.org/drawingml/2006/main">
            <a:off x="762000" y="4114800"/>
            <a:ext cx="49149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7E5DF"/>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Rectangle 26">
            <a:extLst xmlns:a="http://schemas.openxmlformats.org/drawingml/2006/main">
              <a:ext uri="{FF2B5EF4-FFF2-40B4-BE49-F238E27FC236}">
                <a16:creationId xmlns:a16="http://schemas.microsoft.com/office/drawing/2014/main" id="{6AB5EFB5-AF46-40B8-990A-87DD7A8117F3}"/>
              </a:ext>
            </a:extLst>
          </p:cNvPr>
          <p:cNvSpPr>
            <a:spLocks xmlns:a="http://schemas.openxmlformats.org/drawingml/2006/main" noGrp="1"/>
          </p:cNvSpPr>
          <p:nvPr/>
        </p:nvSpPr>
        <p:spPr>
          <a:xfrm xmlns:a="http://schemas.openxmlformats.org/drawingml/2006/main">
            <a:off x="1019175" y="43434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516" lnSpcReduction="20000"/>
          </a:bodyPr>
          <a:lstStyle xmlns:a="http://schemas.openxmlformats.org/drawingml/2006/main">
            <a:defPPr algn="l">
              <a:defRPr sz="1575" b="1">
                <a:solidFill>
                  <a:srgbClr val="123C52"/>
                </a:solidFill>
                <a:latin typeface="Arial"/>
                <a:ea typeface="Arial"/>
                <a:cs typeface="Arial"/>
              </a:defRPr>
            </a:defPPr>
            <a:lvl1pPr algn="l">
              <a:defRPr sz="1575" b="1">
                <a:solidFill>
                  <a:srgbClr val="123C52"/>
                </a:solidFill>
                <a:latin typeface="Arial"/>
                <a:ea typeface="Arial"/>
                <a:cs typeface="Arial"/>
              </a:defRPr>
            </a:lvl1pPr>
            <a:lvl2pPr algn="l">
              <a:defRPr sz="1575" b="1">
                <a:solidFill>
                  <a:srgbClr val="123C52"/>
                </a:solidFill>
                <a:latin typeface="Arial"/>
                <a:ea typeface="Arial"/>
                <a:cs typeface="Arial"/>
              </a:defRPr>
            </a:lvl2pPr>
            <a:lvl3pPr algn="l">
              <a:defRPr sz="1575" b="1">
                <a:solidFill>
                  <a:srgbClr val="123C52"/>
                </a:solidFill>
                <a:latin typeface="Arial"/>
                <a:ea typeface="Arial"/>
                <a:cs typeface="Arial"/>
              </a:defRPr>
            </a:lvl3pPr>
            <a:lvl4pPr algn="l">
              <a:defRPr sz="1575" b="1">
                <a:solidFill>
                  <a:srgbClr val="123C52"/>
                </a:solidFill>
                <a:latin typeface="Arial"/>
                <a:ea typeface="Arial"/>
                <a:cs typeface="Arial"/>
              </a:defRPr>
            </a:lvl4pPr>
            <a:lvl5pPr algn="l">
              <a:defRPr sz="1575" b="1">
                <a:solidFill>
                  <a:srgbClr val="123C52"/>
                </a:solidFill>
                <a:latin typeface="Arial"/>
                <a:ea typeface="Arial"/>
                <a:cs typeface="Arial"/>
              </a:defRPr>
            </a:lvl5pPr>
            <a:lvl6pPr algn="l">
              <a:defRPr sz="1575" b="1">
                <a:solidFill>
                  <a:srgbClr val="123C52"/>
                </a:solidFill>
                <a:latin typeface="Arial"/>
                <a:ea typeface="Arial"/>
                <a:cs typeface="Arial"/>
              </a:defRPr>
            </a:lvl6pPr>
            <a:lvl7pPr algn="l">
              <a:defRPr sz="1575" b="1">
                <a:solidFill>
                  <a:srgbClr val="123C52"/>
                </a:solidFill>
                <a:latin typeface="Arial"/>
                <a:ea typeface="Arial"/>
                <a:cs typeface="Arial"/>
              </a:defRPr>
            </a:lvl7pPr>
            <a:lvl8pPr algn="l">
              <a:defRPr sz="1575" b="1">
                <a:solidFill>
                  <a:srgbClr val="123C52"/>
                </a:solidFill>
                <a:latin typeface="Arial"/>
                <a:ea typeface="Arial"/>
                <a:cs typeface="Arial"/>
              </a:defRPr>
            </a:lvl8pPr>
            <a:lvl9pPr algn="l">
              <a:defRPr sz="1575" b="1">
                <a:solidFill>
                  <a:srgbClr val="123C52"/>
                </a:solidFill>
                <a:latin typeface="Arial"/>
                <a:ea typeface="Arial"/>
                <a:cs typeface="Arial"/>
              </a:defRPr>
            </a:lvl9pPr>
          </a:lstStyle>
          <a:p xmlns:a="http://schemas.openxmlformats.org/drawingml/2006/main">
            <a:pPr algn="l">
              <a:buNone/>
              <a:defRPr sz="1575" b="1">
                <a:solidFill>
                  <a:srgbClr val="123C52"/>
                </a:solidFill>
                <a:latin typeface="Arial"/>
                <a:ea typeface="Arial"/>
                <a:cs typeface="Arial"/>
              </a:defRPr>
            </a:pPr>
            <a:r>
              <a:rPr sz="1575" b="1">
                <a:solidFill>
                  <a:srgbClr val="123C52"/>
                </a:solidFill>
                <a:latin typeface="Arial"/>
                <a:ea typeface="Arial"/>
                <a:cs typeface="Arial"/>
              </a:rPr>
              <a:t>Vì sao phải gộp</a:t>
            </a:r>
          </a:p>
        </p:txBody>
      </p:sp>
      <p:sp>
        <p:nvSpPr>
          <p:cNvPr id="28" name="Rectangle 27">
            <a:extLst xmlns:a="http://schemas.openxmlformats.org/drawingml/2006/main">
              <a:ext uri="{FF2B5EF4-FFF2-40B4-BE49-F238E27FC236}">
                <a16:creationId xmlns:a16="http://schemas.microsoft.com/office/drawing/2014/main" id="{C55EDAEB-60D0-4E6C-8306-61CB8B41AF55}"/>
              </a:ext>
            </a:extLst>
          </p:cNvPr>
          <p:cNvSpPr>
            <a:spLocks xmlns:a="http://schemas.openxmlformats.org/drawingml/2006/main" noGrp="1"/>
          </p:cNvSpPr>
          <p:nvPr/>
        </p:nvSpPr>
        <p:spPr>
          <a:xfrm xmlns:a="http://schemas.openxmlformats.org/drawingml/2006/main">
            <a:off x="1019175" y="4733925"/>
            <a:ext cx="4286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79" lnSpcReduction="10000"/>
          </a:bodyPr>
          <a:lstStyle xmlns:a="http://schemas.openxmlformats.org/drawingml/2006/main">
            <a:defPPr algn="l">
              <a:defRPr sz="1200" b="0">
                <a:solidFill>
                  <a:srgbClr val="17312C"/>
                </a:solidFill>
                <a:latin typeface="Arial"/>
                <a:ea typeface="Arial"/>
                <a:cs typeface="Arial"/>
              </a:defRPr>
            </a:defPPr>
            <a:lvl1pPr algn="l">
              <a:defRPr sz="1200" b="0">
                <a:solidFill>
                  <a:srgbClr val="17312C"/>
                </a:solidFill>
                <a:latin typeface="Arial"/>
                <a:ea typeface="Arial"/>
                <a:cs typeface="Arial"/>
              </a:defRPr>
            </a:lvl1pPr>
            <a:lvl2pPr algn="l">
              <a:defRPr sz="1200" b="0">
                <a:solidFill>
                  <a:srgbClr val="17312C"/>
                </a:solidFill>
                <a:latin typeface="Arial"/>
                <a:ea typeface="Arial"/>
                <a:cs typeface="Arial"/>
              </a:defRPr>
            </a:lvl2pPr>
            <a:lvl3pPr algn="l">
              <a:defRPr sz="1200" b="0">
                <a:solidFill>
                  <a:srgbClr val="17312C"/>
                </a:solidFill>
                <a:latin typeface="Arial"/>
                <a:ea typeface="Arial"/>
                <a:cs typeface="Arial"/>
              </a:defRPr>
            </a:lvl3pPr>
            <a:lvl4pPr algn="l">
              <a:defRPr sz="1200" b="0">
                <a:solidFill>
                  <a:srgbClr val="17312C"/>
                </a:solidFill>
                <a:latin typeface="Arial"/>
                <a:ea typeface="Arial"/>
                <a:cs typeface="Arial"/>
              </a:defRPr>
            </a:lvl4pPr>
            <a:lvl5pPr algn="l">
              <a:defRPr sz="1200" b="0">
                <a:solidFill>
                  <a:srgbClr val="17312C"/>
                </a:solidFill>
                <a:latin typeface="Arial"/>
                <a:ea typeface="Arial"/>
                <a:cs typeface="Arial"/>
              </a:defRPr>
            </a:lvl5pPr>
            <a:lvl6pPr algn="l">
              <a:defRPr sz="1200" b="0">
                <a:solidFill>
                  <a:srgbClr val="17312C"/>
                </a:solidFill>
                <a:latin typeface="Arial"/>
                <a:ea typeface="Arial"/>
                <a:cs typeface="Arial"/>
              </a:defRPr>
            </a:lvl6pPr>
            <a:lvl7pPr algn="l">
              <a:defRPr sz="1200" b="0">
                <a:solidFill>
                  <a:srgbClr val="17312C"/>
                </a:solidFill>
                <a:latin typeface="Arial"/>
                <a:ea typeface="Arial"/>
                <a:cs typeface="Arial"/>
              </a:defRPr>
            </a:lvl7pPr>
            <a:lvl8pPr algn="l">
              <a:defRPr sz="1200" b="0">
                <a:solidFill>
                  <a:srgbClr val="17312C"/>
                </a:solidFill>
                <a:latin typeface="Arial"/>
                <a:ea typeface="Arial"/>
                <a:cs typeface="Arial"/>
              </a:defRPr>
            </a:lvl8pPr>
            <a:lvl9pPr algn="l">
              <a:defRPr sz="1200" b="0">
                <a:solidFill>
                  <a:srgbClr val="17312C"/>
                </a:solidFill>
                <a:latin typeface="Arial"/>
                <a:ea typeface="Arial"/>
                <a:cs typeface="Arial"/>
              </a:defRPr>
            </a:lvl9pPr>
          </a:lstStyle>
          <a:p xmlns:a="http://schemas.openxmlformats.org/drawingml/2006/main">
            <a:pPr algn="l">
              <a:buNone/>
              <a:defRPr sz="1200" b="0">
                <a:solidFill>
                  <a:srgbClr val="17312C"/>
                </a:solidFill>
                <a:latin typeface="Arial"/>
                <a:ea typeface="Arial"/>
                <a:cs typeface="Arial"/>
              </a:defRPr>
            </a:pPr>
            <a:r>
              <a:rPr sz="1200" b="0">
                <a:solidFill>
                  <a:srgbClr val="17312C"/>
                </a:solidFill>
                <a:latin typeface="Arial"/>
                <a:ea typeface="Arial"/>
                <a:cs typeface="Arial"/>
              </a:rPr>
              <a:t>Một lần mở trang thường sinh A, AAAA và retry. Agent chỉ ghi một domain_query cho cùng trẻ và miền trong cửa sổ 5 giây.</a:t>
            </a:r>
          </a:p>
        </p:txBody>
      </p:sp>
      <p:sp>
        <p:nvSpPr>
          <p:cNvPr id="29" name="Rectangle: Rounded Corners 28">
            <a:extLst xmlns:a="http://schemas.openxmlformats.org/drawingml/2006/main">
              <a:ext uri="{FF2B5EF4-FFF2-40B4-BE49-F238E27FC236}">
                <a16:creationId xmlns:a16="http://schemas.microsoft.com/office/drawing/2014/main" id="{C2C8BE81-D928-4912-8D7D-C43EFF26FD60}"/>
              </a:ext>
            </a:extLst>
          </p:cNvPr>
          <p:cNvSpPr>
            <a:spLocks xmlns:a="http://schemas.openxmlformats.org/drawingml/2006/main" noGrp="1"/>
          </p:cNvSpPr>
          <p:nvPr/>
        </p:nvSpPr>
        <p:spPr>
          <a:xfrm xmlns:a="http://schemas.openxmlformats.org/drawingml/2006/main">
            <a:off x="6457950" y="4114800"/>
            <a:ext cx="4914900" cy="1257300"/>
          </a:xfrm>
          <a:prstGeom xmlns:a="http://schemas.openxmlformats.org/drawingml/2006/main" prst="roundRect">
            <a:avLst>
              <a:gd name="adj" fmla="val 9091"/>
            </a:avLst>
          </a:prstGeom>
          <a:solidFill xmlns:a="http://schemas.openxmlformats.org/drawingml/2006/main">
            <a:srgbClr val="EAF6F1"/>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0" name="Rectangle 29">
            <a:extLst xmlns:a="http://schemas.openxmlformats.org/drawingml/2006/main">
              <a:ext uri="{FF2B5EF4-FFF2-40B4-BE49-F238E27FC236}">
                <a16:creationId xmlns:a16="http://schemas.microsoft.com/office/drawing/2014/main" id="{58FA303D-3A6B-4DE6-AEE3-747F121B8F70}"/>
              </a:ext>
            </a:extLst>
          </p:cNvPr>
          <p:cNvSpPr>
            <a:spLocks xmlns:a="http://schemas.openxmlformats.org/drawingml/2006/main" noGrp="1"/>
          </p:cNvSpPr>
          <p:nvPr/>
        </p:nvSpPr>
        <p:spPr>
          <a:xfrm xmlns:a="http://schemas.openxmlformats.org/drawingml/2006/main">
            <a:off x="6715125" y="43434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516" lnSpcReduction="20000"/>
          </a:bodyPr>
          <a:lstStyle xmlns:a="http://schemas.openxmlformats.org/drawingml/2006/main">
            <a:defPPr algn="l">
              <a:defRPr sz="1575" b="1">
                <a:solidFill>
                  <a:srgbClr val="218D73"/>
                </a:solidFill>
                <a:latin typeface="Arial"/>
                <a:ea typeface="Arial"/>
                <a:cs typeface="Arial"/>
              </a:defRPr>
            </a:defPPr>
            <a:lvl1pPr algn="l">
              <a:defRPr sz="1575" b="1">
                <a:solidFill>
                  <a:srgbClr val="218D73"/>
                </a:solidFill>
                <a:latin typeface="Arial"/>
                <a:ea typeface="Arial"/>
                <a:cs typeface="Arial"/>
              </a:defRPr>
            </a:lvl1pPr>
            <a:lvl2pPr algn="l">
              <a:defRPr sz="1575" b="1">
                <a:solidFill>
                  <a:srgbClr val="218D73"/>
                </a:solidFill>
                <a:latin typeface="Arial"/>
                <a:ea typeface="Arial"/>
                <a:cs typeface="Arial"/>
              </a:defRPr>
            </a:lvl2pPr>
            <a:lvl3pPr algn="l">
              <a:defRPr sz="1575" b="1">
                <a:solidFill>
                  <a:srgbClr val="218D73"/>
                </a:solidFill>
                <a:latin typeface="Arial"/>
                <a:ea typeface="Arial"/>
                <a:cs typeface="Arial"/>
              </a:defRPr>
            </a:lvl3pPr>
            <a:lvl4pPr algn="l">
              <a:defRPr sz="1575" b="1">
                <a:solidFill>
                  <a:srgbClr val="218D73"/>
                </a:solidFill>
                <a:latin typeface="Arial"/>
                <a:ea typeface="Arial"/>
                <a:cs typeface="Arial"/>
              </a:defRPr>
            </a:lvl4pPr>
            <a:lvl5pPr algn="l">
              <a:defRPr sz="1575" b="1">
                <a:solidFill>
                  <a:srgbClr val="218D73"/>
                </a:solidFill>
                <a:latin typeface="Arial"/>
                <a:ea typeface="Arial"/>
                <a:cs typeface="Arial"/>
              </a:defRPr>
            </a:lvl5pPr>
            <a:lvl6pPr algn="l">
              <a:defRPr sz="1575" b="1">
                <a:solidFill>
                  <a:srgbClr val="218D73"/>
                </a:solidFill>
                <a:latin typeface="Arial"/>
                <a:ea typeface="Arial"/>
                <a:cs typeface="Arial"/>
              </a:defRPr>
            </a:lvl6pPr>
            <a:lvl7pPr algn="l">
              <a:defRPr sz="1575" b="1">
                <a:solidFill>
                  <a:srgbClr val="218D73"/>
                </a:solidFill>
                <a:latin typeface="Arial"/>
                <a:ea typeface="Arial"/>
                <a:cs typeface="Arial"/>
              </a:defRPr>
            </a:lvl7pPr>
            <a:lvl8pPr algn="l">
              <a:defRPr sz="1575" b="1">
                <a:solidFill>
                  <a:srgbClr val="218D73"/>
                </a:solidFill>
                <a:latin typeface="Arial"/>
                <a:ea typeface="Arial"/>
                <a:cs typeface="Arial"/>
              </a:defRPr>
            </a:lvl8pPr>
            <a:lvl9pPr algn="l">
              <a:defRPr sz="1575" b="1">
                <a:solidFill>
                  <a:srgbClr val="218D73"/>
                </a:solidFill>
                <a:latin typeface="Arial"/>
                <a:ea typeface="Arial"/>
                <a:cs typeface="Arial"/>
              </a:defRPr>
            </a:lvl9pPr>
          </a:lstStyle>
          <a:p xmlns:a="http://schemas.openxmlformats.org/drawingml/2006/main">
            <a:pPr algn="l">
              <a:buNone/>
              <a:defRPr sz="1575" b="1">
                <a:solidFill>
                  <a:srgbClr val="218D73"/>
                </a:solidFill>
                <a:latin typeface="Arial"/>
                <a:ea typeface="Arial"/>
                <a:cs typeface="Arial"/>
              </a:defRPr>
            </a:pPr>
            <a:r>
              <a:rPr sz="1575" b="1">
                <a:solidFill>
                  <a:srgbClr val="218D73"/>
                </a:solidFill>
                <a:latin typeface="Arial"/>
                <a:ea typeface="Arial"/>
                <a:cs typeface="Arial"/>
              </a:rPr>
              <a:t>Cách lập Top 10</a:t>
            </a:r>
          </a:p>
        </p:txBody>
      </p:sp>
      <p:sp>
        <p:nvSpPr>
          <p:cNvPr id="31" name="Rectangle 30">
            <a:extLst xmlns:a="http://schemas.openxmlformats.org/drawingml/2006/main">
              <a:ext uri="{FF2B5EF4-FFF2-40B4-BE49-F238E27FC236}">
                <a16:creationId xmlns:a16="http://schemas.microsoft.com/office/drawing/2014/main" id="{0C6512AA-C610-4704-9802-C180247DDC27}"/>
              </a:ext>
            </a:extLst>
          </p:cNvPr>
          <p:cNvSpPr>
            <a:spLocks xmlns:a="http://schemas.openxmlformats.org/drawingml/2006/main" noGrp="1"/>
          </p:cNvSpPr>
          <p:nvPr/>
        </p:nvSpPr>
        <p:spPr>
          <a:xfrm xmlns:a="http://schemas.openxmlformats.org/drawingml/2006/main">
            <a:off x="6715125" y="4733925"/>
            <a:ext cx="4286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79" lnSpcReduction="10000"/>
          </a:bodyPr>
          <a:lstStyle xmlns:a="http://schemas.openxmlformats.org/drawingml/2006/main">
            <a:defPPr algn="l">
              <a:defRPr sz="1200" b="0">
                <a:solidFill>
                  <a:srgbClr val="17312C"/>
                </a:solidFill>
                <a:latin typeface="Arial"/>
                <a:ea typeface="Arial"/>
                <a:cs typeface="Arial"/>
              </a:defRPr>
            </a:defPPr>
            <a:lvl1pPr algn="l">
              <a:defRPr sz="1200" b="0">
                <a:solidFill>
                  <a:srgbClr val="17312C"/>
                </a:solidFill>
                <a:latin typeface="Arial"/>
                <a:ea typeface="Arial"/>
                <a:cs typeface="Arial"/>
              </a:defRPr>
            </a:lvl1pPr>
            <a:lvl2pPr algn="l">
              <a:defRPr sz="1200" b="0">
                <a:solidFill>
                  <a:srgbClr val="17312C"/>
                </a:solidFill>
                <a:latin typeface="Arial"/>
                <a:ea typeface="Arial"/>
                <a:cs typeface="Arial"/>
              </a:defRPr>
            </a:lvl2pPr>
            <a:lvl3pPr algn="l">
              <a:defRPr sz="1200" b="0">
                <a:solidFill>
                  <a:srgbClr val="17312C"/>
                </a:solidFill>
                <a:latin typeface="Arial"/>
                <a:ea typeface="Arial"/>
                <a:cs typeface="Arial"/>
              </a:defRPr>
            </a:lvl3pPr>
            <a:lvl4pPr algn="l">
              <a:defRPr sz="1200" b="0">
                <a:solidFill>
                  <a:srgbClr val="17312C"/>
                </a:solidFill>
                <a:latin typeface="Arial"/>
                <a:ea typeface="Arial"/>
                <a:cs typeface="Arial"/>
              </a:defRPr>
            </a:lvl4pPr>
            <a:lvl5pPr algn="l">
              <a:defRPr sz="1200" b="0">
                <a:solidFill>
                  <a:srgbClr val="17312C"/>
                </a:solidFill>
                <a:latin typeface="Arial"/>
                <a:ea typeface="Arial"/>
                <a:cs typeface="Arial"/>
              </a:defRPr>
            </a:lvl5pPr>
            <a:lvl6pPr algn="l">
              <a:defRPr sz="1200" b="0">
                <a:solidFill>
                  <a:srgbClr val="17312C"/>
                </a:solidFill>
                <a:latin typeface="Arial"/>
                <a:ea typeface="Arial"/>
                <a:cs typeface="Arial"/>
              </a:defRPr>
            </a:lvl6pPr>
            <a:lvl7pPr algn="l">
              <a:defRPr sz="1200" b="0">
                <a:solidFill>
                  <a:srgbClr val="17312C"/>
                </a:solidFill>
                <a:latin typeface="Arial"/>
                <a:ea typeface="Arial"/>
                <a:cs typeface="Arial"/>
              </a:defRPr>
            </a:lvl7pPr>
            <a:lvl8pPr algn="l">
              <a:defRPr sz="1200" b="0">
                <a:solidFill>
                  <a:srgbClr val="17312C"/>
                </a:solidFill>
                <a:latin typeface="Arial"/>
                <a:ea typeface="Arial"/>
                <a:cs typeface="Arial"/>
              </a:defRPr>
            </a:lvl8pPr>
            <a:lvl9pPr algn="l">
              <a:defRPr sz="1200" b="0">
                <a:solidFill>
                  <a:srgbClr val="17312C"/>
                </a:solidFill>
                <a:latin typeface="Arial"/>
                <a:ea typeface="Arial"/>
                <a:cs typeface="Arial"/>
              </a:defRPr>
            </a:lvl9pPr>
          </a:lstStyle>
          <a:p xmlns:a="http://schemas.openxmlformats.org/drawingml/2006/main">
            <a:pPr algn="l">
              <a:buNone/>
              <a:defRPr sz="1200" b="0">
                <a:solidFill>
                  <a:srgbClr val="17312C"/>
                </a:solidFill>
                <a:latin typeface="Arial"/>
                <a:ea typeface="Arial"/>
                <a:cs typeface="Arial"/>
              </a:defRPr>
            </a:pPr>
            <a:r>
              <a:rPr sz="1200" b="0">
                <a:solidFill>
                  <a:srgbClr val="17312C"/>
                </a:solidFill>
                <a:latin typeface="Arial"/>
                <a:ea typeface="Arial"/>
                <a:cs typeface="Arial"/>
              </a:rPr>
              <a:t>Bộ tổng hợp tăng Counter theo subject của domain_query, sắp giảm dần theo queries rồi lấy mười miền đầu.</a:t>
            </a:r>
          </a:p>
        </p:txBody>
      </p:sp>
      <p:sp>
        <p:nvSpPr>
          <p:cNvPr id="32" name="Rectangle 31">
            <a:extLst xmlns:a="http://schemas.openxmlformats.org/drawingml/2006/main">
              <a:ext uri="{FF2B5EF4-FFF2-40B4-BE49-F238E27FC236}">
                <a16:creationId xmlns:a16="http://schemas.microsoft.com/office/drawing/2014/main" id="{4F569065-F93C-4208-A2DA-02F6BAD376CB}"/>
              </a:ext>
            </a:extLst>
          </p:cNvPr>
          <p:cNvSpPr>
            <a:spLocks xmlns:a="http://schemas.openxmlformats.org/drawingml/2006/main" noGrp="1"/>
          </p:cNvSpPr>
          <p:nvPr/>
        </p:nvSpPr>
        <p:spPr>
          <a:xfrm xmlns:a="http://schemas.openxmlformats.org/drawingml/2006/main">
            <a:off x="771525" y="586740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000" lnSpcReduction="20000"/>
          </a:bodyPr>
          <a:lstStyle xmlns:a="http://schemas.openxmlformats.org/drawingml/2006/main">
            <a:defPPr algn="l">
              <a:defRPr sz="1200" b="1">
                <a:solidFill>
                  <a:srgbClr val="A8484F"/>
                </a:solidFill>
                <a:latin typeface="Arial"/>
                <a:ea typeface="Arial"/>
                <a:cs typeface="Arial"/>
              </a:defRPr>
            </a:defPPr>
            <a:lvl1pPr algn="l">
              <a:defRPr sz="1200" b="1">
                <a:solidFill>
                  <a:srgbClr val="A8484F"/>
                </a:solidFill>
                <a:latin typeface="Arial"/>
                <a:ea typeface="Arial"/>
                <a:cs typeface="Arial"/>
              </a:defRPr>
            </a:lvl1pPr>
            <a:lvl2pPr algn="l">
              <a:defRPr sz="1200" b="1">
                <a:solidFill>
                  <a:srgbClr val="A8484F"/>
                </a:solidFill>
                <a:latin typeface="Arial"/>
                <a:ea typeface="Arial"/>
                <a:cs typeface="Arial"/>
              </a:defRPr>
            </a:lvl2pPr>
            <a:lvl3pPr algn="l">
              <a:defRPr sz="1200" b="1">
                <a:solidFill>
                  <a:srgbClr val="A8484F"/>
                </a:solidFill>
                <a:latin typeface="Arial"/>
                <a:ea typeface="Arial"/>
                <a:cs typeface="Arial"/>
              </a:defRPr>
            </a:lvl3pPr>
            <a:lvl4pPr algn="l">
              <a:defRPr sz="1200" b="1">
                <a:solidFill>
                  <a:srgbClr val="A8484F"/>
                </a:solidFill>
                <a:latin typeface="Arial"/>
                <a:ea typeface="Arial"/>
                <a:cs typeface="Arial"/>
              </a:defRPr>
            </a:lvl4pPr>
            <a:lvl5pPr algn="l">
              <a:defRPr sz="1200" b="1">
                <a:solidFill>
                  <a:srgbClr val="A8484F"/>
                </a:solidFill>
                <a:latin typeface="Arial"/>
                <a:ea typeface="Arial"/>
                <a:cs typeface="Arial"/>
              </a:defRPr>
            </a:lvl5pPr>
            <a:lvl6pPr algn="l">
              <a:defRPr sz="1200" b="1">
                <a:solidFill>
                  <a:srgbClr val="A8484F"/>
                </a:solidFill>
                <a:latin typeface="Arial"/>
                <a:ea typeface="Arial"/>
                <a:cs typeface="Arial"/>
              </a:defRPr>
            </a:lvl6pPr>
            <a:lvl7pPr algn="l">
              <a:defRPr sz="1200" b="1">
                <a:solidFill>
                  <a:srgbClr val="A8484F"/>
                </a:solidFill>
                <a:latin typeface="Arial"/>
                <a:ea typeface="Arial"/>
                <a:cs typeface="Arial"/>
              </a:defRPr>
            </a:lvl7pPr>
            <a:lvl8pPr algn="l">
              <a:defRPr sz="1200" b="1">
                <a:solidFill>
                  <a:srgbClr val="A8484F"/>
                </a:solidFill>
                <a:latin typeface="Arial"/>
                <a:ea typeface="Arial"/>
                <a:cs typeface="Arial"/>
              </a:defRPr>
            </a:lvl8pPr>
            <a:lvl9pPr algn="l">
              <a:defRPr sz="1200" b="1">
                <a:solidFill>
                  <a:srgbClr val="A8484F"/>
                </a:solidFill>
                <a:latin typeface="Arial"/>
                <a:ea typeface="Arial"/>
                <a:cs typeface="Arial"/>
              </a:defRPr>
            </a:lvl9pPr>
          </a:lstStyle>
          <a:p xmlns:a="http://schemas.openxmlformats.org/drawingml/2006/main">
            <a:pPr algn="l">
              <a:buNone/>
              <a:defRPr sz="1200" b="1">
                <a:solidFill>
                  <a:srgbClr val="A8484F"/>
                </a:solidFill>
                <a:latin typeface="Arial"/>
                <a:ea typeface="Arial"/>
                <a:cs typeface="Arial"/>
              </a:defRPr>
            </a:pPr>
            <a:r>
              <a:rPr sz="1200" b="1">
                <a:solidFill>
                  <a:srgbClr val="A8484F"/>
                </a:solidFill>
                <a:latin typeface="Arial"/>
                <a:ea typeface="Arial"/>
                <a:cs typeface="Arial"/>
              </a:rPr>
              <a:t>DNS nền, cache và DoH có thể làm số liệu khác hành vi thật trong trình duyệt. Hệ thống không suy đoán nội dung từ các truy vấn này.</a:t>
            </a:r>
          </a:p>
        </p:txBody>
      </p:sp>
    </p:spTree>
    <p:extLst>
      <p:ext uri="{BB962C8B-B14F-4D97-AF65-F5344CB8AC3E}">
        <p14:creationId xmlns:p14="http://schemas.microsoft.com/office/powerpoint/2010/main" val="350906755"/>
      </p:ext>
    </p:extLst>
  </p:cSld>
</p:sld>
</file>

<file path=ppt/slides/slide12.xml><?xml version="1.0" encoding="utf-8"?>
<p:sld xmlns:p="http://schemas.openxmlformats.org/presentationml/2006/main">
  <p:cSld>
    <p:bg>
      <p:bgPr>
        <a:solidFill xmlns:a="http://schemas.openxmlformats.org/drawingml/2006/main">
          <a:srgbClr val="FBFC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D800606-BBDF-4D71-A59E-98ABF982CC9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18D7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C395FD1-C78E-44EC-BFFF-192757CC4128}"/>
              </a:ext>
            </a:extLst>
          </p:cNvPr>
          <p:cNvSpPr>
            <a:spLocks xmlns:a="http://schemas.openxmlformats.org/drawingml/2006/main" noGrp="1"/>
          </p:cNvSpPr>
          <p:nvPr/>
        </p:nvSpPr>
        <p:spPr>
          <a:xfrm xmlns:a="http://schemas.openxmlformats.org/drawingml/2006/main">
            <a:off x="514350" y="2571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398"/>
          </a:bodyPr>
          <a:lstStyle xmlns:a="http://schemas.openxmlformats.org/drawingml/2006/main">
            <a:defPPr>
              <a:defRPr sz="653" b="1">
                <a:solidFill>
                  <a:srgbClr val="218D73"/>
                </a:solidFill>
                <a:latin typeface="Arial"/>
                <a:ea typeface="Arial"/>
                <a:cs typeface="Arial"/>
              </a:defRPr>
            </a:defPPr>
            <a:lvl1pPr>
              <a:defRPr sz="653" b="1">
                <a:solidFill>
                  <a:srgbClr val="218D73"/>
                </a:solidFill>
                <a:latin typeface="Arial"/>
                <a:ea typeface="Arial"/>
                <a:cs typeface="Arial"/>
              </a:defRPr>
            </a:lvl1pPr>
            <a:lvl2pPr>
              <a:defRPr sz="653" b="1">
                <a:solidFill>
                  <a:srgbClr val="218D73"/>
                </a:solidFill>
                <a:latin typeface="Arial"/>
                <a:ea typeface="Arial"/>
                <a:cs typeface="Arial"/>
              </a:defRPr>
            </a:lvl2pPr>
            <a:lvl3pPr>
              <a:defRPr sz="653" b="1">
                <a:solidFill>
                  <a:srgbClr val="218D73"/>
                </a:solidFill>
                <a:latin typeface="Arial"/>
                <a:ea typeface="Arial"/>
                <a:cs typeface="Arial"/>
              </a:defRPr>
            </a:lvl3pPr>
            <a:lvl4pPr>
              <a:defRPr sz="653" b="1">
                <a:solidFill>
                  <a:srgbClr val="218D73"/>
                </a:solidFill>
                <a:latin typeface="Arial"/>
                <a:ea typeface="Arial"/>
                <a:cs typeface="Arial"/>
              </a:defRPr>
            </a:lvl4pPr>
            <a:lvl5pPr>
              <a:defRPr sz="653" b="1">
                <a:solidFill>
                  <a:srgbClr val="218D73"/>
                </a:solidFill>
                <a:latin typeface="Arial"/>
                <a:ea typeface="Arial"/>
                <a:cs typeface="Arial"/>
              </a:defRPr>
            </a:lvl5pPr>
            <a:lvl6pPr>
              <a:defRPr sz="653" b="1">
                <a:solidFill>
                  <a:srgbClr val="218D73"/>
                </a:solidFill>
                <a:latin typeface="Arial"/>
                <a:ea typeface="Arial"/>
                <a:cs typeface="Arial"/>
              </a:defRPr>
            </a:lvl6pPr>
            <a:lvl7pPr>
              <a:defRPr sz="653" b="1">
                <a:solidFill>
                  <a:srgbClr val="218D73"/>
                </a:solidFill>
                <a:latin typeface="Arial"/>
                <a:ea typeface="Arial"/>
                <a:cs typeface="Arial"/>
              </a:defRPr>
            </a:lvl7pPr>
            <a:lvl8pPr>
              <a:defRPr sz="653" b="1">
                <a:solidFill>
                  <a:srgbClr val="218D73"/>
                </a:solidFill>
                <a:latin typeface="Arial"/>
                <a:ea typeface="Arial"/>
                <a:cs typeface="Arial"/>
              </a:defRPr>
            </a:lvl8pPr>
            <a:lvl9pPr>
              <a:defRPr sz="653" b="1">
                <a:solidFill>
                  <a:srgbClr val="218D73"/>
                </a:solidFill>
                <a:latin typeface="Arial"/>
                <a:ea typeface="Arial"/>
                <a:cs typeface="Arial"/>
              </a:defRPr>
            </a:lvl9pPr>
          </a:lstStyle>
          <a:p xmlns:a="http://schemas.openxmlformats.org/drawingml/2006/main">
            <a:pPr>
              <a:defRPr sz="653" b="1">
                <a:solidFill>
                  <a:srgbClr val="218D73"/>
                </a:solidFill>
                <a:latin typeface="Arial"/>
                <a:ea typeface="Arial"/>
                <a:cs typeface="Arial"/>
              </a:defRPr>
            </a:pPr>
            <a:r>
              <a:rPr sz="653" b="1">
                <a:solidFill>
                  <a:srgbClr val="218D73"/>
                </a:solidFill>
                <a:latin typeface="Arial"/>
                <a:ea typeface="Arial"/>
                <a:cs typeface="Arial"/>
              </a:rPr>
              <a:t>OPEN GUARD KIDS  |  BÁO CÁO F2, F3 VÀ F5</a:t>
            </a:r>
          </a:p>
        </p:txBody>
      </p:sp>
      <p:sp>
        <p:nvSpPr>
          <p:cNvPr id="3" name="">
            <a:extLst xmlns:a="http://schemas.openxmlformats.org/drawingml/2006/main">
              <a:ext uri="{FF2B5EF4-FFF2-40B4-BE49-F238E27FC236}">
                <a16:creationId xmlns:a16="http://schemas.microsoft.com/office/drawing/2014/main" id="{BE563993-CA03-4382-8C53-E9B9ACEF71A8}"/>
              </a:ext>
            </a:extLst>
          </p:cNvPr>
          <p:cNvSpPr>
            <a:spLocks xmlns:a="http://schemas.openxmlformats.org/drawingml/2006/main" noGrp="1"/>
          </p:cNvSpPr>
          <p:nvPr/>
        </p:nvSpPr>
        <p:spPr>
          <a:xfrm xmlns:a="http://schemas.openxmlformats.org/drawingml/2006/main">
            <a:off x="514350" y="55245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400" b="1">
                <a:solidFill>
                  <a:srgbClr val="123C52"/>
                </a:solidFill>
                <a:latin typeface="Arial"/>
                <a:ea typeface="Arial"/>
                <a:cs typeface="Arial"/>
              </a:defRPr>
            </a:defPPr>
            <a:lvl1pPr>
              <a:defRPr sz="2400" b="1">
                <a:solidFill>
                  <a:srgbClr val="123C52"/>
                </a:solidFill>
                <a:latin typeface="Arial"/>
                <a:ea typeface="Arial"/>
                <a:cs typeface="Arial"/>
              </a:defRPr>
            </a:lvl1pPr>
            <a:lvl2pPr>
              <a:defRPr sz="2400" b="1">
                <a:solidFill>
                  <a:srgbClr val="123C52"/>
                </a:solidFill>
                <a:latin typeface="Arial"/>
                <a:ea typeface="Arial"/>
                <a:cs typeface="Arial"/>
              </a:defRPr>
            </a:lvl2pPr>
            <a:lvl3pPr>
              <a:defRPr sz="2400" b="1">
                <a:solidFill>
                  <a:srgbClr val="123C52"/>
                </a:solidFill>
                <a:latin typeface="Arial"/>
                <a:ea typeface="Arial"/>
                <a:cs typeface="Arial"/>
              </a:defRPr>
            </a:lvl3pPr>
            <a:lvl4pPr>
              <a:defRPr sz="2400" b="1">
                <a:solidFill>
                  <a:srgbClr val="123C52"/>
                </a:solidFill>
                <a:latin typeface="Arial"/>
                <a:ea typeface="Arial"/>
                <a:cs typeface="Arial"/>
              </a:defRPr>
            </a:lvl4pPr>
            <a:lvl5pPr>
              <a:defRPr sz="2400" b="1">
                <a:solidFill>
                  <a:srgbClr val="123C52"/>
                </a:solidFill>
                <a:latin typeface="Arial"/>
                <a:ea typeface="Arial"/>
                <a:cs typeface="Arial"/>
              </a:defRPr>
            </a:lvl5pPr>
            <a:lvl6pPr>
              <a:defRPr sz="2400" b="1">
                <a:solidFill>
                  <a:srgbClr val="123C52"/>
                </a:solidFill>
                <a:latin typeface="Arial"/>
                <a:ea typeface="Arial"/>
                <a:cs typeface="Arial"/>
              </a:defRPr>
            </a:lvl6pPr>
            <a:lvl7pPr>
              <a:defRPr sz="2400" b="1">
                <a:solidFill>
                  <a:srgbClr val="123C52"/>
                </a:solidFill>
                <a:latin typeface="Arial"/>
                <a:ea typeface="Arial"/>
                <a:cs typeface="Arial"/>
              </a:defRPr>
            </a:lvl7pPr>
            <a:lvl8pPr>
              <a:defRPr sz="2400" b="1">
                <a:solidFill>
                  <a:srgbClr val="123C52"/>
                </a:solidFill>
                <a:latin typeface="Arial"/>
                <a:ea typeface="Arial"/>
                <a:cs typeface="Arial"/>
              </a:defRPr>
            </a:lvl8pPr>
            <a:lvl9pPr>
              <a:defRPr sz="2400" b="1">
                <a:solidFill>
                  <a:srgbClr val="123C52"/>
                </a:solidFill>
                <a:latin typeface="Arial"/>
                <a:ea typeface="Arial"/>
                <a:cs typeface="Arial"/>
              </a:defRPr>
            </a:lvl9pPr>
          </a:lstStyle>
          <a:p xmlns:a="http://schemas.openxmlformats.org/drawingml/2006/main">
            <a:pPr>
              <a:defRPr sz="2400" b="1">
                <a:solidFill>
                  <a:srgbClr val="123C52"/>
                </a:solidFill>
                <a:latin typeface="Arial"/>
                <a:ea typeface="Arial"/>
                <a:cs typeface="Arial"/>
              </a:defRPr>
            </a:pPr>
            <a:r>
              <a:rPr sz="2400" b="1">
                <a:solidFill>
                  <a:srgbClr val="123C52"/>
                </a:solidFill>
                <a:latin typeface="Arial"/>
                <a:ea typeface="Arial"/>
                <a:cs typeface="Arial"/>
              </a:rPr>
              <a:t>F3: Báo cáo hoạt động</a:t>
            </a:r>
          </a:p>
        </p:txBody>
      </p:sp>
      <p:sp>
        <p:nvSpPr>
          <p:cNvPr id="4" name="">
            <a:extLst xmlns:a="http://schemas.openxmlformats.org/drawingml/2006/main">
              <a:ext uri="{FF2B5EF4-FFF2-40B4-BE49-F238E27FC236}">
                <a16:creationId xmlns:a16="http://schemas.microsoft.com/office/drawing/2014/main" id="{ABA807B7-E69B-4776-96BD-1EEFDC30E3A7}"/>
              </a:ext>
            </a:extLst>
          </p:cNvPr>
          <p:cNvSpPr>
            <a:spLocks xmlns:a="http://schemas.openxmlformats.org/drawingml/2006/main" noGrp="1"/>
          </p:cNvSpPr>
          <p:nvPr/>
        </p:nvSpPr>
        <p:spPr>
          <a:xfrm xmlns:a="http://schemas.openxmlformats.org/drawingml/2006/main">
            <a:off x="514350" y="1143000"/>
            <a:ext cx="11163300" cy="9525"/>
          </a:xfrm>
          <a:prstGeom xmlns:a="http://schemas.openxmlformats.org/drawingml/2006/main" prst="rect">
            <a:avLst/>
          </a:prstGeom>
          <a:solidFill xmlns:a="http://schemas.openxmlformats.org/drawingml/2006/main">
            <a:srgbClr val="D7E3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14FFE56-66F1-44BC-A680-0644C8F057B9}"/>
              </a:ext>
            </a:extLst>
          </p:cNvPr>
          <p:cNvSpPr>
            <a:spLocks xmlns:a="http://schemas.openxmlformats.org/drawingml/2006/main" noGrp="1"/>
          </p:cNvSpPr>
          <p:nvPr/>
        </p:nvSpPr>
        <p:spPr>
          <a:xfrm xmlns:a="http://schemas.openxmlformats.org/drawingml/2006/main">
            <a:off x="11096625" y="2571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398"/>
          </a:bodyPr>
          <a:lstStyle xmlns:a="http://schemas.openxmlformats.org/drawingml/2006/main">
            <a:defPPr>
              <a:defRPr sz="653" b="1">
                <a:solidFill>
                  <a:srgbClr val="218D73"/>
                </a:solidFill>
                <a:latin typeface="Arial"/>
                <a:ea typeface="Arial"/>
                <a:cs typeface="Arial"/>
              </a:defRPr>
            </a:defPPr>
            <a:lvl1pPr>
              <a:defRPr sz="653" b="1">
                <a:solidFill>
                  <a:srgbClr val="218D73"/>
                </a:solidFill>
                <a:latin typeface="Arial"/>
                <a:ea typeface="Arial"/>
                <a:cs typeface="Arial"/>
              </a:defRPr>
            </a:lvl1pPr>
            <a:lvl2pPr>
              <a:defRPr sz="653" b="1">
                <a:solidFill>
                  <a:srgbClr val="218D73"/>
                </a:solidFill>
                <a:latin typeface="Arial"/>
                <a:ea typeface="Arial"/>
                <a:cs typeface="Arial"/>
              </a:defRPr>
            </a:lvl2pPr>
            <a:lvl3pPr>
              <a:defRPr sz="653" b="1">
                <a:solidFill>
                  <a:srgbClr val="218D73"/>
                </a:solidFill>
                <a:latin typeface="Arial"/>
                <a:ea typeface="Arial"/>
                <a:cs typeface="Arial"/>
              </a:defRPr>
            </a:lvl3pPr>
            <a:lvl4pPr>
              <a:defRPr sz="653" b="1">
                <a:solidFill>
                  <a:srgbClr val="218D73"/>
                </a:solidFill>
                <a:latin typeface="Arial"/>
                <a:ea typeface="Arial"/>
                <a:cs typeface="Arial"/>
              </a:defRPr>
            </a:lvl4pPr>
            <a:lvl5pPr>
              <a:defRPr sz="653" b="1">
                <a:solidFill>
                  <a:srgbClr val="218D73"/>
                </a:solidFill>
                <a:latin typeface="Arial"/>
                <a:ea typeface="Arial"/>
                <a:cs typeface="Arial"/>
              </a:defRPr>
            </a:lvl5pPr>
            <a:lvl6pPr>
              <a:defRPr sz="653" b="1">
                <a:solidFill>
                  <a:srgbClr val="218D73"/>
                </a:solidFill>
                <a:latin typeface="Arial"/>
                <a:ea typeface="Arial"/>
                <a:cs typeface="Arial"/>
              </a:defRPr>
            </a:lvl6pPr>
            <a:lvl7pPr>
              <a:defRPr sz="653" b="1">
                <a:solidFill>
                  <a:srgbClr val="218D73"/>
                </a:solidFill>
                <a:latin typeface="Arial"/>
                <a:ea typeface="Arial"/>
                <a:cs typeface="Arial"/>
              </a:defRPr>
            </a:lvl7pPr>
            <a:lvl8pPr>
              <a:defRPr sz="653" b="1">
                <a:solidFill>
                  <a:srgbClr val="218D73"/>
                </a:solidFill>
                <a:latin typeface="Arial"/>
                <a:ea typeface="Arial"/>
                <a:cs typeface="Arial"/>
              </a:defRPr>
            </a:lvl8pPr>
            <a:lvl9pPr>
              <a:defRPr sz="653" b="1">
                <a:solidFill>
                  <a:srgbClr val="218D73"/>
                </a:solidFill>
                <a:latin typeface="Arial"/>
                <a:ea typeface="Arial"/>
                <a:cs typeface="Arial"/>
              </a:defRPr>
            </a:lvl9pPr>
          </a:lstStyle>
          <a:p xmlns:a="http://schemas.openxmlformats.org/drawingml/2006/main">
            <a:pPr>
              <a:defRPr sz="653" b="1">
                <a:solidFill>
                  <a:srgbClr val="218D73"/>
                </a:solidFill>
                <a:latin typeface="Arial"/>
                <a:ea typeface="Arial"/>
                <a:cs typeface="Arial"/>
              </a:defRPr>
            </a:pPr>
            <a:r>
              <a:rPr sz="653" b="1">
                <a:solidFill>
                  <a:srgbClr val="218D73"/>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30B13977-C934-44A8-AD82-E879FA9CB229}"/>
              </a:ext>
            </a:extLst>
          </p:cNvPr>
          <p:cNvSpPr>
            <a:spLocks xmlns:a="http://schemas.openxmlformats.org/drawingml/2006/main" noGrp="1"/>
          </p:cNvSpPr>
          <p:nvPr/>
        </p:nvSpPr>
        <p:spPr>
          <a:xfrm xmlns:a="http://schemas.openxmlformats.org/drawingml/2006/main">
            <a:off x="514350" y="1323975"/>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75" b="0">
                <a:solidFill>
                  <a:srgbClr val="5E746D"/>
                </a:solidFill>
                <a:latin typeface="Arial"/>
                <a:ea typeface="Arial"/>
                <a:cs typeface="Arial"/>
              </a:defRPr>
            </a:defPPr>
            <a:lvl1pPr>
              <a:defRPr sz="1275" b="0">
                <a:solidFill>
                  <a:srgbClr val="5E746D"/>
                </a:solidFill>
                <a:latin typeface="Arial"/>
                <a:ea typeface="Arial"/>
                <a:cs typeface="Arial"/>
              </a:defRPr>
            </a:lvl1pPr>
            <a:lvl2pPr>
              <a:defRPr sz="1275" b="0">
                <a:solidFill>
                  <a:srgbClr val="5E746D"/>
                </a:solidFill>
                <a:latin typeface="Arial"/>
                <a:ea typeface="Arial"/>
                <a:cs typeface="Arial"/>
              </a:defRPr>
            </a:lvl2pPr>
            <a:lvl3pPr>
              <a:defRPr sz="1275" b="0">
                <a:solidFill>
                  <a:srgbClr val="5E746D"/>
                </a:solidFill>
                <a:latin typeface="Arial"/>
                <a:ea typeface="Arial"/>
                <a:cs typeface="Arial"/>
              </a:defRPr>
            </a:lvl3pPr>
            <a:lvl4pPr>
              <a:defRPr sz="1275" b="0">
                <a:solidFill>
                  <a:srgbClr val="5E746D"/>
                </a:solidFill>
                <a:latin typeface="Arial"/>
                <a:ea typeface="Arial"/>
                <a:cs typeface="Arial"/>
              </a:defRPr>
            </a:lvl4pPr>
            <a:lvl5pPr>
              <a:defRPr sz="1275" b="0">
                <a:solidFill>
                  <a:srgbClr val="5E746D"/>
                </a:solidFill>
                <a:latin typeface="Arial"/>
                <a:ea typeface="Arial"/>
                <a:cs typeface="Arial"/>
              </a:defRPr>
            </a:lvl5pPr>
            <a:lvl6pPr>
              <a:defRPr sz="1275" b="0">
                <a:solidFill>
                  <a:srgbClr val="5E746D"/>
                </a:solidFill>
                <a:latin typeface="Arial"/>
                <a:ea typeface="Arial"/>
                <a:cs typeface="Arial"/>
              </a:defRPr>
            </a:lvl6pPr>
            <a:lvl7pPr>
              <a:defRPr sz="1275" b="0">
                <a:solidFill>
                  <a:srgbClr val="5E746D"/>
                </a:solidFill>
                <a:latin typeface="Arial"/>
                <a:ea typeface="Arial"/>
                <a:cs typeface="Arial"/>
              </a:defRPr>
            </a:lvl7pPr>
            <a:lvl8pPr>
              <a:defRPr sz="1275" b="0">
                <a:solidFill>
                  <a:srgbClr val="5E746D"/>
                </a:solidFill>
                <a:latin typeface="Arial"/>
                <a:ea typeface="Arial"/>
                <a:cs typeface="Arial"/>
              </a:defRPr>
            </a:lvl8pPr>
            <a:lvl9pPr>
              <a:defRPr sz="1275" b="0">
                <a:solidFill>
                  <a:srgbClr val="5E746D"/>
                </a:solidFill>
                <a:latin typeface="Arial"/>
                <a:ea typeface="Arial"/>
                <a:cs typeface="Arial"/>
              </a:defRPr>
            </a:lvl9pPr>
          </a:lstStyle>
          <a:p xmlns:a="http://schemas.openxmlformats.org/drawingml/2006/main">
            <a:pPr>
              <a:defRPr sz="1275" b="0">
                <a:solidFill>
                  <a:srgbClr val="5E746D"/>
                </a:solidFill>
                <a:latin typeface="Arial"/>
                <a:ea typeface="Arial"/>
                <a:cs typeface="Arial"/>
              </a:defRPr>
            </a:pPr>
            <a:r>
              <a:rPr sz="1275" b="0">
                <a:solidFill>
                  <a:srgbClr val="5E746D"/>
                </a:solidFill>
                <a:latin typeface="Arial"/>
                <a:ea typeface="Arial"/>
                <a:cs typeface="Arial"/>
              </a:rPr>
              <a:t>Dashboard tổng hợp thời gian sử dụng, ứng dụng, tên miền và sự kiện bị chặn theo hồ sơ trẻ.</a:t>
            </a:r>
          </a:p>
        </p:txBody>
      </p:sp>
      <p:pic>
        <p:nvPicPr>
          <p:cNvPr id="7" name="">
            <a:extLst xmlns:a="http://schemas.openxmlformats.org/drawingml/2006/main">
              <a:ext uri="{FF2B5EF4-FFF2-40B4-BE49-F238E27FC236}">
                <a16:creationId xmlns:a16="http://schemas.microsoft.com/office/drawing/2014/main" id="{E93E1B36-E4C2-461B-A60D-352F7955E09B}"/>
              </a:ext>
            </a:extLst>
          </p:cNvPr>
          <p:cNvPicPr>
            <a:picLocks xmlns:a="http://schemas.openxmlformats.org/drawingml/2006/main" noChangeAspect="1"/>
          </p:cNvPicPr>
          <p:nvPr/>
        </p:nvPicPr>
        <p:blipFill>
          <a:blip xmlns:r="http://schemas.openxmlformats.org/officeDocument/2006/relationships" xmlns:a="http://schemas.openxmlformats.org/drawingml/2006/main" r:embed="R5ffe646d5fcd4101"/>
          <a:srcRect xmlns:a="http://schemas.openxmlformats.org/drawingml/2006/main" l="0" t="19758" r="0" b="19758"/>
          <a:stretch xmlns:a="http://schemas.openxmlformats.org/drawingml/2006/main">
            <a:fillRect l="0" t="0" r="0" b="0"/>
          </a:stretch>
        </p:blipFill>
        <p:spPr>
          <a:xfrm xmlns:a="http://schemas.openxmlformats.org/drawingml/2006/main">
            <a:off x="514350" y="1952625"/>
            <a:ext cx="6667500" cy="4095750"/>
          </a:xfrm>
          <a:prstGeom xmlns:a="http://schemas.openxmlformats.org/drawingml/2006/main" prst="roundRect">
            <a:avLst>
              <a:gd name="adj" fmla="val 2791"/>
            </a:avLst>
          </a:prstGeom>
        </p:spPr>
      </p:pic>
      <p:sp>
        <p:nvSpPr>
          <p:cNvPr id="8" name="">
            <a:extLst xmlns:a="http://schemas.openxmlformats.org/drawingml/2006/main">
              <a:ext uri="{FF2B5EF4-FFF2-40B4-BE49-F238E27FC236}">
                <a16:creationId xmlns:a16="http://schemas.microsoft.com/office/drawing/2014/main" id="{82E0647C-9E02-4A28-9A3A-0BF210159B74}"/>
              </a:ext>
            </a:extLst>
          </p:cNvPr>
          <p:cNvSpPr>
            <a:spLocks xmlns:a="http://schemas.openxmlformats.org/drawingml/2006/main" noGrp="1"/>
          </p:cNvSpPr>
          <p:nvPr/>
        </p:nvSpPr>
        <p:spPr>
          <a:xfrm xmlns:a="http://schemas.openxmlformats.org/drawingml/2006/main">
            <a:off x="7620000" y="2133600"/>
            <a:ext cx="85725" cy="85725"/>
          </a:xfrm>
          <a:prstGeom xmlns:a="http://schemas.openxmlformats.org/drawingml/2006/main" prst="roundRect">
            <a:avLst>
              <a:gd name="adj" fmla="val 50000"/>
            </a:avLst>
          </a:prstGeom>
          <a:solidFill xmlns:a="http://schemas.openxmlformats.org/drawingml/2006/main">
            <a:srgbClr val="218D7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7E8FC87-C78C-41D8-B4C0-96E901DAABF8}"/>
              </a:ext>
            </a:extLst>
          </p:cNvPr>
          <p:cNvSpPr>
            <a:spLocks xmlns:a="http://schemas.openxmlformats.org/drawingml/2006/main" noGrp="1"/>
          </p:cNvSpPr>
          <p:nvPr/>
        </p:nvSpPr>
        <p:spPr>
          <a:xfrm xmlns:a="http://schemas.openxmlformats.org/drawingml/2006/main">
            <a:off x="7829550" y="2047875"/>
            <a:ext cx="360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defRPr sz="1500" b="1">
                <a:solidFill>
                  <a:srgbClr val="123C52"/>
                </a:solidFill>
                <a:latin typeface="Arial"/>
                <a:ea typeface="Arial"/>
                <a:cs typeface="Arial"/>
              </a:defRPr>
            </a:defPPr>
            <a:lvl1pPr>
              <a:defRPr sz="1500" b="1">
                <a:solidFill>
                  <a:srgbClr val="123C52"/>
                </a:solidFill>
                <a:latin typeface="Arial"/>
                <a:ea typeface="Arial"/>
                <a:cs typeface="Arial"/>
              </a:defRPr>
            </a:lvl1pPr>
            <a:lvl2pPr>
              <a:defRPr sz="1500" b="1">
                <a:solidFill>
                  <a:srgbClr val="123C52"/>
                </a:solidFill>
                <a:latin typeface="Arial"/>
                <a:ea typeface="Arial"/>
                <a:cs typeface="Arial"/>
              </a:defRPr>
            </a:lvl2pPr>
            <a:lvl3pPr>
              <a:defRPr sz="1500" b="1">
                <a:solidFill>
                  <a:srgbClr val="123C52"/>
                </a:solidFill>
                <a:latin typeface="Arial"/>
                <a:ea typeface="Arial"/>
                <a:cs typeface="Arial"/>
              </a:defRPr>
            </a:lvl3pPr>
            <a:lvl4pPr>
              <a:defRPr sz="1500" b="1">
                <a:solidFill>
                  <a:srgbClr val="123C52"/>
                </a:solidFill>
                <a:latin typeface="Arial"/>
                <a:ea typeface="Arial"/>
                <a:cs typeface="Arial"/>
              </a:defRPr>
            </a:lvl4pPr>
            <a:lvl5pPr>
              <a:defRPr sz="1500" b="1">
                <a:solidFill>
                  <a:srgbClr val="123C52"/>
                </a:solidFill>
                <a:latin typeface="Arial"/>
                <a:ea typeface="Arial"/>
                <a:cs typeface="Arial"/>
              </a:defRPr>
            </a:lvl5pPr>
            <a:lvl6pPr>
              <a:defRPr sz="1500" b="1">
                <a:solidFill>
                  <a:srgbClr val="123C52"/>
                </a:solidFill>
                <a:latin typeface="Arial"/>
                <a:ea typeface="Arial"/>
                <a:cs typeface="Arial"/>
              </a:defRPr>
            </a:lvl6pPr>
            <a:lvl7pPr>
              <a:defRPr sz="1500" b="1">
                <a:solidFill>
                  <a:srgbClr val="123C52"/>
                </a:solidFill>
                <a:latin typeface="Arial"/>
                <a:ea typeface="Arial"/>
                <a:cs typeface="Arial"/>
              </a:defRPr>
            </a:lvl7pPr>
            <a:lvl8pPr>
              <a:defRPr sz="1500" b="1">
                <a:solidFill>
                  <a:srgbClr val="123C52"/>
                </a:solidFill>
                <a:latin typeface="Arial"/>
                <a:ea typeface="Arial"/>
                <a:cs typeface="Arial"/>
              </a:defRPr>
            </a:lvl8pPr>
            <a:lvl9pPr>
              <a:defRPr sz="1500" b="1">
                <a:solidFill>
                  <a:srgbClr val="123C52"/>
                </a:solidFill>
                <a:latin typeface="Arial"/>
                <a:ea typeface="Arial"/>
                <a:cs typeface="Arial"/>
              </a:defRPr>
            </a:lvl9pPr>
          </a:lstStyle>
          <a:p xmlns:a="http://schemas.openxmlformats.org/drawingml/2006/main">
            <a:pPr>
              <a:defRPr sz="1500" b="1">
                <a:solidFill>
                  <a:srgbClr val="123C52"/>
                </a:solidFill>
                <a:latin typeface="Arial"/>
                <a:ea typeface="Arial"/>
                <a:cs typeface="Arial"/>
              </a:defRPr>
            </a:pPr>
            <a:r>
              <a:rPr sz="1500" b="1">
                <a:solidFill>
                  <a:srgbClr val="123C52"/>
                </a:solidFill>
                <a:latin typeface="Arial"/>
                <a:ea typeface="Arial"/>
                <a:cs typeface="Arial"/>
              </a:rPr>
              <a:t>Theo thời gian</a:t>
            </a:r>
          </a:p>
        </p:txBody>
      </p:sp>
      <p:sp>
        <p:nvSpPr>
          <p:cNvPr id="10" name="">
            <a:extLst xmlns:a="http://schemas.openxmlformats.org/drawingml/2006/main">
              <a:ext uri="{FF2B5EF4-FFF2-40B4-BE49-F238E27FC236}">
                <a16:creationId xmlns:a16="http://schemas.microsoft.com/office/drawing/2014/main" id="{DC2C5496-F9DB-477C-8303-4731C173FF65}"/>
              </a:ext>
            </a:extLst>
          </p:cNvPr>
          <p:cNvSpPr>
            <a:spLocks xmlns:a="http://schemas.openxmlformats.org/drawingml/2006/main" noGrp="1"/>
          </p:cNvSpPr>
          <p:nvPr/>
        </p:nvSpPr>
        <p:spPr>
          <a:xfrm xmlns:a="http://schemas.openxmlformats.org/drawingml/2006/main">
            <a:off x="7829550" y="2333625"/>
            <a:ext cx="3600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187"/>
          </a:bodyPr>
          <a:lstStyle xmlns:a="http://schemas.openxmlformats.org/drawingml/2006/main">
            <a:defPPr>
              <a:defRPr sz="1200" b="0">
                <a:solidFill>
                  <a:srgbClr val="5E746D"/>
                </a:solidFill>
                <a:latin typeface="Arial"/>
                <a:ea typeface="Arial"/>
                <a:cs typeface="Arial"/>
              </a:defRPr>
            </a:defPPr>
            <a:lvl1pPr>
              <a:defRPr sz="1200" b="0">
                <a:solidFill>
                  <a:srgbClr val="5E746D"/>
                </a:solidFill>
                <a:latin typeface="Arial"/>
                <a:ea typeface="Arial"/>
                <a:cs typeface="Arial"/>
              </a:defRPr>
            </a:lvl1pPr>
            <a:lvl2pPr>
              <a:defRPr sz="1200" b="0">
                <a:solidFill>
                  <a:srgbClr val="5E746D"/>
                </a:solidFill>
                <a:latin typeface="Arial"/>
                <a:ea typeface="Arial"/>
                <a:cs typeface="Arial"/>
              </a:defRPr>
            </a:lvl2pPr>
            <a:lvl3pPr>
              <a:defRPr sz="1200" b="0">
                <a:solidFill>
                  <a:srgbClr val="5E746D"/>
                </a:solidFill>
                <a:latin typeface="Arial"/>
                <a:ea typeface="Arial"/>
                <a:cs typeface="Arial"/>
              </a:defRPr>
            </a:lvl3pPr>
            <a:lvl4pPr>
              <a:defRPr sz="1200" b="0">
                <a:solidFill>
                  <a:srgbClr val="5E746D"/>
                </a:solidFill>
                <a:latin typeface="Arial"/>
                <a:ea typeface="Arial"/>
                <a:cs typeface="Arial"/>
              </a:defRPr>
            </a:lvl4pPr>
            <a:lvl5pPr>
              <a:defRPr sz="1200" b="0">
                <a:solidFill>
                  <a:srgbClr val="5E746D"/>
                </a:solidFill>
                <a:latin typeface="Arial"/>
                <a:ea typeface="Arial"/>
                <a:cs typeface="Arial"/>
              </a:defRPr>
            </a:lvl5pPr>
            <a:lvl6pPr>
              <a:defRPr sz="1200" b="0">
                <a:solidFill>
                  <a:srgbClr val="5E746D"/>
                </a:solidFill>
                <a:latin typeface="Arial"/>
                <a:ea typeface="Arial"/>
                <a:cs typeface="Arial"/>
              </a:defRPr>
            </a:lvl6pPr>
            <a:lvl7pPr>
              <a:defRPr sz="1200" b="0">
                <a:solidFill>
                  <a:srgbClr val="5E746D"/>
                </a:solidFill>
                <a:latin typeface="Arial"/>
                <a:ea typeface="Arial"/>
                <a:cs typeface="Arial"/>
              </a:defRPr>
            </a:lvl7pPr>
            <a:lvl8pPr>
              <a:defRPr sz="1200" b="0">
                <a:solidFill>
                  <a:srgbClr val="5E746D"/>
                </a:solidFill>
                <a:latin typeface="Arial"/>
                <a:ea typeface="Arial"/>
                <a:cs typeface="Arial"/>
              </a:defRPr>
            </a:lvl8pPr>
            <a:lvl9pPr>
              <a:defRPr sz="1200" b="0">
                <a:solidFill>
                  <a:srgbClr val="5E746D"/>
                </a:solidFill>
                <a:latin typeface="Arial"/>
                <a:ea typeface="Arial"/>
                <a:cs typeface="Arial"/>
              </a:defRPr>
            </a:lvl9pPr>
          </a:lstStyle>
          <a:p xmlns:a="http://schemas.openxmlformats.org/drawingml/2006/main">
            <a:pPr>
              <a:defRPr sz="1200" b="0">
                <a:solidFill>
                  <a:srgbClr val="5E746D"/>
                </a:solidFill>
                <a:latin typeface="Arial"/>
                <a:ea typeface="Arial"/>
                <a:cs typeface="Arial"/>
              </a:defRPr>
            </a:pPr>
            <a:r>
              <a:rPr sz="1200" b="0">
                <a:solidFill>
                  <a:srgbClr val="5E746D"/>
                </a:solidFill>
                <a:latin typeface="Arial"/>
                <a:ea typeface="Arial"/>
                <a:cs typeface="Arial"/>
              </a:rPr>
              <a:t>Theo dõi 7 ngày, 8 tuần và tổng thời lượng theo múi giờ Việt Nam.</a:t>
            </a:r>
          </a:p>
        </p:txBody>
      </p:sp>
      <p:sp>
        <p:nvSpPr>
          <p:cNvPr id="11" name="">
            <a:extLst xmlns:a="http://schemas.openxmlformats.org/drawingml/2006/main">
              <a:ext uri="{FF2B5EF4-FFF2-40B4-BE49-F238E27FC236}">
                <a16:creationId xmlns:a16="http://schemas.microsoft.com/office/drawing/2014/main" id="{952D2B48-A9DE-450D-8D98-33955861437B}"/>
              </a:ext>
            </a:extLst>
          </p:cNvPr>
          <p:cNvSpPr>
            <a:spLocks xmlns:a="http://schemas.openxmlformats.org/drawingml/2006/main" noGrp="1"/>
          </p:cNvSpPr>
          <p:nvPr/>
        </p:nvSpPr>
        <p:spPr>
          <a:xfrm xmlns:a="http://schemas.openxmlformats.org/drawingml/2006/main">
            <a:off x="7620000" y="3133725"/>
            <a:ext cx="85725" cy="85725"/>
          </a:xfrm>
          <a:prstGeom xmlns:a="http://schemas.openxmlformats.org/drawingml/2006/main" prst="roundRect">
            <a:avLst>
              <a:gd name="adj" fmla="val 50000"/>
            </a:avLst>
          </a:prstGeom>
          <a:solidFill xmlns:a="http://schemas.openxmlformats.org/drawingml/2006/main">
            <a:srgbClr val="218D7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062D5B7-9DF1-480C-89F0-C9FC3C2144D3}"/>
              </a:ext>
            </a:extLst>
          </p:cNvPr>
          <p:cNvSpPr>
            <a:spLocks xmlns:a="http://schemas.openxmlformats.org/drawingml/2006/main" noGrp="1"/>
          </p:cNvSpPr>
          <p:nvPr/>
        </p:nvSpPr>
        <p:spPr>
          <a:xfrm xmlns:a="http://schemas.openxmlformats.org/drawingml/2006/main">
            <a:off x="7829550" y="3048000"/>
            <a:ext cx="360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defRPr sz="1500" b="1">
                <a:solidFill>
                  <a:srgbClr val="123C52"/>
                </a:solidFill>
                <a:latin typeface="Arial"/>
                <a:ea typeface="Arial"/>
                <a:cs typeface="Arial"/>
              </a:defRPr>
            </a:defPPr>
            <a:lvl1pPr>
              <a:defRPr sz="1500" b="1">
                <a:solidFill>
                  <a:srgbClr val="123C52"/>
                </a:solidFill>
                <a:latin typeface="Arial"/>
                <a:ea typeface="Arial"/>
                <a:cs typeface="Arial"/>
              </a:defRPr>
            </a:lvl1pPr>
            <a:lvl2pPr>
              <a:defRPr sz="1500" b="1">
                <a:solidFill>
                  <a:srgbClr val="123C52"/>
                </a:solidFill>
                <a:latin typeface="Arial"/>
                <a:ea typeface="Arial"/>
                <a:cs typeface="Arial"/>
              </a:defRPr>
            </a:lvl2pPr>
            <a:lvl3pPr>
              <a:defRPr sz="1500" b="1">
                <a:solidFill>
                  <a:srgbClr val="123C52"/>
                </a:solidFill>
                <a:latin typeface="Arial"/>
                <a:ea typeface="Arial"/>
                <a:cs typeface="Arial"/>
              </a:defRPr>
            </a:lvl3pPr>
            <a:lvl4pPr>
              <a:defRPr sz="1500" b="1">
                <a:solidFill>
                  <a:srgbClr val="123C52"/>
                </a:solidFill>
                <a:latin typeface="Arial"/>
                <a:ea typeface="Arial"/>
                <a:cs typeface="Arial"/>
              </a:defRPr>
            </a:lvl4pPr>
            <a:lvl5pPr>
              <a:defRPr sz="1500" b="1">
                <a:solidFill>
                  <a:srgbClr val="123C52"/>
                </a:solidFill>
                <a:latin typeface="Arial"/>
                <a:ea typeface="Arial"/>
                <a:cs typeface="Arial"/>
              </a:defRPr>
            </a:lvl5pPr>
            <a:lvl6pPr>
              <a:defRPr sz="1500" b="1">
                <a:solidFill>
                  <a:srgbClr val="123C52"/>
                </a:solidFill>
                <a:latin typeface="Arial"/>
                <a:ea typeface="Arial"/>
                <a:cs typeface="Arial"/>
              </a:defRPr>
            </a:lvl6pPr>
            <a:lvl7pPr>
              <a:defRPr sz="1500" b="1">
                <a:solidFill>
                  <a:srgbClr val="123C52"/>
                </a:solidFill>
                <a:latin typeface="Arial"/>
                <a:ea typeface="Arial"/>
                <a:cs typeface="Arial"/>
              </a:defRPr>
            </a:lvl7pPr>
            <a:lvl8pPr>
              <a:defRPr sz="1500" b="1">
                <a:solidFill>
                  <a:srgbClr val="123C52"/>
                </a:solidFill>
                <a:latin typeface="Arial"/>
                <a:ea typeface="Arial"/>
                <a:cs typeface="Arial"/>
              </a:defRPr>
            </a:lvl8pPr>
            <a:lvl9pPr>
              <a:defRPr sz="1500" b="1">
                <a:solidFill>
                  <a:srgbClr val="123C52"/>
                </a:solidFill>
                <a:latin typeface="Arial"/>
                <a:ea typeface="Arial"/>
                <a:cs typeface="Arial"/>
              </a:defRPr>
            </a:lvl9pPr>
          </a:lstStyle>
          <a:p xmlns:a="http://schemas.openxmlformats.org/drawingml/2006/main">
            <a:pPr>
              <a:defRPr sz="1500" b="1">
                <a:solidFill>
                  <a:srgbClr val="123C52"/>
                </a:solidFill>
                <a:latin typeface="Arial"/>
                <a:ea typeface="Arial"/>
                <a:cs typeface="Arial"/>
              </a:defRPr>
            </a:pPr>
            <a:r>
              <a:rPr sz="1500" b="1">
                <a:solidFill>
                  <a:srgbClr val="123C52"/>
                </a:solidFill>
                <a:latin typeface="Arial"/>
                <a:ea typeface="Arial"/>
                <a:cs typeface="Arial"/>
              </a:rPr>
              <a:t>Theo hoạt động</a:t>
            </a:r>
          </a:p>
        </p:txBody>
      </p:sp>
      <p:sp>
        <p:nvSpPr>
          <p:cNvPr id="13" name="">
            <a:extLst xmlns:a="http://schemas.openxmlformats.org/drawingml/2006/main">
              <a:ext uri="{FF2B5EF4-FFF2-40B4-BE49-F238E27FC236}">
                <a16:creationId xmlns:a16="http://schemas.microsoft.com/office/drawing/2014/main" id="{12A9DAEB-FFBB-4A98-8785-AB4B0BE7FA21}"/>
              </a:ext>
            </a:extLst>
          </p:cNvPr>
          <p:cNvSpPr>
            <a:spLocks xmlns:a="http://schemas.openxmlformats.org/drawingml/2006/main" noGrp="1"/>
          </p:cNvSpPr>
          <p:nvPr/>
        </p:nvSpPr>
        <p:spPr>
          <a:xfrm xmlns:a="http://schemas.openxmlformats.org/drawingml/2006/main">
            <a:off x="7829550" y="3333750"/>
            <a:ext cx="3600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187"/>
          </a:bodyPr>
          <a:lstStyle xmlns:a="http://schemas.openxmlformats.org/drawingml/2006/main">
            <a:defPPr>
              <a:defRPr sz="1200" b="0">
                <a:solidFill>
                  <a:srgbClr val="5E746D"/>
                </a:solidFill>
                <a:latin typeface="Arial"/>
                <a:ea typeface="Arial"/>
                <a:cs typeface="Arial"/>
              </a:defRPr>
            </a:defPPr>
            <a:lvl1pPr>
              <a:defRPr sz="1200" b="0">
                <a:solidFill>
                  <a:srgbClr val="5E746D"/>
                </a:solidFill>
                <a:latin typeface="Arial"/>
                <a:ea typeface="Arial"/>
                <a:cs typeface="Arial"/>
              </a:defRPr>
            </a:lvl1pPr>
            <a:lvl2pPr>
              <a:defRPr sz="1200" b="0">
                <a:solidFill>
                  <a:srgbClr val="5E746D"/>
                </a:solidFill>
                <a:latin typeface="Arial"/>
                <a:ea typeface="Arial"/>
                <a:cs typeface="Arial"/>
              </a:defRPr>
            </a:lvl2pPr>
            <a:lvl3pPr>
              <a:defRPr sz="1200" b="0">
                <a:solidFill>
                  <a:srgbClr val="5E746D"/>
                </a:solidFill>
                <a:latin typeface="Arial"/>
                <a:ea typeface="Arial"/>
                <a:cs typeface="Arial"/>
              </a:defRPr>
            </a:lvl3pPr>
            <a:lvl4pPr>
              <a:defRPr sz="1200" b="0">
                <a:solidFill>
                  <a:srgbClr val="5E746D"/>
                </a:solidFill>
                <a:latin typeface="Arial"/>
                <a:ea typeface="Arial"/>
                <a:cs typeface="Arial"/>
              </a:defRPr>
            </a:lvl4pPr>
            <a:lvl5pPr>
              <a:defRPr sz="1200" b="0">
                <a:solidFill>
                  <a:srgbClr val="5E746D"/>
                </a:solidFill>
                <a:latin typeface="Arial"/>
                <a:ea typeface="Arial"/>
                <a:cs typeface="Arial"/>
              </a:defRPr>
            </a:lvl5pPr>
            <a:lvl6pPr>
              <a:defRPr sz="1200" b="0">
                <a:solidFill>
                  <a:srgbClr val="5E746D"/>
                </a:solidFill>
                <a:latin typeface="Arial"/>
                <a:ea typeface="Arial"/>
                <a:cs typeface="Arial"/>
              </a:defRPr>
            </a:lvl6pPr>
            <a:lvl7pPr>
              <a:defRPr sz="1200" b="0">
                <a:solidFill>
                  <a:srgbClr val="5E746D"/>
                </a:solidFill>
                <a:latin typeface="Arial"/>
                <a:ea typeface="Arial"/>
                <a:cs typeface="Arial"/>
              </a:defRPr>
            </a:lvl7pPr>
            <a:lvl8pPr>
              <a:defRPr sz="1200" b="0">
                <a:solidFill>
                  <a:srgbClr val="5E746D"/>
                </a:solidFill>
                <a:latin typeface="Arial"/>
                <a:ea typeface="Arial"/>
                <a:cs typeface="Arial"/>
              </a:defRPr>
            </a:lvl8pPr>
            <a:lvl9pPr>
              <a:defRPr sz="1200" b="0">
                <a:solidFill>
                  <a:srgbClr val="5E746D"/>
                </a:solidFill>
                <a:latin typeface="Arial"/>
                <a:ea typeface="Arial"/>
                <a:cs typeface="Arial"/>
              </a:defRPr>
            </a:lvl9pPr>
          </a:lstStyle>
          <a:p xmlns:a="http://schemas.openxmlformats.org/drawingml/2006/main">
            <a:pPr>
              <a:defRPr sz="1200" b="0">
                <a:solidFill>
                  <a:srgbClr val="5E746D"/>
                </a:solidFill>
                <a:latin typeface="Arial"/>
                <a:ea typeface="Arial"/>
                <a:cs typeface="Arial"/>
              </a:defRPr>
            </a:pPr>
            <a:r>
              <a:rPr sz="1200" b="0">
                <a:solidFill>
                  <a:srgbClr val="5E746D"/>
                </a:solidFill>
                <a:latin typeface="Arial"/>
                <a:ea typeface="Arial"/>
                <a:cs typeface="Arial"/>
              </a:rPr>
              <a:t>Top ứng dụng, top tên miền và số lần hệ thống áp dụng chính sách.</a:t>
            </a:r>
          </a:p>
        </p:txBody>
      </p:sp>
      <p:sp>
        <p:nvSpPr>
          <p:cNvPr id="14" name="">
            <a:extLst xmlns:a="http://schemas.openxmlformats.org/drawingml/2006/main">
              <a:ext uri="{FF2B5EF4-FFF2-40B4-BE49-F238E27FC236}">
                <a16:creationId xmlns:a16="http://schemas.microsoft.com/office/drawing/2014/main" id="{42FEDFEE-FB98-43AF-B07D-1AE3DD91D8F3}"/>
              </a:ext>
            </a:extLst>
          </p:cNvPr>
          <p:cNvSpPr>
            <a:spLocks xmlns:a="http://schemas.openxmlformats.org/drawingml/2006/main" noGrp="1"/>
          </p:cNvSpPr>
          <p:nvPr/>
        </p:nvSpPr>
        <p:spPr>
          <a:xfrm xmlns:a="http://schemas.openxmlformats.org/drawingml/2006/main">
            <a:off x="7620000" y="4133850"/>
            <a:ext cx="85725" cy="85725"/>
          </a:xfrm>
          <a:prstGeom xmlns:a="http://schemas.openxmlformats.org/drawingml/2006/main" prst="roundRect">
            <a:avLst>
              <a:gd name="adj" fmla="val 50000"/>
            </a:avLst>
          </a:prstGeom>
          <a:solidFill xmlns:a="http://schemas.openxmlformats.org/drawingml/2006/main">
            <a:srgbClr val="218D7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14F95B7-0867-46D6-B824-FD34CB14301C}"/>
              </a:ext>
            </a:extLst>
          </p:cNvPr>
          <p:cNvSpPr>
            <a:spLocks xmlns:a="http://schemas.openxmlformats.org/drawingml/2006/main" noGrp="1"/>
          </p:cNvSpPr>
          <p:nvPr/>
        </p:nvSpPr>
        <p:spPr>
          <a:xfrm xmlns:a="http://schemas.openxmlformats.org/drawingml/2006/main">
            <a:off x="7829550" y="4048125"/>
            <a:ext cx="360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defRPr sz="1500" b="1">
                <a:solidFill>
                  <a:srgbClr val="123C52"/>
                </a:solidFill>
                <a:latin typeface="Arial"/>
                <a:ea typeface="Arial"/>
                <a:cs typeface="Arial"/>
              </a:defRPr>
            </a:defPPr>
            <a:lvl1pPr>
              <a:defRPr sz="1500" b="1">
                <a:solidFill>
                  <a:srgbClr val="123C52"/>
                </a:solidFill>
                <a:latin typeface="Arial"/>
                <a:ea typeface="Arial"/>
                <a:cs typeface="Arial"/>
              </a:defRPr>
            </a:lvl1pPr>
            <a:lvl2pPr>
              <a:defRPr sz="1500" b="1">
                <a:solidFill>
                  <a:srgbClr val="123C52"/>
                </a:solidFill>
                <a:latin typeface="Arial"/>
                <a:ea typeface="Arial"/>
                <a:cs typeface="Arial"/>
              </a:defRPr>
            </a:lvl2pPr>
            <a:lvl3pPr>
              <a:defRPr sz="1500" b="1">
                <a:solidFill>
                  <a:srgbClr val="123C52"/>
                </a:solidFill>
                <a:latin typeface="Arial"/>
                <a:ea typeface="Arial"/>
                <a:cs typeface="Arial"/>
              </a:defRPr>
            </a:lvl3pPr>
            <a:lvl4pPr>
              <a:defRPr sz="1500" b="1">
                <a:solidFill>
                  <a:srgbClr val="123C52"/>
                </a:solidFill>
                <a:latin typeface="Arial"/>
                <a:ea typeface="Arial"/>
                <a:cs typeface="Arial"/>
              </a:defRPr>
            </a:lvl4pPr>
            <a:lvl5pPr>
              <a:defRPr sz="1500" b="1">
                <a:solidFill>
                  <a:srgbClr val="123C52"/>
                </a:solidFill>
                <a:latin typeface="Arial"/>
                <a:ea typeface="Arial"/>
                <a:cs typeface="Arial"/>
              </a:defRPr>
            </a:lvl5pPr>
            <a:lvl6pPr>
              <a:defRPr sz="1500" b="1">
                <a:solidFill>
                  <a:srgbClr val="123C52"/>
                </a:solidFill>
                <a:latin typeface="Arial"/>
                <a:ea typeface="Arial"/>
                <a:cs typeface="Arial"/>
              </a:defRPr>
            </a:lvl6pPr>
            <a:lvl7pPr>
              <a:defRPr sz="1500" b="1">
                <a:solidFill>
                  <a:srgbClr val="123C52"/>
                </a:solidFill>
                <a:latin typeface="Arial"/>
                <a:ea typeface="Arial"/>
                <a:cs typeface="Arial"/>
              </a:defRPr>
            </a:lvl7pPr>
            <a:lvl8pPr>
              <a:defRPr sz="1500" b="1">
                <a:solidFill>
                  <a:srgbClr val="123C52"/>
                </a:solidFill>
                <a:latin typeface="Arial"/>
                <a:ea typeface="Arial"/>
                <a:cs typeface="Arial"/>
              </a:defRPr>
            </a:lvl8pPr>
            <a:lvl9pPr>
              <a:defRPr sz="1500" b="1">
                <a:solidFill>
                  <a:srgbClr val="123C52"/>
                </a:solidFill>
                <a:latin typeface="Arial"/>
                <a:ea typeface="Arial"/>
                <a:cs typeface="Arial"/>
              </a:defRPr>
            </a:lvl9pPr>
          </a:lstStyle>
          <a:p xmlns:a="http://schemas.openxmlformats.org/drawingml/2006/main">
            <a:pPr>
              <a:defRPr sz="1500" b="1">
                <a:solidFill>
                  <a:srgbClr val="123C52"/>
                </a:solidFill>
                <a:latin typeface="Arial"/>
                <a:ea typeface="Arial"/>
                <a:cs typeface="Arial"/>
              </a:defRPr>
            </a:pPr>
            <a:r>
              <a:rPr sz="1500" b="1">
                <a:solidFill>
                  <a:srgbClr val="123C52"/>
                </a:solidFill>
                <a:latin typeface="Arial"/>
                <a:ea typeface="Arial"/>
                <a:cs typeface="Arial"/>
              </a:rPr>
              <a:t>Theo tương tác</a:t>
            </a:r>
          </a:p>
        </p:txBody>
      </p:sp>
      <p:sp>
        <p:nvSpPr>
          <p:cNvPr id="16" name="">
            <a:extLst xmlns:a="http://schemas.openxmlformats.org/drawingml/2006/main">
              <a:ext uri="{FF2B5EF4-FFF2-40B4-BE49-F238E27FC236}">
                <a16:creationId xmlns:a16="http://schemas.microsoft.com/office/drawing/2014/main" id="{4D2894E3-2406-423C-9624-14EFB733F592}"/>
              </a:ext>
            </a:extLst>
          </p:cNvPr>
          <p:cNvSpPr>
            <a:spLocks xmlns:a="http://schemas.openxmlformats.org/drawingml/2006/main" noGrp="1"/>
          </p:cNvSpPr>
          <p:nvPr/>
        </p:nvSpPr>
        <p:spPr>
          <a:xfrm xmlns:a="http://schemas.openxmlformats.org/drawingml/2006/main">
            <a:off x="7829550" y="4333875"/>
            <a:ext cx="3600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187"/>
          </a:bodyPr>
          <a:lstStyle xmlns:a="http://schemas.openxmlformats.org/drawingml/2006/main">
            <a:defPPr>
              <a:defRPr sz="1200" b="0">
                <a:solidFill>
                  <a:srgbClr val="5E746D"/>
                </a:solidFill>
                <a:latin typeface="Arial"/>
                <a:ea typeface="Arial"/>
                <a:cs typeface="Arial"/>
              </a:defRPr>
            </a:defPPr>
            <a:lvl1pPr>
              <a:defRPr sz="1200" b="0">
                <a:solidFill>
                  <a:srgbClr val="5E746D"/>
                </a:solidFill>
                <a:latin typeface="Arial"/>
                <a:ea typeface="Arial"/>
                <a:cs typeface="Arial"/>
              </a:defRPr>
            </a:lvl1pPr>
            <a:lvl2pPr>
              <a:defRPr sz="1200" b="0">
                <a:solidFill>
                  <a:srgbClr val="5E746D"/>
                </a:solidFill>
                <a:latin typeface="Arial"/>
                <a:ea typeface="Arial"/>
                <a:cs typeface="Arial"/>
              </a:defRPr>
            </a:lvl2pPr>
            <a:lvl3pPr>
              <a:defRPr sz="1200" b="0">
                <a:solidFill>
                  <a:srgbClr val="5E746D"/>
                </a:solidFill>
                <a:latin typeface="Arial"/>
                <a:ea typeface="Arial"/>
                <a:cs typeface="Arial"/>
              </a:defRPr>
            </a:lvl3pPr>
            <a:lvl4pPr>
              <a:defRPr sz="1200" b="0">
                <a:solidFill>
                  <a:srgbClr val="5E746D"/>
                </a:solidFill>
                <a:latin typeface="Arial"/>
                <a:ea typeface="Arial"/>
                <a:cs typeface="Arial"/>
              </a:defRPr>
            </a:lvl4pPr>
            <a:lvl5pPr>
              <a:defRPr sz="1200" b="0">
                <a:solidFill>
                  <a:srgbClr val="5E746D"/>
                </a:solidFill>
                <a:latin typeface="Arial"/>
                <a:ea typeface="Arial"/>
                <a:cs typeface="Arial"/>
              </a:defRPr>
            </a:lvl5pPr>
            <a:lvl6pPr>
              <a:defRPr sz="1200" b="0">
                <a:solidFill>
                  <a:srgbClr val="5E746D"/>
                </a:solidFill>
                <a:latin typeface="Arial"/>
                <a:ea typeface="Arial"/>
                <a:cs typeface="Arial"/>
              </a:defRPr>
            </a:lvl6pPr>
            <a:lvl7pPr>
              <a:defRPr sz="1200" b="0">
                <a:solidFill>
                  <a:srgbClr val="5E746D"/>
                </a:solidFill>
                <a:latin typeface="Arial"/>
                <a:ea typeface="Arial"/>
                <a:cs typeface="Arial"/>
              </a:defRPr>
            </a:lvl7pPr>
            <a:lvl8pPr>
              <a:defRPr sz="1200" b="0">
                <a:solidFill>
                  <a:srgbClr val="5E746D"/>
                </a:solidFill>
                <a:latin typeface="Arial"/>
                <a:ea typeface="Arial"/>
                <a:cs typeface="Arial"/>
              </a:defRPr>
            </a:lvl8pPr>
            <a:lvl9pPr>
              <a:defRPr sz="1200" b="0">
                <a:solidFill>
                  <a:srgbClr val="5E746D"/>
                </a:solidFill>
                <a:latin typeface="Arial"/>
                <a:ea typeface="Arial"/>
                <a:cs typeface="Arial"/>
              </a:defRPr>
            </a:lvl9pPr>
          </a:lstStyle>
          <a:p xmlns:a="http://schemas.openxmlformats.org/drawingml/2006/main">
            <a:pPr>
              <a:defRPr sz="1200" b="0">
                <a:solidFill>
                  <a:srgbClr val="5E746D"/>
                </a:solidFill>
                <a:latin typeface="Arial"/>
                <a:ea typeface="Arial"/>
                <a:cs typeface="Arial"/>
              </a:defRPr>
            </a:pPr>
            <a:r>
              <a:rPr sz="1200" b="0">
                <a:solidFill>
                  <a:srgbClr val="5E746D"/>
                </a:solidFill>
                <a:latin typeface="Arial"/>
                <a:ea typeface="Arial"/>
                <a:cs typeface="Arial"/>
              </a:rPr>
              <a:t>Hiển thị yêu cầu xin thêm giờ, quyết định phụ huynh và audit liên quan.</a:t>
            </a:r>
          </a:p>
        </p:txBody>
      </p:sp>
      <p:sp>
        <p:nvSpPr>
          <p:cNvPr id="17" name="">
            <a:extLst xmlns:a="http://schemas.openxmlformats.org/drawingml/2006/main">
              <a:ext uri="{FF2B5EF4-FFF2-40B4-BE49-F238E27FC236}">
                <a16:creationId xmlns:a16="http://schemas.microsoft.com/office/drawing/2014/main" id="{0AA3F4B7-AE86-4895-A8A1-EE4BD6E1BBB3}"/>
              </a:ext>
            </a:extLst>
          </p:cNvPr>
          <p:cNvSpPr>
            <a:spLocks xmlns:a="http://schemas.openxmlformats.org/drawingml/2006/main" noGrp="1"/>
          </p:cNvSpPr>
          <p:nvPr/>
        </p:nvSpPr>
        <p:spPr>
          <a:xfrm xmlns:a="http://schemas.openxmlformats.org/drawingml/2006/main">
            <a:off x="7620000" y="5133975"/>
            <a:ext cx="85725" cy="85725"/>
          </a:xfrm>
          <a:prstGeom xmlns:a="http://schemas.openxmlformats.org/drawingml/2006/main" prst="roundRect">
            <a:avLst>
              <a:gd name="adj" fmla="val 50000"/>
            </a:avLst>
          </a:prstGeom>
          <a:solidFill xmlns:a="http://schemas.openxmlformats.org/drawingml/2006/main">
            <a:srgbClr val="218D7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4D9402C-DED4-4055-ACE4-551A2C4AF2EB}"/>
              </a:ext>
            </a:extLst>
          </p:cNvPr>
          <p:cNvSpPr>
            <a:spLocks xmlns:a="http://schemas.openxmlformats.org/drawingml/2006/main" noGrp="1"/>
          </p:cNvSpPr>
          <p:nvPr/>
        </p:nvSpPr>
        <p:spPr>
          <a:xfrm xmlns:a="http://schemas.openxmlformats.org/drawingml/2006/main">
            <a:off x="7829550" y="5048250"/>
            <a:ext cx="360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defRPr sz="1500" b="1">
                <a:solidFill>
                  <a:srgbClr val="123C52"/>
                </a:solidFill>
                <a:latin typeface="Arial"/>
                <a:ea typeface="Arial"/>
                <a:cs typeface="Arial"/>
              </a:defRPr>
            </a:defPPr>
            <a:lvl1pPr>
              <a:defRPr sz="1500" b="1">
                <a:solidFill>
                  <a:srgbClr val="123C52"/>
                </a:solidFill>
                <a:latin typeface="Arial"/>
                <a:ea typeface="Arial"/>
                <a:cs typeface="Arial"/>
              </a:defRPr>
            </a:lvl1pPr>
            <a:lvl2pPr>
              <a:defRPr sz="1500" b="1">
                <a:solidFill>
                  <a:srgbClr val="123C52"/>
                </a:solidFill>
                <a:latin typeface="Arial"/>
                <a:ea typeface="Arial"/>
                <a:cs typeface="Arial"/>
              </a:defRPr>
            </a:lvl2pPr>
            <a:lvl3pPr>
              <a:defRPr sz="1500" b="1">
                <a:solidFill>
                  <a:srgbClr val="123C52"/>
                </a:solidFill>
                <a:latin typeface="Arial"/>
                <a:ea typeface="Arial"/>
                <a:cs typeface="Arial"/>
              </a:defRPr>
            </a:lvl3pPr>
            <a:lvl4pPr>
              <a:defRPr sz="1500" b="1">
                <a:solidFill>
                  <a:srgbClr val="123C52"/>
                </a:solidFill>
                <a:latin typeface="Arial"/>
                <a:ea typeface="Arial"/>
                <a:cs typeface="Arial"/>
              </a:defRPr>
            </a:lvl4pPr>
            <a:lvl5pPr>
              <a:defRPr sz="1500" b="1">
                <a:solidFill>
                  <a:srgbClr val="123C52"/>
                </a:solidFill>
                <a:latin typeface="Arial"/>
                <a:ea typeface="Arial"/>
                <a:cs typeface="Arial"/>
              </a:defRPr>
            </a:lvl5pPr>
            <a:lvl6pPr>
              <a:defRPr sz="1500" b="1">
                <a:solidFill>
                  <a:srgbClr val="123C52"/>
                </a:solidFill>
                <a:latin typeface="Arial"/>
                <a:ea typeface="Arial"/>
                <a:cs typeface="Arial"/>
              </a:defRPr>
            </a:lvl6pPr>
            <a:lvl7pPr>
              <a:defRPr sz="1500" b="1">
                <a:solidFill>
                  <a:srgbClr val="123C52"/>
                </a:solidFill>
                <a:latin typeface="Arial"/>
                <a:ea typeface="Arial"/>
                <a:cs typeface="Arial"/>
              </a:defRPr>
            </a:lvl7pPr>
            <a:lvl8pPr>
              <a:defRPr sz="1500" b="1">
                <a:solidFill>
                  <a:srgbClr val="123C52"/>
                </a:solidFill>
                <a:latin typeface="Arial"/>
                <a:ea typeface="Arial"/>
                <a:cs typeface="Arial"/>
              </a:defRPr>
            </a:lvl8pPr>
            <a:lvl9pPr>
              <a:defRPr sz="1500" b="1">
                <a:solidFill>
                  <a:srgbClr val="123C52"/>
                </a:solidFill>
                <a:latin typeface="Arial"/>
                <a:ea typeface="Arial"/>
                <a:cs typeface="Arial"/>
              </a:defRPr>
            </a:lvl9pPr>
          </a:lstStyle>
          <a:p xmlns:a="http://schemas.openxmlformats.org/drawingml/2006/main">
            <a:pPr>
              <a:defRPr sz="1500" b="1">
                <a:solidFill>
                  <a:srgbClr val="123C52"/>
                </a:solidFill>
                <a:latin typeface="Arial"/>
                <a:ea typeface="Arial"/>
                <a:cs typeface="Arial"/>
              </a:defRPr>
            </a:pPr>
            <a:r>
              <a:rPr sz="1500" b="1">
                <a:solidFill>
                  <a:srgbClr val="123C52"/>
                </a:solidFill>
                <a:latin typeface="Arial"/>
                <a:ea typeface="Arial"/>
                <a:cs typeface="Arial"/>
              </a:rPr>
              <a:t>Xuất dữ liệu</a:t>
            </a:r>
          </a:p>
        </p:txBody>
      </p:sp>
      <p:sp>
        <p:nvSpPr>
          <p:cNvPr id="19" name="">
            <a:extLst xmlns:a="http://schemas.openxmlformats.org/drawingml/2006/main">
              <a:ext uri="{FF2B5EF4-FFF2-40B4-BE49-F238E27FC236}">
                <a16:creationId xmlns:a16="http://schemas.microsoft.com/office/drawing/2014/main" id="{89DDDE6B-72D0-43B0-BFAE-DA4FE2D2FA8E}"/>
              </a:ext>
            </a:extLst>
          </p:cNvPr>
          <p:cNvSpPr>
            <a:spLocks xmlns:a="http://schemas.openxmlformats.org/drawingml/2006/main" noGrp="1"/>
          </p:cNvSpPr>
          <p:nvPr/>
        </p:nvSpPr>
        <p:spPr>
          <a:xfrm xmlns:a="http://schemas.openxmlformats.org/drawingml/2006/main">
            <a:off x="7829550" y="5334000"/>
            <a:ext cx="36004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187"/>
          </a:bodyPr>
          <a:lstStyle xmlns:a="http://schemas.openxmlformats.org/drawingml/2006/main">
            <a:defPPr>
              <a:defRPr sz="1200" b="0">
                <a:solidFill>
                  <a:srgbClr val="5E746D"/>
                </a:solidFill>
                <a:latin typeface="Arial"/>
                <a:ea typeface="Arial"/>
                <a:cs typeface="Arial"/>
              </a:defRPr>
            </a:defPPr>
            <a:lvl1pPr>
              <a:defRPr sz="1200" b="0">
                <a:solidFill>
                  <a:srgbClr val="5E746D"/>
                </a:solidFill>
                <a:latin typeface="Arial"/>
                <a:ea typeface="Arial"/>
                <a:cs typeface="Arial"/>
              </a:defRPr>
            </a:lvl1pPr>
            <a:lvl2pPr>
              <a:defRPr sz="1200" b="0">
                <a:solidFill>
                  <a:srgbClr val="5E746D"/>
                </a:solidFill>
                <a:latin typeface="Arial"/>
                <a:ea typeface="Arial"/>
                <a:cs typeface="Arial"/>
              </a:defRPr>
            </a:lvl2pPr>
            <a:lvl3pPr>
              <a:defRPr sz="1200" b="0">
                <a:solidFill>
                  <a:srgbClr val="5E746D"/>
                </a:solidFill>
                <a:latin typeface="Arial"/>
                <a:ea typeface="Arial"/>
                <a:cs typeface="Arial"/>
              </a:defRPr>
            </a:lvl3pPr>
            <a:lvl4pPr>
              <a:defRPr sz="1200" b="0">
                <a:solidFill>
                  <a:srgbClr val="5E746D"/>
                </a:solidFill>
                <a:latin typeface="Arial"/>
                <a:ea typeface="Arial"/>
                <a:cs typeface="Arial"/>
              </a:defRPr>
            </a:lvl4pPr>
            <a:lvl5pPr>
              <a:defRPr sz="1200" b="0">
                <a:solidFill>
                  <a:srgbClr val="5E746D"/>
                </a:solidFill>
                <a:latin typeface="Arial"/>
                <a:ea typeface="Arial"/>
                <a:cs typeface="Arial"/>
              </a:defRPr>
            </a:lvl5pPr>
            <a:lvl6pPr>
              <a:defRPr sz="1200" b="0">
                <a:solidFill>
                  <a:srgbClr val="5E746D"/>
                </a:solidFill>
                <a:latin typeface="Arial"/>
                <a:ea typeface="Arial"/>
                <a:cs typeface="Arial"/>
              </a:defRPr>
            </a:lvl6pPr>
            <a:lvl7pPr>
              <a:defRPr sz="1200" b="0">
                <a:solidFill>
                  <a:srgbClr val="5E746D"/>
                </a:solidFill>
                <a:latin typeface="Arial"/>
                <a:ea typeface="Arial"/>
                <a:cs typeface="Arial"/>
              </a:defRPr>
            </a:lvl7pPr>
            <a:lvl8pPr>
              <a:defRPr sz="1200" b="0">
                <a:solidFill>
                  <a:srgbClr val="5E746D"/>
                </a:solidFill>
                <a:latin typeface="Arial"/>
                <a:ea typeface="Arial"/>
                <a:cs typeface="Arial"/>
              </a:defRPr>
            </a:lvl8pPr>
            <a:lvl9pPr>
              <a:defRPr sz="1200" b="0">
                <a:solidFill>
                  <a:srgbClr val="5E746D"/>
                </a:solidFill>
                <a:latin typeface="Arial"/>
                <a:ea typeface="Arial"/>
                <a:cs typeface="Arial"/>
              </a:defRPr>
            </a:lvl9pPr>
          </a:lstStyle>
          <a:p xmlns:a="http://schemas.openxmlformats.org/drawingml/2006/main">
            <a:pPr>
              <a:defRPr sz="1200" b="0">
                <a:solidFill>
                  <a:srgbClr val="5E746D"/>
                </a:solidFill>
                <a:latin typeface="Arial"/>
                <a:ea typeface="Arial"/>
                <a:cs typeface="Arial"/>
              </a:defRPr>
            </a:pPr>
            <a:r>
              <a:rPr sz="1200" b="0">
                <a:solidFill>
                  <a:srgbClr val="5E746D"/>
                </a:solidFill>
                <a:latin typeface="Arial"/>
                <a:ea typeface="Arial"/>
                <a:cs typeface="Arial"/>
              </a:rPr>
              <a:t>Tạo báo cáo tuần dạng PDF và bảng CSV để đối chiếu khi cần.</a:t>
            </a:r>
          </a:p>
        </p:txBody>
      </p:sp>
    </p:spTree>
    <p:extLst>
      <p:ext uri="{BB962C8B-B14F-4D97-AF65-F5344CB8AC3E}">
        <p14:creationId xmlns:p14="http://schemas.microsoft.com/office/powerpoint/2010/main" val="532854372"/>
      </p:ext>
    </p:extLst>
  </p:cSld>
</p:sld>
</file>

<file path=ppt/slides/slide13.xml><?xml version="1.0" encoding="utf-8"?>
<p:sld xmlns:p="http://schemas.openxmlformats.org/presentationml/2006/main">
  <p:cSld>
    <p:bg>
      <p:bgPr>
        <a:solidFill xmlns:a="http://schemas.openxmlformats.org/drawingml/2006/main">
          <a:srgbClr val="FBFC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60C9E8A-1B97-4D4C-A0E6-97FE15653D8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18D7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C3B981B-3B7E-49B3-B10E-A4C568995A94}"/>
              </a:ext>
            </a:extLst>
          </p:cNvPr>
          <p:cNvSpPr>
            <a:spLocks xmlns:a="http://schemas.openxmlformats.org/drawingml/2006/main" noGrp="1"/>
          </p:cNvSpPr>
          <p:nvPr/>
        </p:nvSpPr>
        <p:spPr>
          <a:xfrm xmlns:a="http://schemas.openxmlformats.org/drawingml/2006/main">
            <a:off x="514350" y="2571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398"/>
          </a:bodyPr>
          <a:lstStyle xmlns:a="http://schemas.openxmlformats.org/drawingml/2006/main">
            <a:defPPr>
              <a:defRPr sz="653" b="1">
                <a:solidFill>
                  <a:srgbClr val="218D73"/>
                </a:solidFill>
                <a:latin typeface="Arial"/>
                <a:ea typeface="Arial"/>
                <a:cs typeface="Arial"/>
              </a:defRPr>
            </a:defPPr>
            <a:lvl1pPr>
              <a:defRPr sz="653" b="1">
                <a:solidFill>
                  <a:srgbClr val="218D73"/>
                </a:solidFill>
                <a:latin typeface="Arial"/>
                <a:ea typeface="Arial"/>
                <a:cs typeface="Arial"/>
              </a:defRPr>
            </a:lvl1pPr>
            <a:lvl2pPr>
              <a:defRPr sz="653" b="1">
                <a:solidFill>
                  <a:srgbClr val="218D73"/>
                </a:solidFill>
                <a:latin typeface="Arial"/>
                <a:ea typeface="Arial"/>
                <a:cs typeface="Arial"/>
              </a:defRPr>
            </a:lvl2pPr>
            <a:lvl3pPr>
              <a:defRPr sz="653" b="1">
                <a:solidFill>
                  <a:srgbClr val="218D73"/>
                </a:solidFill>
                <a:latin typeface="Arial"/>
                <a:ea typeface="Arial"/>
                <a:cs typeface="Arial"/>
              </a:defRPr>
            </a:lvl3pPr>
            <a:lvl4pPr>
              <a:defRPr sz="653" b="1">
                <a:solidFill>
                  <a:srgbClr val="218D73"/>
                </a:solidFill>
                <a:latin typeface="Arial"/>
                <a:ea typeface="Arial"/>
                <a:cs typeface="Arial"/>
              </a:defRPr>
            </a:lvl4pPr>
            <a:lvl5pPr>
              <a:defRPr sz="653" b="1">
                <a:solidFill>
                  <a:srgbClr val="218D73"/>
                </a:solidFill>
                <a:latin typeface="Arial"/>
                <a:ea typeface="Arial"/>
                <a:cs typeface="Arial"/>
              </a:defRPr>
            </a:lvl5pPr>
            <a:lvl6pPr>
              <a:defRPr sz="653" b="1">
                <a:solidFill>
                  <a:srgbClr val="218D73"/>
                </a:solidFill>
                <a:latin typeface="Arial"/>
                <a:ea typeface="Arial"/>
                <a:cs typeface="Arial"/>
              </a:defRPr>
            </a:lvl6pPr>
            <a:lvl7pPr>
              <a:defRPr sz="653" b="1">
                <a:solidFill>
                  <a:srgbClr val="218D73"/>
                </a:solidFill>
                <a:latin typeface="Arial"/>
                <a:ea typeface="Arial"/>
                <a:cs typeface="Arial"/>
              </a:defRPr>
            </a:lvl7pPr>
            <a:lvl8pPr>
              <a:defRPr sz="653" b="1">
                <a:solidFill>
                  <a:srgbClr val="218D73"/>
                </a:solidFill>
                <a:latin typeface="Arial"/>
                <a:ea typeface="Arial"/>
                <a:cs typeface="Arial"/>
              </a:defRPr>
            </a:lvl8pPr>
            <a:lvl9pPr>
              <a:defRPr sz="653" b="1">
                <a:solidFill>
                  <a:srgbClr val="218D73"/>
                </a:solidFill>
                <a:latin typeface="Arial"/>
                <a:ea typeface="Arial"/>
                <a:cs typeface="Arial"/>
              </a:defRPr>
            </a:lvl9pPr>
          </a:lstStyle>
          <a:p xmlns:a="http://schemas.openxmlformats.org/drawingml/2006/main">
            <a:pPr>
              <a:defRPr sz="653" b="1">
                <a:solidFill>
                  <a:srgbClr val="218D73"/>
                </a:solidFill>
                <a:latin typeface="Arial"/>
                <a:ea typeface="Arial"/>
                <a:cs typeface="Arial"/>
              </a:defRPr>
            </a:pPr>
            <a:r>
              <a:rPr sz="653" b="1">
                <a:solidFill>
                  <a:srgbClr val="218D73"/>
                </a:solidFill>
                <a:latin typeface="Arial"/>
                <a:ea typeface="Arial"/>
                <a:cs typeface="Arial"/>
              </a:rPr>
              <a:t>OPEN GUARD KIDS  |  BÁO CÁO F2, F3 VÀ F5</a:t>
            </a:r>
          </a:p>
        </p:txBody>
      </p:sp>
      <p:sp>
        <p:nvSpPr>
          <p:cNvPr id="3" name="">
            <a:extLst xmlns:a="http://schemas.openxmlformats.org/drawingml/2006/main">
              <a:ext uri="{FF2B5EF4-FFF2-40B4-BE49-F238E27FC236}">
                <a16:creationId xmlns:a16="http://schemas.microsoft.com/office/drawing/2014/main" id="{4A41D55D-A8C7-417A-ABD1-D8C64694AED1}"/>
              </a:ext>
            </a:extLst>
          </p:cNvPr>
          <p:cNvSpPr>
            <a:spLocks xmlns:a="http://schemas.openxmlformats.org/drawingml/2006/main" noGrp="1"/>
          </p:cNvSpPr>
          <p:nvPr/>
        </p:nvSpPr>
        <p:spPr>
          <a:xfrm xmlns:a="http://schemas.openxmlformats.org/drawingml/2006/main">
            <a:off x="514350" y="55245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400" b="1">
                <a:solidFill>
                  <a:srgbClr val="123C52"/>
                </a:solidFill>
                <a:latin typeface="Arial"/>
                <a:ea typeface="Arial"/>
                <a:cs typeface="Arial"/>
              </a:defRPr>
            </a:defPPr>
            <a:lvl1pPr>
              <a:defRPr sz="2400" b="1">
                <a:solidFill>
                  <a:srgbClr val="123C52"/>
                </a:solidFill>
                <a:latin typeface="Arial"/>
                <a:ea typeface="Arial"/>
                <a:cs typeface="Arial"/>
              </a:defRPr>
            </a:lvl1pPr>
            <a:lvl2pPr>
              <a:defRPr sz="2400" b="1">
                <a:solidFill>
                  <a:srgbClr val="123C52"/>
                </a:solidFill>
                <a:latin typeface="Arial"/>
                <a:ea typeface="Arial"/>
                <a:cs typeface="Arial"/>
              </a:defRPr>
            </a:lvl2pPr>
            <a:lvl3pPr>
              <a:defRPr sz="2400" b="1">
                <a:solidFill>
                  <a:srgbClr val="123C52"/>
                </a:solidFill>
                <a:latin typeface="Arial"/>
                <a:ea typeface="Arial"/>
                <a:cs typeface="Arial"/>
              </a:defRPr>
            </a:lvl3pPr>
            <a:lvl4pPr>
              <a:defRPr sz="2400" b="1">
                <a:solidFill>
                  <a:srgbClr val="123C52"/>
                </a:solidFill>
                <a:latin typeface="Arial"/>
                <a:ea typeface="Arial"/>
                <a:cs typeface="Arial"/>
              </a:defRPr>
            </a:lvl4pPr>
            <a:lvl5pPr>
              <a:defRPr sz="2400" b="1">
                <a:solidFill>
                  <a:srgbClr val="123C52"/>
                </a:solidFill>
                <a:latin typeface="Arial"/>
                <a:ea typeface="Arial"/>
                <a:cs typeface="Arial"/>
              </a:defRPr>
            </a:lvl5pPr>
            <a:lvl6pPr>
              <a:defRPr sz="2400" b="1">
                <a:solidFill>
                  <a:srgbClr val="123C52"/>
                </a:solidFill>
                <a:latin typeface="Arial"/>
                <a:ea typeface="Arial"/>
                <a:cs typeface="Arial"/>
              </a:defRPr>
            </a:lvl6pPr>
            <a:lvl7pPr>
              <a:defRPr sz="2400" b="1">
                <a:solidFill>
                  <a:srgbClr val="123C52"/>
                </a:solidFill>
                <a:latin typeface="Arial"/>
                <a:ea typeface="Arial"/>
                <a:cs typeface="Arial"/>
              </a:defRPr>
            </a:lvl7pPr>
            <a:lvl8pPr>
              <a:defRPr sz="2400" b="1">
                <a:solidFill>
                  <a:srgbClr val="123C52"/>
                </a:solidFill>
                <a:latin typeface="Arial"/>
                <a:ea typeface="Arial"/>
                <a:cs typeface="Arial"/>
              </a:defRPr>
            </a:lvl8pPr>
            <a:lvl9pPr>
              <a:defRPr sz="2400" b="1">
                <a:solidFill>
                  <a:srgbClr val="123C52"/>
                </a:solidFill>
                <a:latin typeface="Arial"/>
                <a:ea typeface="Arial"/>
                <a:cs typeface="Arial"/>
              </a:defRPr>
            </a:lvl9pPr>
          </a:lstStyle>
          <a:p xmlns:a="http://schemas.openxmlformats.org/drawingml/2006/main">
            <a:pPr>
              <a:defRPr sz="2400" b="1">
                <a:solidFill>
                  <a:srgbClr val="123C52"/>
                </a:solidFill>
                <a:latin typeface="Arial"/>
                <a:ea typeface="Arial"/>
                <a:cs typeface="Arial"/>
              </a:defRPr>
            </a:pPr>
            <a:r>
              <a:rPr sz="2400" b="1">
                <a:solidFill>
                  <a:srgbClr val="123C52"/>
                </a:solidFill>
                <a:latin typeface="Arial"/>
                <a:ea typeface="Arial"/>
                <a:cs typeface="Arial"/>
              </a:rPr>
              <a:t>Vòng đời dữ liệu F3</a:t>
            </a:r>
          </a:p>
        </p:txBody>
      </p:sp>
      <p:sp>
        <p:nvSpPr>
          <p:cNvPr id="4" name="">
            <a:extLst xmlns:a="http://schemas.openxmlformats.org/drawingml/2006/main">
              <a:ext uri="{FF2B5EF4-FFF2-40B4-BE49-F238E27FC236}">
                <a16:creationId xmlns:a16="http://schemas.microsoft.com/office/drawing/2014/main" id="{7D89EA8D-DBF1-4681-A7CC-68A33A9245AC}"/>
              </a:ext>
            </a:extLst>
          </p:cNvPr>
          <p:cNvSpPr>
            <a:spLocks xmlns:a="http://schemas.openxmlformats.org/drawingml/2006/main" noGrp="1"/>
          </p:cNvSpPr>
          <p:nvPr/>
        </p:nvSpPr>
        <p:spPr>
          <a:xfrm xmlns:a="http://schemas.openxmlformats.org/drawingml/2006/main">
            <a:off x="514350" y="1143000"/>
            <a:ext cx="11163300" cy="9525"/>
          </a:xfrm>
          <a:prstGeom xmlns:a="http://schemas.openxmlformats.org/drawingml/2006/main" prst="rect">
            <a:avLst/>
          </a:prstGeom>
          <a:solidFill xmlns:a="http://schemas.openxmlformats.org/drawingml/2006/main">
            <a:srgbClr val="D7E3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09BBF80-FBC0-4792-B408-30D10CB31CD8}"/>
              </a:ext>
            </a:extLst>
          </p:cNvPr>
          <p:cNvSpPr>
            <a:spLocks xmlns:a="http://schemas.openxmlformats.org/drawingml/2006/main" noGrp="1"/>
          </p:cNvSpPr>
          <p:nvPr/>
        </p:nvSpPr>
        <p:spPr>
          <a:xfrm xmlns:a="http://schemas.openxmlformats.org/drawingml/2006/main">
            <a:off x="11096625" y="2571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398"/>
          </a:bodyPr>
          <a:lstStyle xmlns:a="http://schemas.openxmlformats.org/drawingml/2006/main">
            <a:defPPr>
              <a:defRPr sz="653" b="1">
                <a:solidFill>
                  <a:srgbClr val="218D73"/>
                </a:solidFill>
                <a:latin typeface="Arial"/>
                <a:ea typeface="Arial"/>
                <a:cs typeface="Arial"/>
              </a:defRPr>
            </a:defPPr>
            <a:lvl1pPr>
              <a:defRPr sz="653" b="1">
                <a:solidFill>
                  <a:srgbClr val="218D73"/>
                </a:solidFill>
                <a:latin typeface="Arial"/>
                <a:ea typeface="Arial"/>
                <a:cs typeface="Arial"/>
              </a:defRPr>
            </a:lvl1pPr>
            <a:lvl2pPr>
              <a:defRPr sz="653" b="1">
                <a:solidFill>
                  <a:srgbClr val="218D73"/>
                </a:solidFill>
                <a:latin typeface="Arial"/>
                <a:ea typeface="Arial"/>
                <a:cs typeface="Arial"/>
              </a:defRPr>
            </a:lvl2pPr>
            <a:lvl3pPr>
              <a:defRPr sz="653" b="1">
                <a:solidFill>
                  <a:srgbClr val="218D73"/>
                </a:solidFill>
                <a:latin typeface="Arial"/>
                <a:ea typeface="Arial"/>
                <a:cs typeface="Arial"/>
              </a:defRPr>
            </a:lvl3pPr>
            <a:lvl4pPr>
              <a:defRPr sz="653" b="1">
                <a:solidFill>
                  <a:srgbClr val="218D73"/>
                </a:solidFill>
                <a:latin typeface="Arial"/>
                <a:ea typeface="Arial"/>
                <a:cs typeface="Arial"/>
              </a:defRPr>
            </a:lvl4pPr>
            <a:lvl5pPr>
              <a:defRPr sz="653" b="1">
                <a:solidFill>
                  <a:srgbClr val="218D73"/>
                </a:solidFill>
                <a:latin typeface="Arial"/>
                <a:ea typeface="Arial"/>
                <a:cs typeface="Arial"/>
              </a:defRPr>
            </a:lvl5pPr>
            <a:lvl6pPr>
              <a:defRPr sz="653" b="1">
                <a:solidFill>
                  <a:srgbClr val="218D73"/>
                </a:solidFill>
                <a:latin typeface="Arial"/>
                <a:ea typeface="Arial"/>
                <a:cs typeface="Arial"/>
              </a:defRPr>
            </a:lvl6pPr>
            <a:lvl7pPr>
              <a:defRPr sz="653" b="1">
                <a:solidFill>
                  <a:srgbClr val="218D73"/>
                </a:solidFill>
                <a:latin typeface="Arial"/>
                <a:ea typeface="Arial"/>
                <a:cs typeface="Arial"/>
              </a:defRPr>
            </a:lvl7pPr>
            <a:lvl8pPr>
              <a:defRPr sz="653" b="1">
                <a:solidFill>
                  <a:srgbClr val="218D73"/>
                </a:solidFill>
                <a:latin typeface="Arial"/>
                <a:ea typeface="Arial"/>
                <a:cs typeface="Arial"/>
              </a:defRPr>
            </a:lvl8pPr>
            <a:lvl9pPr>
              <a:defRPr sz="653" b="1">
                <a:solidFill>
                  <a:srgbClr val="218D73"/>
                </a:solidFill>
                <a:latin typeface="Arial"/>
                <a:ea typeface="Arial"/>
                <a:cs typeface="Arial"/>
              </a:defRPr>
            </a:lvl9pPr>
          </a:lstStyle>
          <a:p xmlns:a="http://schemas.openxmlformats.org/drawingml/2006/main">
            <a:pPr>
              <a:defRPr sz="653" b="1">
                <a:solidFill>
                  <a:srgbClr val="218D73"/>
                </a:solidFill>
                <a:latin typeface="Arial"/>
                <a:ea typeface="Arial"/>
                <a:cs typeface="Arial"/>
              </a:defRPr>
            </a:pPr>
            <a:r>
              <a:rPr sz="653" b="1">
                <a:solidFill>
                  <a:srgbClr val="218D73"/>
                </a:solidFill>
                <a:latin typeface="Arial"/>
                <a:ea typeface="Arial"/>
                <a:cs typeface="Arial"/>
              </a:rPr>
              <a:t>13</a:t>
            </a:r>
          </a:p>
        </p:txBody>
      </p:sp>
      <p:sp>
        <p:nvSpPr>
          <p:cNvPr id="6" name="">
            <a:extLst xmlns:a="http://schemas.openxmlformats.org/drawingml/2006/main">
              <a:ext uri="{FF2B5EF4-FFF2-40B4-BE49-F238E27FC236}">
                <a16:creationId xmlns:a16="http://schemas.microsoft.com/office/drawing/2014/main" id="{0697679C-F8C5-4488-AAF2-C250A4EEAEFE}"/>
              </a:ext>
            </a:extLst>
          </p:cNvPr>
          <p:cNvSpPr>
            <a:spLocks xmlns:a="http://schemas.openxmlformats.org/drawingml/2006/main" noGrp="1"/>
          </p:cNvSpPr>
          <p:nvPr/>
        </p:nvSpPr>
        <p:spPr>
          <a:xfrm xmlns:a="http://schemas.openxmlformats.org/drawingml/2006/main">
            <a:off x="514350" y="1323975"/>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75" b="0">
                <a:solidFill>
                  <a:srgbClr val="5E746D"/>
                </a:solidFill>
                <a:latin typeface="Arial"/>
                <a:ea typeface="Arial"/>
                <a:cs typeface="Arial"/>
              </a:defRPr>
            </a:defPPr>
            <a:lvl1pPr>
              <a:defRPr sz="1275" b="0">
                <a:solidFill>
                  <a:srgbClr val="5E746D"/>
                </a:solidFill>
                <a:latin typeface="Arial"/>
                <a:ea typeface="Arial"/>
                <a:cs typeface="Arial"/>
              </a:defRPr>
            </a:lvl1pPr>
            <a:lvl2pPr>
              <a:defRPr sz="1275" b="0">
                <a:solidFill>
                  <a:srgbClr val="5E746D"/>
                </a:solidFill>
                <a:latin typeface="Arial"/>
                <a:ea typeface="Arial"/>
                <a:cs typeface="Arial"/>
              </a:defRPr>
            </a:lvl2pPr>
            <a:lvl3pPr>
              <a:defRPr sz="1275" b="0">
                <a:solidFill>
                  <a:srgbClr val="5E746D"/>
                </a:solidFill>
                <a:latin typeface="Arial"/>
                <a:ea typeface="Arial"/>
                <a:cs typeface="Arial"/>
              </a:defRPr>
            </a:lvl3pPr>
            <a:lvl4pPr>
              <a:defRPr sz="1275" b="0">
                <a:solidFill>
                  <a:srgbClr val="5E746D"/>
                </a:solidFill>
                <a:latin typeface="Arial"/>
                <a:ea typeface="Arial"/>
                <a:cs typeface="Arial"/>
              </a:defRPr>
            </a:lvl4pPr>
            <a:lvl5pPr>
              <a:defRPr sz="1275" b="0">
                <a:solidFill>
                  <a:srgbClr val="5E746D"/>
                </a:solidFill>
                <a:latin typeface="Arial"/>
                <a:ea typeface="Arial"/>
                <a:cs typeface="Arial"/>
              </a:defRPr>
            </a:lvl5pPr>
            <a:lvl6pPr>
              <a:defRPr sz="1275" b="0">
                <a:solidFill>
                  <a:srgbClr val="5E746D"/>
                </a:solidFill>
                <a:latin typeface="Arial"/>
                <a:ea typeface="Arial"/>
                <a:cs typeface="Arial"/>
              </a:defRPr>
            </a:lvl6pPr>
            <a:lvl7pPr>
              <a:defRPr sz="1275" b="0">
                <a:solidFill>
                  <a:srgbClr val="5E746D"/>
                </a:solidFill>
                <a:latin typeface="Arial"/>
                <a:ea typeface="Arial"/>
                <a:cs typeface="Arial"/>
              </a:defRPr>
            </a:lvl7pPr>
            <a:lvl8pPr>
              <a:defRPr sz="1275" b="0">
                <a:solidFill>
                  <a:srgbClr val="5E746D"/>
                </a:solidFill>
                <a:latin typeface="Arial"/>
                <a:ea typeface="Arial"/>
                <a:cs typeface="Arial"/>
              </a:defRPr>
            </a:lvl8pPr>
            <a:lvl9pPr>
              <a:defRPr sz="1275" b="0">
                <a:solidFill>
                  <a:srgbClr val="5E746D"/>
                </a:solidFill>
                <a:latin typeface="Arial"/>
                <a:ea typeface="Arial"/>
                <a:cs typeface="Arial"/>
              </a:defRPr>
            </a:lvl9pPr>
          </a:lstStyle>
          <a:p xmlns:a="http://schemas.openxmlformats.org/drawingml/2006/main">
            <a:pPr>
              <a:defRPr sz="1275" b="0">
                <a:solidFill>
                  <a:srgbClr val="5E746D"/>
                </a:solidFill>
                <a:latin typeface="Arial"/>
                <a:ea typeface="Arial"/>
                <a:cs typeface="Arial"/>
              </a:defRPr>
            </a:pPr>
            <a:r>
              <a:rPr sz="1275" b="0">
                <a:solidFill>
                  <a:srgbClr val="5E746D"/>
                </a:solidFill>
                <a:latin typeface="Arial"/>
                <a:ea typeface="Arial"/>
                <a:cs typeface="Arial"/>
              </a:rPr>
              <a:t>Agent ghi hàng đợi cục bộ khi offline, server chống trùng theo UUID và hai phía phối hợp khi có yêu cầu xóa.</a:t>
            </a:r>
          </a:p>
        </p:txBody>
      </p:sp>
      <p:sp>
        <p:nvSpPr>
          <p:cNvPr id="7" name="">
            <a:extLst xmlns:a="http://schemas.openxmlformats.org/drawingml/2006/main">
              <a:ext uri="{FF2B5EF4-FFF2-40B4-BE49-F238E27FC236}">
                <a16:creationId xmlns:a16="http://schemas.microsoft.com/office/drawing/2014/main" id="{A0C89FDB-B31E-4EBC-BD02-4E31B1B71E30}"/>
              </a:ext>
            </a:extLst>
          </p:cNvPr>
          <p:cNvSpPr>
            <a:spLocks xmlns:a="http://schemas.openxmlformats.org/drawingml/2006/main" noGrp="1"/>
          </p:cNvSpPr>
          <p:nvPr/>
        </p:nvSpPr>
        <p:spPr>
          <a:xfrm xmlns:a="http://schemas.openxmlformats.org/drawingml/2006/main">
            <a:off x="514350" y="2228850"/>
            <a:ext cx="2286000" cy="1809750"/>
          </a:xfrm>
          <a:prstGeom xmlns:a="http://schemas.openxmlformats.org/drawingml/2006/main" prst="roundRect">
            <a:avLst>
              <a:gd name="adj" fmla="val 6316"/>
            </a:avLst>
          </a:prstGeom>
          <a:solidFill xmlns:a="http://schemas.openxmlformats.org/drawingml/2006/main">
            <a:srgbClr val="DFF3F7"/>
          </a:solidFill>
          <a:ln xmlns:a="http://schemas.openxmlformats.org/drawingml/2006/main" w="9525">
            <a:solidFill>
              <a:srgbClr val="D7E3DE"/>
            </a:solidFill>
            <a:prstDash val="solid"/>
          </a:ln>
        </p:spPr>
      </p:sp>
      <p:sp>
        <p:nvSpPr>
          <p:cNvPr id="8" name="">
            <a:extLst xmlns:a="http://schemas.openxmlformats.org/drawingml/2006/main">
              <a:ext uri="{FF2B5EF4-FFF2-40B4-BE49-F238E27FC236}">
                <a16:creationId xmlns:a16="http://schemas.microsoft.com/office/drawing/2014/main" id="{881FE364-714E-43EE-BC25-3B6851D52655}"/>
              </a:ext>
            </a:extLst>
          </p:cNvPr>
          <p:cNvSpPr>
            <a:spLocks xmlns:a="http://schemas.openxmlformats.org/drawingml/2006/main" noGrp="1"/>
          </p:cNvSpPr>
          <p:nvPr/>
        </p:nvSpPr>
        <p:spPr>
          <a:xfrm xmlns:a="http://schemas.openxmlformats.org/drawingml/2006/main">
            <a:off x="685800" y="2400300"/>
            <a:ext cx="361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75" b="1">
                <a:solidFill>
                  <a:srgbClr val="218D73"/>
                </a:solidFill>
                <a:latin typeface="Arial"/>
                <a:ea typeface="Arial"/>
                <a:cs typeface="Arial"/>
              </a:defRPr>
            </a:defPPr>
            <a:lvl1pPr>
              <a:defRPr sz="1275" b="1">
                <a:solidFill>
                  <a:srgbClr val="218D73"/>
                </a:solidFill>
                <a:latin typeface="Arial"/>
                <a:ea typeface="Arial"/>
                <a:cs typeface="Arial"/>
              </a:defRPr>
            </a:lvl1pPr>
            <a:lvl2pPr>
              <a:defRPr sz="1275" b="1">
                <a:solidFill>
                  <a:srgbClr val="218D73"/>
                </a:solidFill>
                <a:latin typeface="Arial"/>
                <a:ea typeface="Arial"/>
                <a:cs typeface="Arial"/>
              </a:defRPr>
            </a:lvl2pPr>
            <a:lvl3pPr>
              <a:defRPr sz="1275" b="1">
                <a:solidFill>
                  <a:srgbClr val="218D73"/>
                </a:solidFill>
                <a:latin typeface="Arial"/>
                <a:ea typeface="Arial"/>
                <a:cs typeface="Arial"/>
              </a:defRPr>
            </a:lvl3pPr>
            <a:lvl4pPr>
              <a:defRPr sz="1275" b="1">
                <a:solidFill>
                  <a:srgbClr val="218D73"/>
                </a:solidFill>
                <a:latin typeface="Arial"/>
                <a:ea typeface="Arial"/>
                <a:cs typeface="Arial"/>
              </a:defRPr>
            </a:lvl4pPr>
            <a:lvl5pPr>
              <a:defRPr sz="1275" b="1">
                <a:solidFill>
                  <a:srgbClr val="218D73"/>
                </a:solidFill>
                <a:latin typeface="Arial"/>
                <a:ea typeface="Arial"/>
                <a:cs typeface="Arial"/>
              </a:defRPr>
            </a:lvl5pPr>
            <a:lvl6pPr>
              <a:defRPr sz="1275" b="1">
                <a:solidFill>
                  <a:srgbClr val="218D73"/>
                </a:solidFill>
                <a:latin typeface="Arial"/>
                <a:ea typeface="Arial"/>
                <a:cs typeface="Arial"/>
              </a:defRPr>
            </a:lvl6pPr>
            <a:lvl7pPr>
              <a:defRPr sz="1275" b="1">
                <a:solidFill>
                  <a:srgbClr val="218D73"/>
                </a:solidFill>
                <a:latin typeface="Arial"/>
                <a:ea typeface="Arial"/>
                <a:cs typeface="Arial"/>
              </a:defRPr>
            </a:lvl7pPr>
            <a:lvl8pPr>
              <a:defRPr sz="1275" b="1">
                <a:solidFill>
                  <a:srgbClr val="218D73"/>
                </a:solidFill>
                <a:latin typeface="Arial"/>
                <a:ea typeface="Arial"/>
                <a:cs typeface="Arial"/>
              </a:defRPr>
            </a:lvl8pPr>
            <a:lvl9pPr>
              <a:defRPr sz="1275" b="1">
                <a:solidFill>
                  <a:srgbClr val="218D73"/>
                </a:solidFill>
                <a:latin typeface="Arial"/>
                <a:ea typeface="Arial"/>
                <a:cs typeface="Arial"/>
              </a:defRPr>
            </a:lvl9pPr>
          </a:lstStyle>
          <a:p xmlns:a="http://schemas.openxmlformats.org/drawingml/2006/main">
            <a:pPr>
              <a:defRPr sz="1275" b="1">
                <a:solidFill>
                  <a:srgbClr val="218D73"/>
                </a:solidFill>
                <a:latin typeface="Arial"/>
                <a:ea typeface="Arial"/>
                <a:cs typeface="Arial"/>
              </a:defRPr>
            </a:pPr>
            <a:r>
              <a:rPr sz="1275" b="1">
                <a:solidFill>
                  <a:srgbClr val="218D73"/>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803689EE-503B-4965-8EF8-D297AB5A932D}"/>
              </a:ext>
            </a:extLst>
          </p:cNvPr>
          <p:cNvSpPr>
            <a:spLocks xmlns:a="http://schemas.openxmlformats.org/drawingml/2006/main" noGrp="1"/>
          </p:cNvSpPr>
          <p:nvPr/>
        </p:nvSpPr>
        <p:spPr>
          <a:xfrm xmlns:a="http://schemas.openxmlformats.org/drawingml/2006/main">
            <a:off x="1104900" y="2381250"/>
            <a:ext cx="1485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75" b="1">
                <a:solidFill>
                  <a:srgbClr val="123C52"/>
                </a:solidFill>
                <a:latin typeface="Arial"/>
                <a:ea typeface="Arial"/>
                <a:cs typeface="Arial"/>
              </a:defRPr>
            </a:defPPr>
            <a:lvl1pPr>
              <a:defRPr sz="1575" b="1">
                <a:solidFill>
                  <a:srgbClr val="123C52"/>
                </a:solidFill>
                <a:latin typeface="Arial"/>
                <a:ea typeface="Arial"/>
                <a:cs typeface="Arial"/>
              </a:defRPr>
            </a:lvl1pPr>
            <a:lvl2pPr>
              <a:defRPr sz="1575" b="1">
                <a:solidFill>
                  <a:srgbClr val="123C52"/>
                </a:solidFill>
                <a:latin typeface="Arial"/>
                <a:ea typeface="Arial"/>
                <a:cs typeface="Arial"/>
              </a:defRPr>
            </a:lvl2pPr>
            <a:lvl3pPr>
              <a:defRPr sz="1575" b="1">
                <a:solidFill>
                  <a:srgbClr val="123C52"/>
                </a:solidFill>
                <a:latin typeface="Arial"/>
                <a:ea typeface="Arial"/>
                <a:cs typeface="Arial"/>
              </a:defRPr>
            </a:lvl3pPr>
            <a:lvl4pPr>
              <a:defRPr sz="1575" b="1">
                <a:solidFill>
                  <a:srgbClr val="123C52"/>
                </a:solidFill>
                <a:latin typeface="Arial"/>
                <a:ea typeface="Arial"/>
                <a:cs typeface="Arial"/>
              </a:defRPr>
            </a:lvl4pPr>
            <a:lvl5pPr>
              <a:defRPr sz="1575" b="1">
                <a:solidFill>
                  <a:srgbClr val="123C52"/>
                </a:solidFill>
                <a:latin typeface="Arial"/>
                <a:ea typeface="Arial"/>
                <a:cs typeface="Arial"/>
              </a:defRPr>
            </a:lvl5pPr>
            <a:lvl6pPr>
              <a:defRPr sz="1575" b="1">
                <a:solidFill>
                  <a:srgbClr val="123C52"/>
                </a:solidFill>
                <a:latin typeface="Arial"/>
                <a:ea typeface="Arial"/>
                <a:cs typeface="Arial"/>
              </a:defRPr>
            </a:lvl6pPr>
            <a:lvl7pPr>
              <a:defRPr sz="1575" b="1">
                <a:solidFill>
                  <a:srgbClr val="123C52"/>
                </a:solidFill>
                <a:latin typeface="Arial"/>
                <a:ea typeface="Arial"/>
                <a:cs typeface="Arial"/>
              </a:defRPr>
            </a:lvl7pPr>
            <a:lvl8pPr>
              <a:defRPr sz="1575" b="1">
                <a:solidFill>
                  <a:srgbClr val="123C52"/>
                </a:solidFill>
                <a:latin typeface="Arial"/>
                <a:ea typeface="Arial"/>
                <a:cs typeface="Arial"/>
              </a:defRPr>
            </a:lvl8pPr>
            <a:lvl9pPr>
              <a:defRPr sz="1575" b="1">
                <a:solidFill>
                  <a:srgbClr val="123C52"/>
                </a:solidFill>
                <a:latin typeface="Arial"/>
                <a:ea typeface="Arial"/>
                <a:cs typeface="Arial"/>
              </a:defRPr>
            </a:lvl9pPr>
          </a:lstStyle>
          <a:p xmlns:a="http://schemas.openxmlformats.org/drawingml/2006/main">
            <a:pPr>
              <a:defRPr sz="1575" b="1">
                <a:solidFill>
                  <a:srgbClr val="123C52"/>
                </a:solidFill>
                <a:latin typeface="Arial"/>
                <a:ea typeface="Arial"/>
                <a:cs typeface="Arial"/>
              </a:defRPr>
            </a:pPr>
            <a:r>
              <a:rPr sz="1575" b="1">
                <a:solidFill>
                  <a:srgbClr val="123C52"/>
                </a:solidFill>
                <a:latin typeface="Arial"/>
                <a:ea typeface="Arial"/>
                <a:cs typeface="Arial"/>
              </a:rPr>
              <a:t>Thu thập</a:t>
            </a:r>
          </a:p>
        </p:txBody>
      </p:sp>
      <p:sp>
        <p:nvSpPr>
          <p:cNvPr id="10" name="">
            <a:extLst xmlns:a="http://schemas.openxmlformats.org/drawingml/2006/main">
              <a:ext uri="{FF2B5EF4-FFF2-40B4-BE49-F238E27FC236}">
                <a16:creationId xmlns:a16="http://schemas.microsoft.com/office/drawing/2014/main" id="{8145FA76-0F67-4933-A29E-121919BA4B94}"/>
              </a:ext>
            </a:extLst>
          </p:cNvPr>
          <p:cNvSpPr>
            <a:spLocks xmlns:a="http://schemas.openxmlformats.org/drawingml/2006/main" noGrp="1"/>
          </p:cNvSpPr>
          <p:nvPr/>
        </p:nvSpPr>
        <p:spPr>
          <a:xfrm xmlns:a="http://schemas.openxmlformats.org/drawingml/2006/main">
            <a:off x="723900" y="2914650"/>
            <a:ext cx="1866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75" b="0">
                <a:solidFill>
                  <a:srgbClr val="17312C"/>
                </a:solidFill>
                <a:latin typeface="Arial"/>
                <a:ea typeface="Arial"/>
                <a:cs typeface="Arial"/>
              </a:defRPr>
            </a:defPPr>
            <a:lvl1pPr>
              <a:defRPr sz="1275" b="0">
                <a:solidFill>
                  <a:srgbClr val="17312C"/>
                </a:solidFill>
                <a:latin typeface="Arial"/>
                <a:ea typeface="Arial"/>
                <a:cs typeface="Arial"/>
              </a:defRPr>
            </a:lvl1pPr>
            <a:lvl2pPr>
              <a:defRPr sz="1275" b="0">
                <a:solidFill>
                  <a:srgbClr val="17312C"/>
                </a:solidFill>
                <a:latin typeface="Arial"/>
                <a:ea typeface="Arial"/>
                <a:cs typeface="Arial"/>
              </a:defRPr>
            </a:lvl2pPr>
            <a:lvl3pPr>
              <a:defRPr sz="1275" b="0">
                <a:solidFill>
                  <a:srgbClr val="17312C"/>
                </a:solidFill>
                <a:latin typeface="Arial"/>
                <a:ea typeface="Arial"/>
                <a:cs typeface="Arial"/>
              </a:defRPr>
            </a:lvl3pPr>
            <a:lvl4pPr>
              <a:defRPr sz="1275" b="0">
                <a:solidFill>
                  <a:srgbClr val="17312C"/>
                </a:solidFill>
                <a:latin typeface="Arial"/>
                <a:ea typeface="Arial"/>
                <a:cs typeface="Arial"/>
              </a:defRPr>
            </a:lvl4pPr>
            <a:lvl5pPr>
              <a:defRPr sz="1275" b="0">
                <a:solidFill>
                  <a:srgbClr val="17312C"/>
                </a:solidFill>
                <a:latin typeface="Arial"/>
                <a:ea typeface="Arial"/>
                <a:cs typeface="Arial"/>
              </a:defRPr>
            </a:lvl5pPr>
            <a:lvl6pPr>
              <a:defRPr sz="1275" b="0">
                <a:solidFill>
                  <a:srgbClr val="17312C"/>
                </a:solidFill>
                <a:latin typeface="Arial"/>
                <a:ea typeface="Arial"/>
                <a:cs typeface="Arial"/>
              </a:defRPr>
            </a:lvl6pPr>
            <a:lvl7pPr>
              <a:defRPr sz="1275" b="0">
                <a:solidFill>
                  <a:srgbClr val="17312C"/>
                </a:solidFill>
                <a:latin typeface="Arial"/>
                <a:ea typeface="Arial"/>
                <a:cs typeface="Arial"/>
              </a:defRPr>
            </a:lvl7pPr>
            <a:lvl8pPr>
              <a:defRPr sz="1275" b="0">
                <a:solidFill>
                  <a:srgbClr val="17312C"/>
                </a:solidFill>
                <a:latin typeface="Arial"/>
                <a:ea typeface="Arial"/>
                <a:cs typeface="Arial"/>
              </a:defRPr>
            </a:lvl8pPr>
            <a:lvl9pPr>
              <a:defRPr sz="1275" b="0">
                <a:solidFill>
                  <a:srgbClr val="17312C"/>
                </a:solidFill>
                <a:latin typeface="Arial"/>
                <a:ea typeface="Arial"/>
                <a:cs typeface="Arial"/>
              </a:defRPr>
            </a:lvl9pPr>
          </a:lstStyle>
          <a:p xmlns:a="http://schemas.openxmlformats.org/drawingml/2006/main">
            <a:pPr>
              <a:defRPr sz="1275" b="0">
                <a:solidFill>
                  <a:srgbClr val="17312C"/>
                </a:solidFill>
                <a:latin typeface="Arial"/>
                <a:ea typeface="Arial"/>
                <a:cs typeface="Arial"/>
              </a:defRPr>
            </a:pPr>
            <a:r>
              <a:rPr sz="1275" b="0">
                <a:solidFill>
                  <a:srgbClr val="17312C"/>
                </a:solidFill>
                <a:latin typeface="Arial"/>
                <a:ea typeface="Arial"/>
                <a:cs typeface="Arial"/>
              </a:rPr>
              <a:t>app_stop</a:t>
            </a:r>
          </a:p>
          <a:p xmlns:a="http://schemas.openxmlformats.org/drawingml/2006/main">
            <a:pPr>
              <a:defRPr sz="1275" b="0">
                <a:solidFill>
                  <a:srgbClr val="17312C"/>
                </a:solidFill>
                <a:latin typeface="Arial"/>
                <a:ea typeface="Arial"/>
                <a:cs typeface="Arial"/>
              </a:defRPr>
            </a:pPr>
            <a:r>
              <a:rPr sz="1275" b="0">
                <a:solidFill>
                  <a:srgbClr val="17312C"/>
                </a:solidFill>
                <a:latin typeface="Arial"/>
                <a:ea typeface="Arial"/>
                <a:cs typeface="Arial"/>
              </a:rPr>
              <a:t>domain_query</a:t>
            </a:r>
          </a:p>
          <a:p xmlns:a="http://schemas.openxmlformats.org/drawingml/2006/main">
            <a:pPr>
              <a:defRPr sz="1275" b="0">
                <a:solidFill>
                  <a:srgbClr val="17312C"/>
                </a:solidFill>
                <a:latin typeface="Arial"/>
                <a:ea typeface="Arial"/>
                <a:cs typeface="Arial"/>
              </a:defRPr>
            </a:pPr>
            <a:r>
              <a:rPr sz="1275" b="0">
                <a:solidFill>
                  <a:srgbClr val="17312C"/>
                </a:solidFill>
                <a:latin typeface="Arial"/>
                <a:ea typeface="Arial"/>
                <a:cs typeface="Arial"/>
              </a:rPr>
              <a:t>blocked event</a:t>
            </a:r>
          </a:p>
        </p:txBody>
      </p:sp>
      <p:sp>
        <p:nvSpPr>
          <p:cNvPr id="11" name="">
            <a:extLst xmlns:a="http://schemas.openxmlformats.org/drawingml/2006/main">
              <a:ext uri="{FF2B5EF4-FFF2-40B4-BE49-F238E27FC236}">
                <a16:creationId xmlns:a16="http://schemas.microsoft.com/office/drawing/2014/main" id="{356CAFAA-5FFF-46BE-80FE-873B92BB454E}"/>
              </a:ext>
            </a:extLst>
          </p:cNvPr>
          <p:cNvSpPr>
            <a:spLocks xmlns:a="http://schemas.openxmlformats.org/drawingml/2006/main" noGrp="1"/>
          </p:cNvSpPr>
          <p:nvPr/>
        </p:nvSpPr>
        <p:spPr>
          <a:xfrm xmlns:a="http://schemas.openxmlformats.org/drawingml/2006/main">
            <a:off x="2800350" y="3124200"/>
            <a:ext cx="342900" cy="38100"/>
          </a:xfrm>
          <a:prstGeom xmlns:a="http://schemas.openxmlformats.org/drawingml/2006/main" prst="rect">
            <a:avLst/>
          </a:prstGeom>
          <a:solidFill xmlns:a="http://schemas.openxmlformats.org/drawingml/2006/main">
            <a:srgbClr val="218D7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6A91AB9-0BA1-455C-BF34-2F51BE0BA3B1}"/>
              </a:ext>
            </a:extLst>
          </p:cNvPr>
          <p:cNvSpPr>
            <a:spLocks xmlns:a="http://schemas.openxmlformats.org/drawingml/2006/main" noGrp="1"/>
          </p:cNvSpPr>
          <p:nvPr/>
        </p:nvSpPr>
        <p:spPr>
          <a:xfrm xmlns:a="http://schemas.openxmlformats.org/drawingml/2006/main">
            <a:off x="3143250" y="2228850"/>
            <a:ext cx="2286000" cy="1809750"/>
          </a:xfrm>
          <a:prstGeom xmlns:a="http://schemas.openxmlformats.org/drawingml/2006/main" prst="roundRect">
            <a:avLst>
              <a:gd name="adj" fmla="val 6316"/>
            </a:avLst>
          </a:prstGeom>
          <a:solidFill xmlns:a="http://schemas.openxmlformats.org/drawingml/2006/main">
            <a:srgbClr val="DDF4EB"/>
          </a:solidFill>
          <a:ln xmlns:a="http://schemas.openxmlformats.org/drawingml/2006/main" w="9525">
            <a:solidFill>
              <a:srgbClr val="D7E3DE"/>
            </a:solidFill>
            <a:prstDash val="solid"/>
          </a:ln>
        </p:spPr>
      </p:sp>
      <p:sp>
        <p:nvSpPr>
          <p:cNvPr id="13" name="">
            <a:extLst xmlns:a="http://schemas.openxmlformats.org/drawingml/2006/main">
              <a:ext uri="{FF2B5EF4-FFF2-40B4-BE49-F238E27FC236}">
                <a16:creationId xmlns:a16="http://schemas.microsoft.com/office/drawing/2014/main" id="{E145F384-DA94-4F4F-B1CF-53F592ACBE3F}"/>
              </a:ext>
            </a:extLst>
          </p:cNvPr>
          <p:cNvSpPr>
            <a:spLocks xmlns:a="http://schemas.openxmlformats.org/drawingml/2006/main" noGrp="1"/>
          </p:cNvSpPr>
          <p:nvPr/>
        </p:nvSpPr>
        <p:spPr>
          <a:xfrm xmlns:a="http://schemas.openxmlformats.org/drawingml/2006/main">
            <a:off x="3314700" y="2400300"/>
            <a:ext cx="361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75" b="1">
                <a:solidFill>
                  <a:srgbClr val="218D73"/>
                </a:solidFill>
                <a:latin typeface="Arial"/>
                <a:ea typeface="Arial"/>
                <a:cs typeface="Arial"/>
              </a:defRPr>
            </a:defPPr>
            <a:lvl1pPr>
              <a:defRPr sz="1275" b="1">
                <a:solidFill>
                  <a:srgbClr val="218D73"/>
                </a:solidFill>
                <a:latin typeface="Arial"/>
                <a:ea typeface="Arial"/>
                <a:cs typeface="Arial"/>
              </a:defRPr>
            </a:lvl1pPr>
            <a:lvl2pPr>
              <a:defRPr sz="1275" b="1">
                <a:solidFill>
                  <a:srgbClr val="218D73"/>
                </a:solidFill>
                <a:latin typeface="Arial"/>
                <a:ea typeface="Arial"/>
                <a:cs typeface="Arial"/>
              </a:defRPr>
            </a:lvl2pPr>
            <a:lvl3pPr>
              <a:defRPr sz="1275" b="1">
                <a:solidFill>
                  <a:srgbClr val="218D73"/>
                </a:solidFill>
                <a:latin typeface="Arial"/>
                <a:ea typeface="Arial"/>
                <a:cs typeface="Arial"/>
              </a:defRPr>
            </a:lvl3pPr>
            <a:lvl4pPr>
              <a:defRPr sz="1275" b="1">
                <a:solidFill>
                  <a:srgbClr val="218D73"/>
                </a:solidFill>
                <a:latin typeface="Arial"/>
                <a:ea typeface="Arial"/>
                <a:cs typeface="Arial"/>
              </a:defRPr>
            </a:lvl4pPr>
            <a:lvl5pPr>
              <a:defRPr sz="1275" b="1">
                <a:solidFill>
                  <a:srgbClr val="218D73"/>
                </a:solidFill>
                <a:latin typeface="Arial"/>
                <a:ea typeface="Arial"/>
                <a:cs typeface="Arial"/>
              </a:defRPr>
            </a:lvl5pPr>
            <a:lvl6pPr>
              <a:defRPr sz="1275" b="1">
                <a:solidFill>
                  <a:srgbClr val="218D73"/>
                </a:solidFill>
                <a:latin typeface="Arial"/>
                <a:ea typeface="Arial"/>
                <a:cs typeface="Arial"/>
              </a:defRPr>
            </a:lvl6pPr>
            <a:lvl7pPr>
              <a:defRPr sz="1275" b="1">
                <a:solidFill>
                  <a:srgbClr val="218D73"/>
                </a:solidFill>
                <a:latin typeface="Arial"/>
                <a:ea typeface="Arial"/>
                <a:cs typeface="Arial"/>
              </a:defRPr>
            </a:lvl7pPr>
            <a:lvl8pPr>
              <a:defRPr sz="1275" b="1">
                <a:solidFill>
                  <a:srgbClr val="218D73"/>
                </a:solidFill>
                <a:latin typeface="Arial"/>
                <a:ea typeface="Arial"/>
                <a:cs typeface="Arial"/>
              </a:defRPr>
            </a:lvl8pPr>
            <a:lvl9pPr>
              <a:defRPr sz="1275" b="1">
                <a:solidFill>
                  <a:srgbClr val="218D73"/>
                </a:solidFill>
                <a:latin typeface="Arial"/>
                <a:ea typeface="Arial"/>
                <a:cs typeface="Arial"/>
              </a:defRPr>
            </a:lvl9pPr>
          </a:lstStyle>
          <a:p xmlns:a="http://schemas.openxmlformats.org/drawingml/2006/main">
            <a:pPr>
              <a:defRPr sz="1275" b="1">
                <a:solidFill>
                  <a:srgbClr val="218D73"/>
                </a:solidFill>
                <a:latin typeface="Arial"/>
                <a:ea typeface="Arial"/>
                <a:cs typeface="Arial"/>
              </a:defRPr>
            </a:pPr>
            <a:r>
              <a:rPr sz="1275" b="1">
                <a:solidFill>
                  <a:srgbClr val="218D73"/>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0E570C85-A5BE-49D0-AD8A-113474B66A4F}"/>
              </a:ext>
            </a:extLst>
          </p:cNvPr>
          <p:cNvSpPr>
            <a:spLocks xmlns:a="http://schemas.openxmlformats.org/drawingml/2006/main" noGrp="1"/>
          </p:cNvSpPr>
          <p:nvPr/>
        </p:nvSpPr>
        <p:spPr>
          <a:xfrm xmlns:a="http://schemas.openxmlformats.org/drawingml/2006/main">
            <a:off x="3733800" y="2381250"/>
            <a:ext cx="1485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75" b="1">
                <a:solidFill>
                  <a:srgbClr val="123C52"/>
                </a:solidFill>
                <a:latin typeface="Arial"/>
                <a:ea typeface="Arial"/>
                <a:cs typeface="Arial"/>
              </a:defRPr>
            </a:defPPr>
            <a:lvl1pPr>
              <a:defRPr sz="1575" b="1">
                <a:solidFill>
                  <a:srgbClr val="123C52"/>
                </a:solidFill>
                <a:latin typeface="Arial"/>
                <a:ea typeface="Arial"/>
                <a:cs typeface="Arial"/>
              </a:defRPr>
            </a:lvl1pPr>
            <a:lvl2pPr>
              <a:defRPr sz="1575" b="1">
                <a:solidFill>
                  <a:srgbClr val="123C52"/>
                </a:solidFill>
                <a:latin typeface="Arial"/>
                <a:ea typeface="Arial"/>
                <a:cs typeface="Arial"/>
              </a:defRPr>
            </a:lvl2pPr>
            <a:lvl3pPr>
              <a:defRPr sz="1575" b="1">
                <a:solidFill>
                  <a:srgbClr val="123C52"/>
                </a:solidFill>
                <a:latin typeface="Arial"/>
                <a:ea typeface="Arial"/>
                <a:cs typeface="Arial"/>
              </a:defRPr>
            </a:lvl3pPr>
            <a:lvl4pPr>
              <a:defRPr sz="1575" b="1">
                <a:solidFill>
                  <a:srgbClr val="123C52"/>
                </a:solidFill>
                <a:latin typeface="Arial"/>
                <a:ea typeface="Arial"/>
                <a:cs typeface="Arial"/>
              </a:defRPr>
            </a:lvl4pPr>
            <a:lvl5pPr>
              <a:defRPr sz="1575" b="1">
                <a:solidFill>
                  <a:srgbClr val="123C52"/>
                </a:solidFill>
                <a:latin typeface="Arial"/>
                <a:ea typeface="Arial"/>
                <a:cs typeface="Arial"/>
              </a:defRPr>
            </a:lvl5pPr>
            <a:lvl6pPr>
              <a:defRPr sz="1575" b="1">
                <a:solidFill>
                  <a:srgbClr val="123C52"/>
                </a:solidFill>
                <a:latin typeface="Arial"/>
                <a:ea typeface="Arial"/>
                <a:cs typeface="Arial"/>
              </a:defRPr>
            </a:lvl6pPr>
            <a:lvl7pPr>
              <a:defRPr sz="1575" b="1">
                <a:solidFill>
                  <a:srgbClr val="123C52"/>
                </a:solidFill>
                <a:latin typeface="Arial"/>
                <a:ea typeface="Arial"/>
                <a:cs typeface="Arial"/>
              </a:defRPr>
            </a:lvl7pPr>
            <a:lvl8pPr>
              <a:defRPr sz="1575" b="1">
                <a:solidFill>
                  <a:srgbClr val="123C52"/>
                </a:solidFill>
                <a:latin typeface="Arial"/>
                <a:ea typeface="Arial"/>
                <a:cs typeface="Arial"/>
              </a:defRPr>
            </a:lvl8pPr>
            <a:lvl9pPr>
              <a:defRPr sz="1575" b="1">
                <a:solidFill>
                  <a:srgbClr val="123C52"/>
                </a:solidFill>
                <a:latin typeface="Arial"/>
                <a:ea typeface="Arial"/>
                <a:cs typeface="Arial"/>
              </a:defRPr>
            </a:lvl9pPr>
          </a:lstStyle>
          <a:p xmlns:a="http://schemas.openxmlformats.org/drawingml/2006/main">
            <a:pPr>
              <a:defRPr sz="1575" b="1">
                <a:solidFill>
                  <a:srgbClr val="123C52"/>
                </a:solidFill>
                <a:latin typeface="Arial"/>
                <a:ea typeface="Arial"/>
                <a:cs typeface="Arial"/>
              </a:defRPr>
            </a:pPr>
            <a:r>
              <a:rPr sz="1575" b="1">
                <a:solidFill>
                  <a:srgbClr val="123C52"/>
                </a:solidFill>
                <a:latin typeface="Arial"/>
                <a:ea typeface="Arial"/>
                <a:cs typeface="Arial"/>
              </a:rPr>
              <a:t>Outbox</a:t>
            </a:r>
          </a:p>
        </p:txBody>
      </p:sp>
      <p:sp>
        <p:nvSpPr>
          <p:cNvPr id="15" name="">
            <a:extLst xmlns:a="http://schemas.openxmlformats.org/drawingml/2006/main">
              <a:ext uri="{FF2B5EF4-FFF2-40B4-BE49-F238E27FC236}">
                <a16:creationId xmlns:a16="http://schemas.microsoft.com/office/drawing/2014/main" id="{CD8CDF2D-56BA-472B-8308-BC8E39DF10CD}"/>
              </a:ext>
            </a:extLst>
          </p:cNvPr>
          <p:cNvSpPr>
            <a:spLocks xmlns:a="http://schemas.openxmlformats.org/drawingml/2006/main" noGrp="1"/>
          </p:cNvSpPr>
          <p:nvPr/>
        </p:nvSpPr>
        <p:spPr>
          <a:xfrm xmlns:a="http://schemas.openxmlformats.org/drawingml/2006/main">
            <a:off x="3352800" y="2914650"/>
            <a:ext cx="1866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75" b="0">
                <a:solidFill>
                  <a:srgbClr val="17312C"/>
                </a:solidFill>
                <a:latin typeface="Arial"/>
                <a:ea typeface="Arial"/>
                <a:cs typeface="Arial"/>
              </a:defRPr>
            </a:defPPr>
            <a:lvl1pPr>
              <a:defRPr sz="1275" b="0">
                <a:solidFill>
                  <a:srgbClr val="17312C"/>
                </a:solidFill>
                <a:latin typeface="Arial"/>
                <a:ea typeface="Arial"/>
                <a:cs typeface="Arial"/>
              </a:defRPr>
            </a:lvl1pPr>
            <a:lvl2pPr>
              <a:defRPr sz="1275" b="0">
                <a:solidFill>
                  <a:srgbClr val="17312C"/>
                </a:solidFill>
                <a:latin typeface="Arial"/>
                <a:ea typeface="Arial"/>
                <a:cs typeface="Arial"/>
              </a:defRPr>
            </a:lvl2pPr>
            <a:lvl3pPr>
              <a:defRPr sz="1275" b="0">
                <a:solidFill>
                  <a:srgbClr val="17312C"/>
                </a:solidFill>
                <a:latin typeface="Arial"/>
                <a:ea typeface="Arial"/>
                <a:cs typeface="Arial"/>
              </a:defRPr>
            </a:lvl3pPr>
            <a:lvl4pPr>
              <a:defRPr sz="1275" b="0">
                <a:solidFill>
                  <a:srgbClr val="17312C"/>
                </a:solidFill>
                <a:latin typeface="Arial"/>
                <a:ea typeface="Arial"/>
                <a:cs typeface="Arial"/>
              </a:defRPr>
            </a:lvl4pPr>
            <a:lvl5pPr>
              <a:defRPr sz="1275" b="0">
                <a:solidFill>
                  <a:srgbClr val="17312C"/>
                </a:solidFill>
                <a:latin typeface="Arial"/>
                <a:ea typeface="Arial"/>
                <a:cs typeface="Arial"/>
              </a:defRPr>
            </a:lvl5pPr>
            <a:lvl6pPr>
              <a:defRPr sz="1275" b="0">
                <a:solidFill>
                  <a:srgbClr val="17312C"/>
                </a:solidFill>
                <a:latin typeface="Arial"/>
                <a:ea typeface="Arial"/>
                <a:cs typeface="Arial"/>
              </a:defRPr>
            </a:lvl6pPr>
            <a:lvl7pPr>
              <a:defRPr sz="1275" b="0">
                <a:solidFill>
                  <a:srgbClr val="17312C"/>
                </a:solidFill>
                <a:latin typeface="Arial"/>
                <a:ea typeface="Arial"/>
                <a:cs typeface="Arial"/>
              </a:defRPr>
            </a:lvl7pPr>
            <a:lvl8pPr>
              <a:defRPr sz="1275" b="0">
                <a:solidFill>
                  <a:srgbClr val="17312C"/>
                </a:solidFill>
                <a:latin typeface="Arial"/>
                <a:ea typeface="Arial"/>
                <a:cs typeface="Arial"/>
              </a:defRPr>
            </a:lvl8pPr>
            <a:lvl9pPr>
              <a:defRPr sz="1275" b="0">
                <a:solidFill>
                  <a:srgbClr val="17312C"/>
                </a:solidFill>
                <a:latin typeface="Arial"/>
                <a:ea typeface="Arial"/>
                <a:cs typeface="Arial"/>
              </a:defRPr>
            </a:lvl9pPr>
          </a:lstStyle>
          <a:p xmlns:a="http://schemas.openxmlformats.org/drawingml/2006/main">
            <a:pPr>
              <a:defRPr sz="1275" b="0">
                <a:solidFill>
                  <a:srgbClr val="17312C"/>
                </a:solidFill>
                <a:latin typeface="Arial"/>
                <a:ea typeface="Arial"/>
                <a:cs typeface="Arial"/>
              </a:defRPr>
            </a:pPr>
            <a:r>
              <a:rPr sz="1275" b="0">
                <a:solidFill>
                  <a:srgbClr val="17312C"/>
                </a:solidFill>
                <a:latin typeface="Arial"/>
                <a:ea typeface="Arial"/>
                <a:cs typeface="Arial"/>
              </a:rPr>
              <a:t>SQLite cục bộ</a:t>
            </a:r>
          </a:p>
          <a:p xmlns:a="http://schemas.openxmlformats.org/drawingml/2006/main">
            <a:pPr>
              <a:defRPr sz="1275" b="0">
                <a:solidFill>
                  <a:srgbClr val="17312C"/>
                </a:solidFill>
                <a:latin typeface="Arial"/>
                <a:ea typeface="Arial"/>
                <a:cs typeface="Arial"/>
              </a:defRPr>
            </a:pPr>
            <a:r>
              <a:rPr sz="1275" b="0">
                <a:solidFill>
                  <a:srgbClr val="17312C"/>
                </a:solidFill>
                <a:latin typeface="Arial"/>
                <a:ea typeface="Arial"/>
                <a:cs typeface="Arial"/>
              </a:rPr>
              <a:t>UUID cố định</a:t>
            </a:r>
          </a:p>
          <a:p xmlns:a="http://schemas.openxmlformats.org/drawingml/2006/main">
            <a:pPr>
              <a:defRPr sz="1275" b="0">
                <a:solidFill>
                  <a:srgbClr val="17312C"/>
                </a:solidFill>
                <a:latin typeface="Arial"/>
                <a:ea typeface="Arial"/>
                <a:cs typeface="Arial"/>
              </a:defRPr>
            </a:pPr>
            <a:r>
              <a:rPr sz="1275" b="0">
                <a:solidFill>
                  <a:srgbClr val="17312C"/>
                </a:solidFill>
                <a:latin typeface="Arial"/>
                <a:ea typeface="Arial"/>
                <a:cs typeface="Arial"/>
              </a:rPr>
              <a:t>Gửi lại khi online</a:t>
            </a:r>
          </a:p>
        </p:txBody>
      </p:sp>
      <p:sp>
        <p:nvSpPr>
          <p:cNvPr id="16" name="">
            <a:extLst xmlns:a="http://schemas.openxmlformats.org/drawingml/2006/main">
              <a:ext uri="{FF2B5EF4-FFF2-40B4-BE49-F238E27FC236}">
                <a16:creationId xmlns:a16="http://schemas.microsoft.com/office/drawing/2014/main" id="{E4BD6EA5-7C91-4678-A161-75E4528A8E32}"/>
              </a:ext>
            </a:extLst>
          </p:cNvPr>
          <p:cNvSpPr>
            <a:spLocks xmlns:a="http://schemas.openxmlformats.org/drawingml/2006/main" noGrp="1"/>
          </p:cNvSpPr>
          <p:nvPr/>
        </p:nvSpPr>
        <p:spPr>
          <a:xfrm xmlns:a="http://schemas.openxmlformats.org/drawingml/2006/main">
            <a:off x="5429250" y="3124200"/>
            <a:ext cx="342900" cy="38100"/>
          </a:xfrm>
          <a:prstGeom xmlns:a="http://schemas.openxmlformats.org/drawingml/2006/main" prst="rect">
            <a:avLst/>
          </a:prstGeom>
          <a:solidFill xmlns:a="http://schemas.openxmlformats.org/drawingml/2006/main">
            <a:srgbClr val="218D7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DA20A6B-8A93-49B0-A308-B6BF12B201C5}"/>
              </a:ext>
            </a:extLst>
          </p:cNvPr>
          <p:cNvSpPr>
            <a:spLocks xmlns:a="http://schemas.openxmlformats.org/drawingml/2006/main" noGrp="1"/>
          </p:cNvSpPr>
          <p:nvPr/>
        </p:nvSpPr>
        <p:spPr>
          <a:xfrm xmlns:a="http://schemas.openxmlformats.org/drawingml/2006/main">
            <a:off x="5772150" y="2228850"/>
            <a:ext cx="2286000" cy="1809750"/>
          </a:xfrm>
          <a:prstGeom xmlns:a="http://schemas.openxmlformats.org/drawingml/2006/main" prst="roundRect">
            <a:avLst>
              <a:gd name="adj" fmla="val 6316"/>
            </a:avLst>
          </a:prstGeom>
          <a:solidFill xmlns:a="http://schemas.openxmlformats.org/drawingml/2006/main">
            <a:srgbClr val="DFF3F7"/>
          </a:solidFill>
          <a:ln xmlns:a="http://schemas.openxmlformats.org/drawingml/2006/main" w="9525">
            <a:solidFill>
              <a:srgbClr val="D7E3DE"/>
            </a:solidFill>
            <a:prstDash val="solid"/>
          </a:ln>
        </p:spPr>
      </p:sp>
      <p:sp>
        <p:nvSpPr>
          <p:cNvPr id="18" name="">
            <a:extLst xmlns:a="http://schemas.openxmlformats.org/drawingml/2006/main">
              <a:ext uri="{FF2B5EF4-FFF2-40B4-BE49-F238E27FC236}">
                <a16:creationId xmlns:a16="http://schemas.microsoft.com/office/drawing/2014/main" id="{5B98D858-E23F-47EA-9EAE-F0E8AC66CEA8}"/>
              </a:ext>
            </a:extLst>
          </p:cNvPr>
          <p:cNvSpPr>
            <a:spLocks xmlns:a="http://schemas.openxmlformats.org/drawingml/2006/main" noGrp="1"/>
          </p:cNvSpPr>
          <p:nvPr/>
        </p:nvSpPr>
        <p:spPr>
          <a:xfrm xmlns:a="http://schemas.openxmlformats.org/drawingml/2006/main">
            <a:off x="5943600" y="2400300"/>
            <a:ext cx="361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75" b="1">
                <a:solidFill>
                  <a:srgbClr val="218D73"/>
                </a:solidFill>
                <a:latin typeface="Arial"/>
                <a:ea typeface="Arial"/>
                <a:cs typeface="Arial"/>
              </a:defRPr>
            </a:defPPr>
            <a:lvl1pPr>
              <a:defRPr sz="1275" b="1">
                <a:solidFill>
                  <a:srgbClr val="218D73"/>
                </a:solidFill>
                <a:latin typeface="Arial"/>
                <a:ea typeface="Arial"/>
                <a:cs typeface="Arial"/>
              </a:defRPr>
            </a:lvl1pPr>
            <a:lvl2pPr>
              <a:defRPr sz="1275" b="1">
                <a:solidFill>
                  <a:srgbClr val="218D73"/>
                </a:solidFill>
                <a:latin typeface="Arial"/>
                <a:ea typeface="Arial"/>
                <a:cs typeface="Arial"/>
              </a:defRPr>
            </a:lvl2pPr>
            <a:lvl3pPr>
              <a:defRPr sz="1275" b="1">
                <a:solidFill>
                  <a:srgbClr val="218D73"/>
                </a:solidFill>
                <a:latin typeface="Arial"/>
                <a:ea typeface="Arial"/>
                <a:cs typeface="Arial"/>
              </a:defRPr>
            </a:lvl3pPr>
            <a:lvl4pPr>
              <a:defRPr sz="1275" b="1">
                <a:solidFill>
                  <a:srgbClr val="218D73"/>
                </a:solidFill>
                <a:latin typeface="Arial"/>
                <a:ea typeface="Arial"/>
                <a:cs typeface="Arial"/>
              </a:defRPr>
            </a:lvl4pPr>
            <a:lvl5pPr>
              <a:defRPr sz="1275" b="1">
                <a:solidFill>
                  <a:srgbClr val="218D73"/>
                </a:solidFill>
                <a:latin typeface="Arial"/>
                <a:ea typeface="Arial"/>
                <a:cs typeface="Arial"/>
              </a:defRPr>
            </a:lvl5pPr>
            <a:lvl6pPr>
              <a:defRPr sz="1275" b="1">
                <a:solidFill>
                  <a:srgbClr val="218D73"/>
                </a:solidFill>
                <a:latin typeface="Arial"/>
                <a:ea typeface="Arial"/>
                <a:cs typeface="Arial"/>
              </a:defRPr>
            </a:lvl6pPr>
            <a:lvl7pPr>
              <a:defRPr sz="1275" b="1">
                <a:solidFill>
                  <a:srgbClr val="218D73"/>
                </a:solidFill>
                <a:latin typeface="Arial"/>
                <a:ea typeface="Arial"/>
                <a:cs typeface="Arial"/>
              </a:defRPr>
            </a:lvl7pPr>
            <a:lvl8pPr>
              <a:defRPr sz="1275" b="1">
                <a:solidFill>
                  <a:srgbClr val="218D73"/>
                </a:solidFill>
                <a:latin typeface="Arial"/>
                <a:ea typeface="Arial"/>
                <a:cs typeface="Arial"/>
              </a:defRPr>
            </a:lvl8pPr>
            <a:lvl9pPr>
              <a:defRPr sz="1275" b="1">
                <a:solidFill>
                  <a:srgbClr val="218D73"/>
                </a:solidFill>
                <a:latin typeface="Arial"/>
                <a:ea typeface="Arial"/>
                <a:cs typeface="Arial"/>
              </a:defRPr>
            </a:lvl9pPr>
          </a:lstStyle>
          <a:p xmlns:a="http://schemas.openxmlformats.org/drawingml/2006/main">
            <a:pPr>
              <a:defRPr sz="1275" b="1">
                <a:solidFill>
                  <a:srgbClr val="218D73"/>
                </a:solidFill>
                <a:latin typeface="Arial"/>
                <a:ea typeface="Arial"/>
                <a:cs typeface="Arial"/>
              </a:defRPr>
            </a:pPr>
            <a:r>
              <a:rPr sz="1275" b="1">
                <a:solidFill>
                  <a:srgbClr val="218D73"/>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85CE23BF-5258-457C-8882-AB1448EA6B7D}"/>
              </a:ext>
            </a:extLst>
          </p:cNvPr>
          <p:cNvSpPr>
            <a:spLocks xmlns:a="http://schemas.openxmlformats.org/drawingml/2006/main" noGrp="1"/>
          </p:cNvSpPr>
          <p:nvPr/>
        </p:nvSpPr>
        <p:spPr>
          <a:xfrm xmlns:a="http://schemas.openxmlformats.org/drawingml/2006/main">
            <a:off x="6362700" y="2381250"/>
            <a:ext cx="1485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75" b="1">
                <a:solidFill>
                  <a:srgbClr val="123C52"/>
                </a:solidFill>
                <a:latin typeface="Arial"/>
                <a:ea typeface="Arial"/>
                <a:cs typeface="Arial"/>
              </a:defRPr>
            </a:defPPr>
            <a:lvl1pPr>
              <a:defRPr sz="1575" b="1">
                <a:solidFill>
                  <a:srgbClr val="123C52"/>
                </a:solidFill>
                <a:latin typeface="Arial"/>
                <a:ea typeface="Arial"/>
                <a:cs typeface="Arial"/>
              </a:defRPr>
            </a:lvl1pPr>
            <a:lvl2pPr>
              <a:defRPr sz="1575" b="1">
                <a:solidFill>
                  <a:srgbClr val="123C52"/>
                </a:solidFill>
                <a:latin typeface="Arial"/>
                <a:ea typeface="Arial"/>
                <a:cs typeface="Arial"/>
              </a:defRPr>
            </a:lvl2pPr>
            <a:lvl3pPr>
              <a:defRPr sz="1575" b="1">
                <a:solidFill>
                  <a:srgbClr val="123C52"/>
                </a:solidFill>
                <a:latin typeface="Arial"/>
                <a:ea typeface="Arial"/>
                <a:cs typeface="Arial"/>
              </a:defRPr>
            </a:lvl3pPr>
            <a:lvl4pPr>
              <a:defRPr sz="1575" b="1">
                <a:solidFill>
                  <a:srgbClr val="123C52"/>
                </a:solidFill>
                <a:latin typeface="Arial"/>
                <a:ea typeface="Arial"/>
                <a:cs typeface="Arial"/>
              </a:defRPr>
            </a:lvl4pPr>
            <a:lvl5pPr>
              <a:defRPr sz="1575" b="1">
                <a:solidFill>
                  <a:srgbClr val="123C52"/>
                </a:solidFill>
                <a:latin typeface="Arial"/>
                <a:ea typeface="Arial"/>
                <a:cs typeface="Arial"/>
              </a:defRPr>
            </a:lvl5pPr>
            <a:lvl6pPr>
              <a:defRPr sz="1575" b="1">
                <a:solidFill>
                  <a:srgbClr val="123C52"/>
                </a:solidFill>
                <a:latin typeface="Arial"/>
                <a:ea typeface="Arial"/>
                <a:cs typeface="Arial"/>
              </a:defRPr>
            </a:lvl6pPr>
            <a:lvl7pPr>
              <a:defRPr sz="1575" b="1">
                <a:solidFill>
                  <a:srgbClr val="123C52"/>
                </a:solidFill>
                <a:latin typeface="Arial"/>
                <a:ea typeface="Arial"/>
                <a:cs typeface="Arial"/>
              </a:defRPr>
            </a:lvl7pPr>
            <a:lvl8pPr>
              <a:defRPr sz="1575" b="1">
                <a:solidFill>
                  <a:srgbClr val="123C52"/>
                </a:solidFill>
                <a:latin typeface="Arial"/>
                <a:ea typeface="Arial"/>
                <a:cs typeface="Arial"/>
              </a:defRPr>
            </a:lvl8pPr>
            <a:lvl9pPr>
              <a:defRPr sz="1575" b="1">
                <a:solidFill>
                  <a:srgbClr val="123C52"/>
                </a:solidFill>
                <a:latin typeface="Arial"/>
                <a:ea typeface="Arial"/>
                <a:cs typeface="Arial"/>
              </a:defRPr>
            </a:lvl9pPr>
          </a:lstStyle>
          <a:p xmlns:a="http://schemas.openxmlformats.org/drawingml/2006/main">
            <a:pPr>
              <a:defRPr sz="1575" b="1">
                <a:solidFill>
                  <a:srgbClr val="123C52"/>
                </a:solidFill>
                <a:latin typeface="Arial"/>
                <a:ea typeface="Arial"/>
                <a:cs typeface="Arial"/>
              </a:defRPr>
            </a:pPr>
            <a:r>
              <a:rPr sz="1575" b="1">
                <a:solidFill>
                  <a:srgbClr val="123C52"/>
                </a:solidFill>
                <a:latin typeface="Arial"/>
                <a:ea typeface="Arial"/>
                <a:cs typeface="Arial"/>
              </a:rPr>
              <a:t>Tổng hợp</a:t>
            </a:r>
          </a:p>
        </p:txBody>
      </p:sp>
      <p:sp>
        <p:nvSpPr>
          <p:cNvPr id="20" name="">
            <a:extLst xmlns:a="http://schemas.openxmlformats.org/drawingml/2006/main">
              <a:ext uri="{FF2B5EF4-FFF2-40B4-BE49-F238E27FC236}">
                <a16:creationId xmlns:a16="http://schemas.microsoft.com/office/drawing/2014/main" id="{89E2B13A-AADB-4605-9882-B5D8FC3A12C2}"/>
              </a:ext>
            </a:extLst>
          </p:cNvPr>
          <p:cNvSpPr>
            <a:spLocks xmlns:a="http://schemas.openxmlformats.org/drawingml/2006/main" noGrp="1"/>
          </p:cNvSpPr>
          <p:nvPr/>
        </p:nvSpPr>
        <p:spPr>
          <a:xfrm xmlns:a="http://schemas.openxmlformats.org/drawingml/2006/main">
            <a:off x="5981700" y="2914650"/>
            <a:ext cx="1866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75" b="0">
                <a:solidFill>
                  <a:srgbClr val="17312C"/>
                </a:solidFill>
                <a:latin typeface="Arial"/>
                <a:ea typeface="Arial"/>
                <a:cs typeface="Arial"/>
              </a:defRPr>
            </a:defPPr>
            <a:lvl1pPr>
              <a:defRPr sz="1275" b="0">
                <a:solidFill>
                  <a:srgbClr val="17312C"/>
                </a:solidFill>
                <a:latin typeface="Arial"/>
                <a:ea typeface="Arial"/>
                <a:cs typeface="Arial"/>
              </a:defRPr>
            </a:lvl1pPr>
            <a:lvl2pPr>
              <a:defRPr sz="1275" b="0">
                <a:solidFill>
                  <a:srgbClr val="17312C"/>
                </a:solidFill>
                <a:latin typeface="Arial"/>
                <a:ea typeface="Arial"/>
                <a:cs typeface="Arial"/>
              </a:defRPr>
            </a:lvl2pPr>
            <a:lvl3pPr>
              <a:defRPr sz="1275" b="0">
                <a:solidFill>
                  <a:srgbClr val="17312C"/>
                </a:solidFill>
                <a:latin typeface="Arial"/>
                <a:ea typeface="Arial"/>
                <a:cs typeface="Arial"/>
              </a:defRPr>
            </a:lvl3pPr>
            <a:lvl4pPr>
              <a:defRPr sz="1275" b="0">
                <a:solidFill>
                  <a:srgbClr val="17312C"/>
                </a:solidFill>
                <a:latin typeface="Arial"/>
                <a:ea typeface="Arial"/>
                <a:cs typeface="Arial"/>
              </a:defRPr>
            </a:lvl4pPr>
            <a:lvl5pPr>
              <a:defRPr sz="1275" b="0">
                <a:solidFill>
                  <a:srgbClr val="17312C"/>
                </a:solidFill>
                <a:latin typeface="Arial"/>
                <a:ea typeface="Arial"/>
                <a:cs typeface="Arial"/>
              </a:defRPr>
            </a:lvl5pPr>
            <a:lvl6pPr>
              <a:defRPr sz="1275" b="0">
                <a:solidFill>
                  <a:srgbClr val="17312C"/>
                </a:solidFill>
                <a:latin typeface="Arial"/>
                <a:ea typeface="Arial"/>
                <a:cs typeface="Arial"/>
              </a:defRPr>
            </a:lvl6pPr>
            <a:lvl7pPr>
              <a:defRPr sz="1275" b="0">
                <a:solidFill>
                  <a:srgbClr val="17312C"/>
                </a:solidFill>
                <a:latin typeface="Arial"/>
                <a:ea typeface="Arial"/>
                <a:cs typeface="Arial"/>
              </a:defRPr>
            </a:lvl7pPr>
            <a:lvl8pPr>
              <a:defRPr sz="1275" b="0">
                <a:solidFill>
                  <a:srgbClr val="17312C"/>
                </a:solidFill>
                <a:latin typeface="Arial"/>
                <a:ea typeface="Arial"/>
                <a:cs typeface="Arial"/>
              </a:defRPr>
            </a:lvl8pPr>
            <a:lvl9pPr>
              <a:defRPr sz="1275" b="0">
                <a:solidFill>
                  <a:srgbClr val="17312C"/>
                </a:solidFill>
                <a:latin typeface="Arial"/>
                <a:ea typeface="Arial"/>
                <a:cs typeface="Arial"/>
              </a:defRPr>
            </a:lvl9pPr>
          </a:lstStyle>
          <a:p xmlns:a="http://schemas.openxmlformats.org/drawingml/2006/main">
            <a:pPr>
              <a:defRPr sz="1275" b="0">
                <a:solidFill>
                  <a:srgbClr val="17312C"/>
                </a:solidFill>
                <a:latin typeface="Arial"/>
                <a:ea typeface="Arial"/>
                <a:cs typeface="Arial"/>
              </a:defRPr>
            </a:pPr>
            <a:r>
              <a:rPr sz="1275" b="0">
                <a:solidFill>
                  <a:srgbClr val="17312C"/>
                </a:solidFill>
                <a:latin typeface="Arial"/>
                <a:ea typeface="Arial"/>
                <a:cs typeface="Arial"/>
              </a:rPr>
              <a:t>Ngày và tuần</a:t>
            </a:r>
          </a:p>
          <a:p xmlns:a="http://schemas.openxmlformats.org/drawingml/2006/main">
            <a:pPr>
              <a:defRPr sz="1275" b="0">
                <a:solidFill>
                  <a:srgbClr val="17312C"/>
                </a:solidFill>
                <a:latin typeface="Arial"/>
                <a:ea typeface="Arial"/>
                <a:cs typeface="Arial"/>
              </a:defRPr>
            </a:pPr>
            <a:r>
              <a:rPr sz="1275" b="0">
                <a:solidFill>
                  <a:srgbClr val="17312C"/>
                </a:solidFill>
                <a:latin typeface="Arial"/>
                <a:ea typeface="Arial"/>
                <a:cs typeface="Arial"/>
              </a:rPr>
              <a:t>Top 10</a:t>
            </a:r>
          </a:p>
          <a:p xmlns:a="http://schemas.openxmlformats.org/drawingml/2006/main">
            <a:pPr>
              <a:defRPr sz="1275" b="0">
                <a:solidFill>
                  <a:srgbClr val="17312C"/>
                </a:solidFill>
                <a:latin typeface="Arial"/>
                <a:ea typeface="Arial"/>
                <a:cs typeface="Arial"/>
              </a:defRPr>
            </a:pPr>
            <a:r>
              <a:rPr sz="1275" b="0">
                <a:solidFill>
                  <a:srgbClr val="17312C"/>
                </a:solidFill>
                <a:latin typeface="Arial"/>
                <a:ea typeface="Arial"/>
                <a:cs typeface="Arial"/>
              </a:rPr>
              <a:t>Theo child profile</a:t>
            </a:r>
          </a:p>
        </p:txBody>
      </p:sp>
      <p:sp>
        <p:nvSpPr>
          <p:cNvPr id="21" name="">
            <a:extLst xmlns:a="http://schemas.openxmlformats.org/drawingml/2006/main">
              <a:ext uri="{FF2B5EF4-FFF2-40B4-BE49-F238E27FC236}">
                <a16:creationId xmlns:a16="http://schemas.microsoft.com/office/drawing/2014/main" id="{B376C2D2-9849-491F-8B7E-352930867880}"/>
              </a:ext>
            </a:extLst>
          </p:cNvPr>
          <p:cNvSpPr>
            <a:spLocks xmlns:a="http://schemas.openxmlformats.org/drawingml/2006/main" noGrp="1"/>
          </p:cNvSpPr>
          <p:nvPr/>
        </p:nvSpPr>
        <p:spPr>
          <a:xfrm xmlns:a="http://schemas.openxmlformats.org/drawingml/2006/main">
            <a:off x="8058150" y="3124200"/>
            <a:ext cx="342900" cy="38100"/>
          </a:xfrm>
          <a:prstGeom xmlns:a="http://schemas.openxmlformats.org/drawingml/2006/main" prst="rect">
            <a:avLst/>
          </a:prstGeom>
          <a:solidFill xmlns:a="http://schemas.openxmlformats.org/drawingml/2006/main">
            <a:srgbClr val="218D73"/>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CADE9FA-0B0C-4421-9BD4-30B577ED9CAD}"/>
              </a:ext>
            </a:extLst>
          </p:cNvPr>
          <p:cNvSpPr>
            <a:spLocks xmlns:a="http://schemas.openxmlformats.org/drawingml/2006/main" noGrp="1"/>
          </p:cNvSpPr>
          <p:nvPr/>
        </p:nvSpPr>
        <p:spPr>
          <a:xfrm xmlns:a="http://schemas.openxmlformats.org/drawingml/2006/main">
            <a:off x="8401050" y="2228850"/>
            <a:ext cx="2286000" cy="1809750"/>
          </a:xfrm>
          <a:prstGeom xmlns:a="http://schemas.openxmlformats.org/drawingml/2006/main" prst="roundRect">
            <a:avLst>
              <a:gd name="adj" fmla="val 6316"/>
            </a:avLst>
          </a:prstGeom>
          <a:solidFill xmlns:a="http://schemas.openxmlformats.org/drawingml/2006/main">
            <a:srgbClr val="F8E7BF"/>
          </a:solidFill>
          <a:ln xmlns:a="http://schemas.openxmlformats.org/drawingml/2006/main" w="9525">
            <a:solidFill>
              <a:srgbClr val="D7E3DE"/>
            </a:solidFill>
            <a:prstDash val="solid"/>
          </a:ln>
        </p:spPr>
      </p:sp>
      <p:sp>
        <p:nvSpPr>
          <p:cNvPr id="23" name="">
            <a:extLst xmlns:a="http://schemas.openxmlformats.org/drawingml/2006/main">
              <a:ext uri="{FF2B5EF4-FFF2-40B4-BE49-F238E27FC236}">
                <a16:creationId xmlns:a16="http://schemas.microsoft.com/office/drawing/2014/main" id="{4E4E9F80-DDAD-499A-8793-6CB0C94DF339}"/>
              </a:ext>
            </a:extLst>
          </p:cNvPr>
          <p:cNvSpPr>
            <a:spLocks xmlns:a="http://schemas.openxmlformats.org/drawingml/2006/main" noGrp="1"/>
          </p:cNvSpPr>
          <p:nvPr/>
        </p:nvSpPr>
        <p:spPr>
          <a:xfrm xmlns:a="http://schemas.openxmlformats.org/drawingml/2006/main">
            <a:off x="8572500" y="2400300"/>
            <a:ext cx="361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75" b="1">
                <a:solidFill>
                  <a:srgbClr val="218D73"/>
                </a:solidFill>
                <a:latin typeface="Arial"/>
                <a:ea typeface="Arial"/>
                <a:cs typeface="Arial"/>
              </a:defRPr>
            </a:defPPr>
            <a:lvl1pPr>
              <a:defRPr sz="1275" b="1">
                <a:solidFill>
                  <a:srgbClr val="218D73"/>
                </a:solidFill>
                <a:latin typeface="Arial"/>
                <a:ea typeface="Arial"/>
                <a:cs typeface="Arial"/>
              </a:defRPr>
            </a:lvl1pPr>
            <a:lvl2pPr>
              <a:defRPr sz="1275" b="1">
                <a:solidFill>
                  <a:srgbClr val="218D73"/>
                </a:solidFill>
                <a:latin typeface="Arial"/>
                <a:ea typeface="Arial"/>
                <a:cs typeface="Arial"/>
              </a:defRPr>
            </a:lvl2pPr>
            <a:lvl3pPr>
              <a:defRPr sz="1275" b="1">
                <a:solidFill>
                  <a:srgbClr val="218D73"/>
                </a:solidFill>
                <a:latin typeface="Arial"/>
                <a:ea typeface="Arial"/>
                <a:cs typeface="Arial"/>
              </a:defRPr>
            </a:lvl3pPr>
            <a:lvl4pPr>
              <a:defRPr sz="1275" b="1">
                <a:solidFill>
                  <a:srgbClr val="218D73"/>
                </a:solidFill>
                <a:latin typeface="Arial"/>
                <a:ea typeface="Arial"/>
                <a:cs typeface="Arial"/>
              </a:defRPr>
            </a:lvl4pPr>
            <a:lvl5pPr>
              <a:defRPr sz="1275" b="1">
                <a:solidFill>
                  <a:srgbClr val="218D73"/>
                </a:solidFill>
                <a:latin typeface="Arial"/>
                <a:ea typeface="Arial"/>
                <a:cs typeface="Arial"/>
              </a:defRPr>
            </a:lvl5pPr>
            <a:lvl6pPr>
              <a:defRPr sz="1275" b="1">
                <a:solidFill>
                  <a:srgbClr val="218D73"/>
                </a:solidFill>
                <a:latin typeface="Arial"/>
                <a:ea typeface="Arial"/>
                <a:cs typeface="Arial"/>
              </a:defRPr>
            </a:lvl6pPr>
            <a:lvl7pPr>
              <a:defRPr sz="1275" b="1">
                <a:solidFill>
                  <a:srgbClr val="218D73"/>
                </a:solidFill>
                <a:latin typeface="Arial"/>
                <a:ea typeface="Arial"/>
                <a:cs typeface="Arial"/>
              </a:defRPr>
            </a:lvl7pPr>
            <a:lvl8pPr>
              <a:defRPr sz="1275" b="1">
                <a:solidFill>
                  <a:srgbClr val="218D73"/>
                </a:solidFill>
                <a:latin typeface="Arial"/>
                <a:ea typeface="Arial"/>
                <a:cs typeface="Arial"/>
              </a:defRPr>
            </a:lvl8pPr>
            <a:lvl9pPr>
              <a:defRPr sz="1275" b="1">
                <a:solidFill>
                  <a:srgbClr val="218D73"/>
                </a:solidFill>
                <a:latin typeface="Arial"/>
                <a:ea typeface="Arial"/>
                <a:cs typeface="Arial"/>
              </a:defRPr>
            </a:lvl9pPr>
          </a:lstStyle>
          <a:p xmlns:a="http://schemas.openxmlformats.org/drawingml/2006/main">
            <a:pPr>
              <a:defRPr sz="1275" b="1">
                <a:solidFill>
                  <a:srgbClr val="218D73"/>
                </a:solidFill>
                <a:latin typeface="Arial"/>
                <a:ea typeface="Arial"/>
                <a:cs typeface="Arial"/>
              </a:defRPr>
            </a:pPr>
            <a:r>
              <a:rPr sz="1275" b="1">
                <a:solidFill>
                  <a:srgbClr val="218D73"/>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9F98A0F8-6777-4500-94C2-D190DEAEBE02}"/>
              </a:ext>
            </a:extLst>
          </p:cNvPr>
          <p:cNvSpPr>
            <a:spLocks xmlns:a="http://schemas.openxmlformats.org/drawingml/2006/main" noGrp="1"/>
          </p:cNvSpPr>
          <p:nvPr/>
        </p:nvSpPr>
        <p:spPr>
          <a:xfrm xmlns:a="http://schemas.openxmlformats.org/drawingml/2006/main">
            <a:off x="8991600" y="2381250"/>
            <a:ext cx="1485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75" b="1">
                <a:solidFill>
                  <a:srgbClr val="123C52"/>
                </a:solidFill>
                <a:latin typeface="Arial"/>
                <a:ea typeface="Arial"/>
                <a:cs typeface="Arial"/>
              </a:defRPr>
            </a:defPPr>
            <a:lvl1pPr>
              <a:defRPr sz="1575" b="1">
                <a:solidFill>
                  <a:srgbClr val="123C52"/>
                </a:solidFill>
                <a:latin typeface="Arial"/>
                <a:ea typeface="Arial"/>
                <a:cs typeface="Arial"/>
              </a:defRPr>
            </a:lvl1pPr>
            <a:lvl2pPr>
              <a:defRPr sz="1575" b="1">
                <a:solidFill>
                  <a:srgbClr val="123C52"/>
                </a:solidFill>
                <a:latin typeface="Arial"/>
                <a:ea typeface="Arial"/>
                <a:cs typeface="Arial"/>
              </a:defRPr>
            </a:lvl2pPr>
            <a:lvl3pPr>
              <a:defRPr sz="1575" b="1">
                <a:solidFill>
                  <a:srgbClr val="123C52"/>
                </a:solidFill>
                <a:latin typeface="Arial"/>
                <a:ea typeface="Arial"/>
                <a:cs typeface="Arial"/>
              </a:defRPr>
            </a:lvl3pPr>
            <a:lvl4pPr>
              <a:defRPr sz="1575" b="1">
                <a:solidFill>
                  <a:srgbClr val="123C52"/>
                </a:solidFill>
                <a:latin typeface="Arial"/>
                <a:ea typeface="Arial"/>
                <a:cs typeface="Arial"/>
              </a:defRPr>
            </a:lvl4pPr>
            <a:lvl5pPr>
              <a:defRPr sz="1575" b="1">
                <a:solidFill>
                  <a:srgbClr val="123C52"/>
                </a:solidFill>
                <a:latin typeface="Arial"/>
                <a:ea typeface="Arial"/>
                <a:cs typeface="Arial"/>
              </a:defRPr>
            </a:lvl5pPr>
            <a:lvl6pPr>
              <a:defRPr sz="1575" b="1">
                <a:solidFill>
                  <a:srgbClr val="123C52"/>
                </a:solidFill>
                <a:latin typeface="Arial"/>
                <a:ea typeface="Arial"/>
                <a:cs typeface="Arial"/>
              </a:defRPr>
            </a:lvl6pPr>
            <a:lvl7pPr>
              <a:defRPr sz="1575" b="1">
                <a:solidFill>
                  <a:srgbClr val="123C52"/>
                </a:solidFill>
                <a:latin typeface="Arial"/>
                <a:ea typeface="Arial"/>
                <a:cs typeface="Arial"/>
              </a:defRPr>
            </a:lvl7pPr>
            <a:lvl8pPr>
              <a:defRPr sz="1575" b="1">
                <a:solidFill>
                  <a:srgbClr val="123C52"/>
                </a:solidFill>
                <a:latin typeface="Arial"/>
                <a:ea typeface="Arial"/>
                <a:cs typeface="Arial"/>
              </a:defRPr>
            </a:lvl8pPr>
            <a:lvl9pPr>
              <a:defRPr sz="1575" b="1">
                <a:solidFill>
                  <a:srgbClr val="123C52"/>
                </a:solidFill>
                <a:latin typeface="Arial"/>
                <a:ea typeface="Arial"/>
                <a:cs typeface="Arial"/>
              </a:defRPr>
            </a:lvl9pPr>
          </a:lstStyle>
          <a:p xmlns:a="http://schemas.openxmlformats.org/drawingml/2006/main">
            <a:pPr>
              <a:defRPr sz="1575" b="1">
                <a:solidFill>
                  <a:srgbClr val="123C52"/>
                </a:solidFill>
                <a:latin typeface="Arial"/>
                <a:ea typeface="Arial"/>
                <a:cs typeface="Arial"/>
              </a:defRPr>
            </a:pPr>
            <a:r>
              <a:rPr sz="1575" b="1">
                <a:solidFill>
                  <a:srgbClr val="123C52"/>
                </a:solidFill>
                <a:latin typeface="Arial"/>
                <a:ea typeface="Arial"/>
                <a:cs typeface="Arial"/>
              </a:rPr>
              <a:t>Retention</a:t>
            </a:r>
          </a:p>
        </p:txBody>
      </p:sp>
      <p:sp>
        <p:nvSpPr>
          <p:cNvPr id="25" name="">
            <a:extLst xmlns:a="http://schemas.openxmlformats.org/drawingml/2006/main">
              <a:ext uri="{FF2B5EF4-FFF2-40B4-BE49-F238E27FC236}">
                <a16:creationId xmlns:a16="http://schemas.microsoft.com/office/drawing/2014/main" id="{91D15387-3A64-4E02-9DEC-266AE0B91C64}"/>
              </a:ext>
            </a:extLst>
          </p:cNvPr>
          <p:cNvSpPr>
            <a:spLocks xmlns:a="http://schemas.openxmlformats.org/drawingml/2006/main" noGrp="1"/>
          </p:cNvSpPr>
          <p:nvPr/>
        </p:nvSpPr>
        <p:spPr>
          <a:xfrm xmlns:a="http://schemas.openxmlformats.org/drawingml/2006/main">
            <a:off x="8610600" y="2914650"/>
            <a:ext cx="1866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75" b="0">
                <a:solidFill>
                  <a:srgbClr val="17312C"/>
                </a:solidFill>
                <a:latin typeface="Arial"/>
                <a:ea typeface="Arial"/>
                <a:cs typeface="Arial"/>
              </a:defRPr>
            </a:defPPr>
            <a:lvl1pPr>
              <a:defRPr sz="1275" b="0">
                <a:solidFill>
                  <a:srgbClr val="17312C"/>
                </a:solidFill>
                <a:latin typeface="Arial"/>
                <a:ea typeface="Arial"/>
                <a:cs typeface="Arial"/>
              </a:defRPr>
            </a:lvl1pPr>
            <a:lvl2pPr>
              <a:defRPr sz="1275" b="0">
                <a:solidFill>
                  <a:srgbClr val="17312C"/>
                </a:solidFill>
                <a:latin typeface="Arial"/>
                <a:ea typeface="Arial"/>
                <a:cs typeface="Arial"/>
              </a:defRPr>
            </a:lvl2pPr>
            <a:lvl3pPr>
              <a:defRPr sz="1275" b="0">
                <a:solidFill>
                  <a:srgbClr val="17312C"/>
                </a:solidFill>
                <a:latin typeface="Arial"/>
                <a:ea typeface="Arial"/>
                <a:cs typeface="Arial"/>
              </a:defRPr>
            </a:lvl3pPr>
            <a:lvl4pPr>
              <a:defRPr sz="1275" b="0">
                <a:solidFill>
                  <a:srgbClr val="17312C"/>
                </a:solidFill>
                <a:latin typeface="Arial"/>
                <a:ea typeface="Arial"/>
                <a:cs typeface="Arial"/>
              </a:defRPr>
            </a:lvl4pPr>
            <a:lvl5pPr>
              <a:defRPr sz="1275" b="0">
                <a:solidFill>
                  <a:srgbClr val="17312C"/>
                </a:solidFill>
                <a:latin typeface="Arial"/>
                <a:ea typeface="Arial"/>
                <a:cs typeface="Arial"/>
              </a:defRPr>
            </a:lvl5pPr>
            <a:lvl6pPr>
              <a:defRPr sz="1275" b="0">
                <a:solidFill>
                  <a:srgbClr val="17312C"/>
                </a:solidFill>
                <a:latin typeface="Arial"/>
                <a:ea typeface="Arial"/>
                <a:cs typeface="Arial"/>
              </a:defRPr>
            </a:lvl6pPr>
            <a:lvl7pPr>
              <a:defRPr sz="1275" b="0">
                <a:solidFill>
                  <a:srgbClr val="17312C"/>
                </a:solidFill>
                <a:latin typeface="Arial"/>
                <a:ea typeface="Arial"/>
                <a:cs typeface="Arial"/>
              </a:defRPr>
            </a:lvl7pPr>
            <a:lvl8pPr>
              <a:defRPr sz="1275" b="0">
                <a:solidFill>
                  <a:srgbClr val="17312C"/>
                </a:solidFill>
                <a:latin typeface="Arial"/>
                <a:ea typeface="Arial"/>
                <a:cs typeface="Arial"/>
              </a:defRPr>
            </a:lvl8pPr>
            <a:lvl9pPr>
              <a:defRPr sz="1275" b="0">
                <a:solidFill>
                  <a:srgbClr val="17312C"/>
                </a:solidFill>
                <a:latin typeface="Arial"/>
                <a:ea typeface="Arial"/>
                <a:cs typeface="Arial"/>
              </a:defRPr>
            </a:lvl9pPr>
          </a:lstStyle>
          <a:p xmlns:a="http://schemas.openxmlformats.org/drawingml/2006/main">
            <a:pPr>
              <a:defRPr sz="1275" b="0">
                <a:solidFill>
                  <a:srgbClr val="17312C"/>
                </a:solidFill>
                <a:latin typeface="Arial"/>
                <a:ea typeface="Arial"/>
                <a:cs typeface="Arial"/>
              </a:defRPr>
            </a:pPr>
            <a:r>
              <a:rPr sz="1275" b="0">
                <a:solidFill>
                  <a:srgbClr val="17312C"/>
                </a:solidFill>
                <a:latin typeface="Arial"/>
                <a:ea typeface="Arial"/>
                <a:cs typeface="Arial"/>
              </a:rPr>
              <a:t>90 ngày</a:t>
            </a:r>
          </a:p>
          <a:p xmlns:a="http://schemas.openxmlformats.org/drawingml/2006/main">
            <a:pPr>
              <a:defRPr sz="1275" b="0">
                <a:solidFill>
                  <a:srgbClr val="17312C"/>
                </a:solidFill>
                <a:latin typeface="Arial"/>
                <a:ea typeface="Arial"/>
                <a:cs typeface="Arial"/>
              </a:defRPr>
            </a:pPr>
            <a:r>
              <a:rPr sz="1275" b="0">
                <a:solidFill>
                  <a:srgbClr val="17312C"/>
                </a:solidFill>
                <a:latin typeface="Arial"/>
                <a:ea typeface="Arial"/>
                <a:cs typeface="Arial"/>
              </a:rPr>
              <a:t>Generation + ACK</a:t>
            </a:r>
          </a:p>
          <a:p xmlns:a="http://schemas.openxmlformats.org/drawingml/2006/main">
            <a:pPr>
              <a:defRPr sz="1275" b="0">
                <a:solidFill>
                  <a:srgbClr val="17312C"/>
                </a:solidFill>
                <a:latin typeface="Arial"/>
                <a:ea typeface="Arial"/>
                <a:cs typeface="Arial"/>
              </a:defRPr>
            </a:pPr>
            <a:r>
              <a:rPr sz="1275" b="0">
                <a:solidFill>
                  <a:srgbClr val="17312C"/>
                </a:solidFill>
                <a:latin typeface="Arial"/>
                <a:ea typeface="Arial"/>
                <a:cs typeface="Arial"/>
              </a:rPr>
              <a:t>Xóa hai phía</a:t>
            </a:r>
          </a:p>
        </p:txBody>
      </p:sp>
      <p:sp>
        <p:nvSpPr>
          <p:cNvPr id="26" name="">
            <a:extLst xmlns:a="http://schemas.openxmlformats.org/drawingml/2006/main">
              <a:ext uri="{FF2B5EF4-FFF2-40B4-BE49-F238E27FC236}">
                <a16:creationId xmlns:a16="http://schemas.microsoft.com/office/drawing/2014/main" id="{DF9AE9E0-C063-4CF2-A120-C3F536E2F6BA}"/>
              </a:ext>
            </a:extLst>
          </p:cNvPr>
          <p:cNvSpPr>
            <a:spLocks xmlns:a="http://schemas.openxmlformats.org/drawingml/2006/main" noGrp="1"/>
          </p:cNvSpPr>
          <p:nvPr/>
        </p:nvSpPr>
        <p:spPr>
          <a:xfrm xmlns:a="http://schemas.openxmlformats.org/drawingml/2006/main">
            <a:off x="514350" y="4457700"/>
            <a:ext cx="10515600" cy="781050"/>
          </a:xfrm>
          <a:prstGeom xmlns:a="http://schemas.openxmlformats.org/drawingml/2006/main" prst="roundRect">
            <a:avLst>
              <a:gd name="adj" fmla="val 14634"/>
            </a:avLst>
          </a:prstGeom>
          <a:solidFill xmlns:a="http://schemas.openxmlformats.org/drawingml/2006/main">
            <a:srgbClr val="123C5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186160C-5405-4592-BB71-2CD380AB05AD}"/>
              </a:ext>
            </a:extLst>
          </p:cNvPr>
          <p:cNvSpPr>
            <a:spLocks xmlns:a="http://schemas.openxmlformats.org/drawingml/2006/main" noGrp="1"/>
          </p:cNvSpPr>
          <p:nvPr/>
        </p:nvSpPr>
        <p:spPr>
          <a:xfrm xmlns:a="http://schemas.openxmlformats.org/drawingml/2006/main">
            <a:off x="742950" y="4610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185"/>
          </a:bodyPr>
          <a:lstStyle xmlns:a="http://schemas.openxmlformats.org/drawingml/2006/main">
            <a:defPPr>
              <a:defRPr sz="1350" b="1">
                <a:solidFill>
                  <a:srgbClr val="80D7B7"/>
                </a:solidFill>
                <a:latin typeface="Arial"/>
                <a:ea typeface="Arial"/>
                <a:cs typeface="Arial"/>
              </a:defRPr>
            </a:defPPr>
            <a:lvl1pPr>
              <a:defRPr sz="1350" b="1">
                <a:solidFill>
                  <a:srgbClr val="80D7B7"/>
                </a:solidFill>
                <a:latin typeface="Arial"/>
                <a:ea typeface="Arial"/>
                <a:cs typeface="Arial"/>
              </a:defRPr>
            </a:lvl1pPr>
            <a:lvl2pPr>
              <a:defRPr sz="1350" b="1">
                <a:solidFill>
                  <a:srgbClr val="80D7B7"/>
                </a:solidFill>
                <a:latin typeface="Arial"/>
                <a:ea typeface="Arial"/>
                <a:cs typeface="Arial"/>
              </a:defRPr>
            </a:lvl2pPr>
            <a:lvl3pPr>
              <a:defRPr sz="1350" b="1">
                <a:solidFill>
                  <a:srgbClr val="80D7B7"/>
                </a:solidFill>
                <a:latin typeface="Arial"/>
                <a:ea typeface="Arial"/>
                <a:cs typeface="Arial"/>
              </a:defRPr>
            </a:lvl3pPr>
            <a:lvl4pPr>
              <a:defRPr sz="1350" b="1">
                <a:solidFill>
                  <a:srgbClr val="80D7B7"/>
                </a:solidFill>
                <a:latin typeface="Arial"/>
                <a:ea typeface="Arial"/>
                <a:cs typeface="Arial"/>
              </a:defRPr>
            </a:lvl4pPr>
            <a:lvl5pPr>
              <a:defRPr sz="1350" b="1">
                <a:solidFill>
                  <a:srgbClr val="80D7B7"/>
                </a:solidFill>
                <a:latin typeface="Arial"/>
                <a:ea typeface="Arial"/>
                <a:cs typeface="Arial"/>
              </a:defRPr>
            </a:lvl5pPr>
            <a:lvl6pPr>
              <a:defRPr sz="1350" b="1">
                <a:solidFill>
                  <a:srgbClr val="80D7B7"/>
                </a:solidFill>
                <a:latin typeface="Arial"/>
                <a:ea typeface="Arial"/>
                <a:cs typeface="Arial"/>
              </a:defRPr>
            </a:lvl6pPr>
            <a:lvl7pPr>
              <a:defRPr sz="1350" b="1">
                <a:solidFill>
                  <a:srgbClr val="80D7B7"/>
                </a:solidFill>
                <a:latin typeface="Arial"/>
                <a:ea typeface="Arial"/>
                <a:cs typeface="Arial"/>
              </a:defRPr>
            </a:lvl7pPr>
            <a:lvl8pPr>
              <a:defRPr sz="1350" b="1">
                <a:solidFill>
                  <a:srgbClr val="80D7B7"/>
                </a:solidFill>
                <a:latin typeface="Arial"/>
                <a:ea typeface="Arial"/>
                <a:cs typeface="Arial"/>
              </a:defRPr>
            </a:lvl8pPr>
            <a:lvl9pPr>
              <a:defRPr sz="1350" b="1">
                <a:solidFill>
                  <a:srgbClr val="80D7B7"/>
                </a:solidFill>
                <a:latin typeface="Arial"/>
                <a:ea typeface="Arial"/>
                <a:cs typeface="Arial"/>
              </a:defRPr>
            </a:lvl9pPr>
          </a:lstStyle>
          <a:p xmlns:a="http://schemas.openxmlformats.org/drawingml/2006/main">
            <a:pPr>
              <a:defRPr sz="1350" b="1">
                <a:solidFill>
                  <a:srgbClr val="80D7B7"/>
                </a:solidFill>
                <a:latin typeface="Arial"/>
                <a:ea typeface="Arial"/>
                <a:cs typeface="Arial"/>
              </a:defRPr>
            </a:pPr>
            <a:r>
              <a:rPr sz="1350" b="1">
                <a:solidFill>
                  <a:srgbClr val="80D7B7"/>
                </a:solidFill>
                <a:latin typeface="Arial"/>
                <a:ea typeface="Arial"/>
                <a:cs typeface="Arial"/>
              </a:rPr>
              <a:t>Payload lõi</a:t>
            </a:r>
          </a:p>
        </p:txBody>
      </p:sp>
      <p:sp>
        <p:nvSpPr>
          <p:cNvPr id="28" name="">
            <a:extLst xmlns:a="http://schemas.openxmlformats.org/drawingml/2006/main">
              <a:ext uri="{FF2B5EF4-FFF2-40B4-BE49-F238E27FC236}">
                <a16:creationId xmlns:a16="http://schemas.microsoft.com/office/drawing/2014/main" id="{774BCD74-5446-47DE-A783-AF29C0B85AAD}"/>
              </a:ext>
            </a:extLst>
          </p:cNvPr>
          <p:cNvSpPr>
            <a:spLocks xmlns:a="http://schemas.openxmlformats.org/drawingml/2006/main" noGrp="1"/>
          </p:cNvSpPr>
          <p:nvPr/>
        </p:nvSpPr>
        <p:spPr>
          <a:xfrm xmlns:a="http://schemas.openxmlformats.org/drawingml/2006/main">
            <a:off x="2571750" y="4572000"/>
            <a:ext cx="809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ts, device_id, child_id, type, subject, duration_sec, policy_id</a:t>
            </a:r>
          </a:p>
        </p:txBody>
      </p:sp>
      <p:sp>
        <p:nvSpPr>
          <p:cNvPr id="29" name="">
            <a:extLst xmlns:a="http://schemas.openxmlformats.org/drawingml/2006/main">
              <a:ext uri="{FF2B5EF4-FFF2-40B4-BE49-F238E27FC236}">
                <a16:creationId xmlns:a16="http://schemas.microsoft.com/office/drawing/2014/main" id="{2A603B49-0649-42DA-AFE2-906BAB388D02}"/>
              </a:ext>
            </a:extLst>
          </p:cNvPr>
          <p:cNvSpPr>
            <a:spLocks xmlns:a="http://schemas.openxmlformats.org/drawingml/2006/main" noGrp="1"/>
          </p:cNvSpPr>
          <p:nvPr/>
        </p:nvSpPr>
        <p:spPr>
          <a:xfrm xmlns:a="http://schemas.openxmlformats.org/drawingml/2006/main">
            <a:off x="514350" y="5600700"/>
            <a:ext cx="10515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75" b="1">
                <a:solidFill>
                  <a:srgbClr val="A8484F"/>
                </a:solidFill>
                <a:latin typeface="Arial"/>
                <a:ea typeface="Arial"/>
                <a:cs typeface="Arial"/>
              </a:defRPr>
            </a:defPPr>
            <a:lvl1pPr>
              <a:defRPr sz="1275" b="1">
                <a:solidFill>
                  <a:srgbClr val="A8484F"/>
                </a:solidFill>
                <a:latin typeface="Arial"/>
                <a:ea typeface="Arial"/>
                <a:cs typeface="Arial"/>
              </a:defRPr>
            </a:lvl1pPr>
            <a:lvl2pPr>
              <a:defRPr sz="1275" b="1">
                <a:solidFill>
                  <a:srgbClr val="A8484F"/>
                </a:solidFill>
                <a:latin typeface="Arial"/>
                <a:ea typeface="Arial"/>
                <a:cs typeface="Arial"/>
              </a:defRPr>
            </a:lvl2pPr>
            <a:lvl3pPr>
              <a:defRPr sz="1275" b="1">
                <a:solidFill>
                  <a:srgbClr val="A8484F"/>
                </a:solidFill>
                <a:latin typeface="Arial"/>
                <a:ea typeface="Arial"/>
                <a:cs typeface="Arial"/>
              </a:defRPr>
            </a:lvl3pPr>
            <a:lvl4pPr>
              <a:defRPr sz="1275" b="1">
                <a:solidFill>
                  <a:srgbClr val="A8484F"/>
                </a:solidFill>
                <a:latin typeface="Arial"/>
                <a:ea typeface="Arial"/>
                <a:cs typeface="Arial"/>
              </a:defRPr>
            </a:lvl4pPr>
            <a:lvl5pPr>
              <a:defRPr sz="1275" b="1">
                <a:solidFill>
                  <a:srgbClr val="A8484F"/>
                </a:solidFill>
                <a:latin typeface="Arial"/>
                <a:ea typeface="Arial"/>
                <a:cs typeface="Arial"/>
              </a:defRPr>
            </a:lvl5pPr>
            <a:lvl6pPr>
              <a:defRPr sz="1275" b="1">
                <a:solidFill>
                  <a:srgbClr val="A8484F"/>
                </a:solidFill>
                <a:latin typeface="Arial"/>
                <a:ea typeface="Arial"/>
                <a:cs typeface="Arial"/>
              </a:defRPr>
            </a:lvl6pPr>
            <a:lvl7pPr>
              <a:defRPr sz="1275" b="1">
                <a:solidFill>
                  <a:srgbClr val="A8484F"/>
                </a:solidFill>
                <a:latin typeface="Arial"/>
                <a:ea typeface="Arial"/>
                <a:cs typeface="Arial"/>
              </a:defRPr>
            </a:lvl7pPr>
            <a:lvl8pPr>
              <a:defRPr sz="1275" b="1">
                <a:solidFill>
                  <a:srgbClr val="A8484F"/>
                </a:solidFill>
                <a:latin typeface="Arial"/>
                <a:ea typeface="Arial"/>
                <a:cs typeface="Arial"/>
              </a:defRPr>
            </a:lvl8pPr>
            <a:lvl9pPr>
              <a:defRPr sz="1275" b="1">
                <a:solidFill>
                  <a:srgbClr val="A8484F"/>
                </a:solidFill>
                <a:latin typeface="Arial"/>
                <a:ea typeface="Arial"/>
                <a:cs typeface="Arial"/>
              </a:defRPr>
            </a:lvl9pPr>
          </a:lstStyle>
          <a:p xmlns:a="http://schemas.openxmlformats.org/drawingml/2006/main">
            <a:pPr>
              <a:defRPr sz="1275" b="1">
                <a:solidFill>
                  <a:srgbClr val="A8484F"/>
                </a:solidFill>
                <a:latin typeface="Arial"/>
                <a:ea typeface="Arial"/>
                <a:cs typeface="Arial"/>
              </a:defRPr>
            </a:pPr>
            <a:r>
              <a:rPr sz="1275" b="1">
                <a:solidFill>
                  <a:srgbClr val="A8484F"/>
                </a:solidFill>
                <a:latin typeface="Arial"/>
                <a:ea typeface="Arial"/>
                <a:cs typeface="Arial"/>
              </a:rPr>
              <a:t>Không thu URL đầy đủ, query string, phím gõ, ảnh màn hình hoặc nội dung trang</a:t>
            </a:r>
          </a:p>
        </p:txBody>
      </p:sp>
    </p:spTree>
    <p:extLst>
      <p:ext uri="{BB962C8B-B14F-4D97-AF65-F5344CB8AC3E}">
        <p14:creationId xmlns:p14="http://schemas.microsoft.com/office/powerpoint/2010/main" val="270127806"/>
      </p:ext>
    </p:extLst>
  </p:cSld>
</p:sld>
</file>

<file path=ppt/slides/slide14.xml><?xml version="1.0" encoding="utf-8"?>
<p:sld xmlns:p="http://schemas.openxmlformats.org/presentationml/2006/main">
  <p:cSld>
    <p:bg>
      <p:bgPr>
        <a:solidFill xmlns:a="http://schemas.openxmlformats.org/drawingml/2006/main">
          <a:srgbClr val="FBFC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0A741DC-7E10-48A3-B928-25D0F9EF51D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18D7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8454E1E-7616-42D3-BCBA-1059C4B28E25}"/>
              </a:ext>
            </a:extLst>
          </p:cNvPr>
          <p:cNvSpPr>
            <a:spLocks xmlns:a="http://schemas.openxmlformats.org/drawingml/2006/main" noGrp="1"/>
          </p:cNvSpPr>
          <p:nvPr/>
        </p:nvSpPr>
        <p:spPr>
          <a:xfrm xmlns:a="http://schemas.openxmlformats.org/drawingml/2006/main">
            <a:off x="514350" y="2571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398"/>
          </a:bodyPr>
          <a:lstStyle xmlns:a="http://schemas.openxmlformats.org/drawingml/2006/main">
            <a:defPPr>
              <a:defRPr sz="653" b="1">
                <a:solidFill>
                  <a:srgbClr val="218D73"/>
                </a:solidFill>
                <a:latin typeface="Arial"/>
                <a:ea typeface="Arial"/>
                <a:cs typeface="Arial"/>
              </a:defRPr>
            </a:defPPr>
            <a:lvl1pPr>
              <a:defRPr sz="653" b="1">
                <a:solidFill>
                  <a:srgbClr val="218D73"/>
                </a:solidFill>
                <a:latin typeface="Arial"/>
                <a:ea typeface="Arial"/>
                <a:cs typeface="Arial"/>
              </a:defRPr>
            </a:lvl1pPr>
            <a:lvl2pPr>
              <a:defRPr sz="653" b="1">
                <a:solidFill>
                  <a:srgbClr val="218D73"/>
                </a:solidFill>
                <a:latin typeface="Arial"/>
                <a:ea typeface="Arial"/>
                <a:cs typeface="Arial"/>
              </a:defRPr>
            </a:lvl2pPr>
            <a:lvl3pPr>
              <a:defRPr sz="653" b="1">
                <a:solidFill>
                  <a:srgbClr val="218D73"/>
                </a:solidFill>
                <a:latin typeface="Arial"/>
                <a:ea typeface="Arial"/>
                <a:cs typeface="Arial"/>
              </a:defRPr>
            </a:lvl3pPr>
            <a:lvl4pPr>
              <a:defRPr sz="653" b="1">
                <a:solidFill>
                  <a:srgbClr val="218D73"/>
                </a:solidFill>
                <a:latin typeface="Arial"/>
                <a:ea typeface="Arial"/>
                <a:cs typeface="Arial"/>
              </a:defRPr>
            </a:lvl4pPr>
            <a:lvl5pPr>
              <a:defRPr sz="653" b="1">
                <a:solidFill>
                  <a:srgbClr val="218D73"/>
                </a:solidFill>
                <a:latin typeface="Arial"/>
                <a:ea typeface="Arial"/>
                <a:cs typeface="Arial"/>
              </a:defRPr>
            </a:lvl5pPr>
            <a:lvl6pPr>
              <a:defRPr sz="653" b="1">
                <a:solidFill>
                  <a:srgbClr val="218D73"/>
                </a:solidFill>
                <a:latin typeface="Arial"/>
                <a:ea typeface="Arial"/>
                <a:cs typeface="Arial"/>
              </a:defRPr>
            </a:lvl6pPr>
            <a:lvl7pPr>
              <a:defRPr sz="653" b="1">
                <a:solidFill>
                  <a:srgbClr val="218D73"/>
                </a:solidFill>
                <a:latin typeface="Arial"/>
                <a:ea typeface="Arial"/>
                <a:cs typeface="Arial"/>
              </a:defRPr>
            </a:lvl7pPr>
            <a:lvl8pPr>
              <a:defRPr sz="653" b="1">
                <a:solidFill>
                  <a:srgbClr val="218D73"/>
                </a:solidFill>
                <a:latin typeface="Arial"/>
                <a:ea typeface="Arial"/>
                <a:cs typeface="Arial"/>
              </a:defRPr>
            </a:lvl8pPr>
            <a:lvl9pPr>
              <a:defRPr sz="653" b="1">
                <a:solidFill>
                  <a:srgbClr val="218D73"/>
                </a:solidFill>
                <a:latin typeface="Arial"/>
                <a:ea typeface="Arial"/>
                <a:cs typeface="Arial"/>
              </a:defRPr>
            </a:lvl9pPr>
          </a:lstStyle>
          <a:p xmlns:a="http://schemas.openxmlformats.org/drawingml/2006/main">
            <a:pPr>
              <a:defRPr sz="653" b="1">
                <a:solidFill>
                  <a:srgbClr val="218D73"/>
                </a:solidFill>
                <a:latin typeface="Arial"/>
                <a:ea typeface="Arial"/>
                <a:cs typeface="Arial"/>
              </a:defRPr>
            </a:pPr>
            <a:r>
              <a:rPr sz="653" b="1">
                <a:solidFill>
                  <a:srgbClr val="218D73"/>
                </a:solidFill>
                <a:latin typeface="Arial"/>
                <a:ea typeface="Arial"/>
                <a:cs typeface="Arial"/>
              </a:rPr>
              <a:t>OPEN GUARD KIDS  |  BÁO CÁO F2, F3 VÀ F5</a:t>
            </a:r>
          </a:p>
        </p:txBody>
      </p:sp>
      <p:sp>
        <p:nvSpPr>
          <p:cNvPr id="3" name="">
            <a:extLst xmlns:a="http://schemas.openxmlformats.org/drawingml/2006/main">
              <a:ext uri="{FF2B5EF4-FFF2-40B4-BE49-F238E27FC236}">
                <a16:creationId xmlns:a16="http://schemas.microsoft.com/office/drawing/2014/main" id="{DC6D12CB-116A-4239-8566-B9C6630DCF91}"/>
              </a:ext>
            </a:extLst>
          </p:cNvPr>
          <p:cNvSpPr>
            <a:spLocks xmlns:a="http://schemas.openxmlformats.org/drawingml/2006/main" noGrp="1"/>
          </p:cNvSpPr>
          <p:nvPr/>
        </p:nvSpPr>
        <p:spPr>
          <a:xfrm xmlns:a="http://schemas.openxmlformats.org/drawingml/2006/main">
            <a:off x="514350" y="55245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400" b="1">
                <a:solidFill>
                  <a:srgbClr val="123C52"/>
                </a:solidFill>
                <a:latin typeface="Arial"/>
                <a:ea typeface="Arial"/>
                <a:cs typeface="Arial"/>
              </a:defRPr>
            </a:defPPr>
            <a:lvl1pPr>
              <a:defRPr sz="2400" b="1">
                <a:solidFill>
                  <a:srgbClr val="123C52"/>
                </a:solidFill>
                <a:latin typeface="Arial"/>
                <a:ea typeface="Arial"/>
                <a:cs typeface="Arial"/>
              </a:defRPr>
            </a:lvl1pPr>
            <a:lvl2pPr>
              <a:defRPr sz="2400" b="1">
                <a:solidFill>
                  <a:srgbClr val="123C52"/>
                </a:solidFill>
                <a:latin typeface="Arial"/>
                <a:ea typeface="Arial"/>
                <a:cs typeface="Arial"/>
              </a:defRPr>
            </a:lvl2pPr>
            <a:lvl3pPr>
              <a:defRPr sz="2400" b="1">
                <a:solidFill>
                  <a:srgbClr val="123C52"/>
                </a:solidFill>
                <a:latin typeface="Arial"/>
                <a:ea typeface="Arial"/>
                <a:cs typeface="Arial"/>
              </a:defRPr>
            </a:lvl3pPr>
            <a:lvl4pPr>
              <a:defRPr sz="2400" b="1">
                <a:solidFill>
                  <a:srgbClr val="123C52"/>
                </a:solidFill>
                <a:latin typeface="Arial"/>
                <a:ea typeface="Arial"/>
                <a:cs typeface="Arial"/>
              </a:defRPr>
            </a:lvl4pPr>
            <a:lvl5pPr>
              <a:defRPr sz="2400" b="1">
                <a:solidFill>
                  <a:srgbClr val="123C52"/>
                </a:solidFill>
                <a:latin typeface="Arial"/>
                <a:ea typeface="Arial"/>
                <a:cs typeface="Arial"/>
              </a:defRPr>
            </a:lvl5pPr>
            <a:lvl6pPr>
              <a:defRPr sz="2400" b="1">
                <a:solidFill>
                  <a:srgbClr val="123C52"/>
                </a:solidFill>
                <a:latin typeface="Arial"/>
                <a:ea typeface="Arial"/>
                <a:cs typeface="Arial"/>
              </a:defRPr>
            </a:lvl6pPr>
            <a:lvl7pPr>
              <a:defRPr sz="2400" b="1">
                <a:solidFill>
                  <a:srgbClr val="123C52"/>
                </a:solidFill>
                <a:latin typeface="Arial"/>
                <a:ea typeface="Arial"/>
                <a:cs typeface="Arial"/>
              </a:defRPr>
            </a:lvl7pPr>
            <a:lvl8pPr>
              <a:defRPr sz="2400" b="1">
                <a:solidFill>
                  <a:srgbClr val="123C52"/>
                </a:solidFill>
                <a:latin typeface="Arial"/>
                <a:ea typeface="Arial"/>
                <a:cs typeface="Arial"/>
              </a:defRPr>
            </a:lvl8pPr>
            <a:lvl9pPr>
              <a:defRPr sz="2400" b="1">
                <a:solidFill>
                  <a:srgbClr val="123C52"/>
                </a:solidFill>
                <a:latin typeface="Arial"/>
                <a:ea typeface="Arial"/>
                <a:cs typeface="Arial"/>
              </a:defRPr>
            </a:lvl9pPr>
          </a:lstStyle>
          <a:p xmlns:a="http://schemas.openxmlformats.org/drawingml/2006/main">
            <a:pPr>
              <a:defRPr sz="2400" b="1">
                <a:solidFill>
                  <a:srgbClr val="123C52"/>
                </a:solidFill>
                <a:latin typeface="Arial"/>
                <a:ea typeface="Arial"/>
                <a:cs typeface="Arial"/>
              </a:defRPr>
            </a:pPr>
            <a:r>
              <a:rPr sz="2400" b="1">
                <a:solidFill>
                  <a:srgbClr val="123C52"/>
                </a:solidFill>
                <a:latin typeface="Arial"/>
                <a:ea typeface="Arial"/>
                <a:cs typeface="Arial"/>
              </a:rPr>
              <a:t>F5: Các lớp bảo mật</a:t>
            </a:r>
          </a:p>
        </p:txBody>
      </p:sp>
      <p:sp>
        <p:nvSpPr>
          <p:cNvPr id="4" name="">
            <a:extLst xmlns:a="http://schemas.openxmlformats.org/drawingml/2006/main">
              <a:ext uri="{FF2B5EF4-FFF2-40B4-BE49-F238E27FC236}">
                <a16:creationId xmlns:a16="http://schemas.microsoft.com/office/drawing/2014/main" id="{C15F3ED6-B485-478B-AB5E-524F95C4B165}"/>
              </a:ext>
            </a:extLst>
          </p:cNvPr>
          <p:cNvSpPr>
            <a:spLocks xmlns:a="http://schemas.openxmlformats.org/drawingml/2006/main" noGrp="1"/>
          </p:cNvSpPr>
          <p:nvPr/>
        </p:nvSpPr>
        <p:spPr>
          <a:xfrm xmlns:a="http://schemas.openxmlformats.org/drawingml/2006/main">
            <a:off x="514350" y="1143000"/>
            <a:ext cx="11163300" cy="9525"/>
          </a:xfrm>
          <a:prstGeom xmlns:a="http://schemas.openxmlformats.org/drawingml/2006/main" prst="rect">
            <a:avLst/>
          </a:prstGeom>
          <a:solidFill xmlns:a="http://schemas.openxmlformats.org/drawingml/2006/main">
            <a:srgbClr val="D7E3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166FF34-ACDE-4D0D-BB78-A2686B17D822}"/>
              </a:ext>
            </a:extLst>
          </p:cNvPr>
          <p:cNvSpPr>
            <a:spLocks xmlns:a="http://schemas.openxmlformats.org/drawingml/2006/main" noGrp="1"/>
          </p:cNvSpPr>
          <p:nvPr/>
        </p:nvSpPr>
        <p:spPr>
          <a:xfrm xmlns:a="http://schemas.openxmlformats.org/drawingml/2006/main">
            <a:off x="11096625" y="2571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398"/>
          </a:bodyPr>
          <a:lstStyle xmlns:a="http://schemas.openxmlformats.org/drawingml/2006/main">
            <a:defPPr>
              <a:defRPr sz="653" b="1">
                <a:solidFill>
                  <a:srgbClr val="218D73"/>
                </a:solidFill>
                <a:latin typeface="Arial"/>
                <a:ea typeface="Arial"/>
                <a:cs typeface="Arial"/>
              </a:defRPr>
            </a:defPPr>
            <a:lvl1pPr>
              <a:defRPr sz="653" b="1">
                <a:solidFill>
                  <a:srgbClr val="218D73"/>
                </a:solidFill>
                <a:latin typeface="Arial"/>
                <a:ea typeface="Arial"/>
                <a:cs typeface="Arial"/>
              </a:defRPr>
            </a:lvl1pPr>
            <a:lvl2pPr>
              <a:defRPr sz="653" b="1">
                <a:solidFill>
                  <a:srgbClr val="218D73"/>
                </a:solidFill>
                <a:latin typeface="Arial"/>
                <a:ea typeface="Arial"/>
                <a:cs typeface="Arial"/>
              </a:defRPr>
            </a:lvl2pPr>
            <a:lvl3pPr>
              <a:defRPr sz="653" b="1">
                <a:solidFill>
                  <a:srgbClr val="218D73"/>
                </a:solidFill>
                <a:latin typeface="Arial"/>
                <a:ea typeface="Arial"/>
                <a:cs typeface="Arial"/>
              </a:defRPr>
            </a:lvl3pPr>
            <a:lvl4pPr>
              <a:defRPr sz="653" b="1">
                <a:solidFill>
                  <a:srgbClr val="218D73"/>
                </a:solidFill>
                <a:latin typeface="Arial"/>
                <a:ea typeface="Arial"/>
                <a:cs typeface="Arial"/>
              </a:defRPr>
            </a:lvl4pPr>
            <a:lvl5pPr>
              <a:defRPr sz="653" b="1">
                <a:solidFill>
                  <a:srgbClr val="218D73"/>
                </a:solidFill>
                <a:latin typeface="Arial"/>
                <a:ea typeface="Arial"/>
                <a:cs typeface="Arial"/>
              </a:defRPr>
            </a:lvl5pPr>
            <a:lvl6pPr>
              <a:defRPr sz="653" b="1">
                <a:solidFill>
                  <a:srgbClr val="218D73"/>
                </a:solidFill>
                <a:latin typeface="Arial"/>
                <a:ea typeface="Arial"/>
                <a:cs typeface="Arial"/>
              </a:defRPr>
            </a:lvl6pPr>
            <a:lvl7pPr>
              <a:defRPr sz="653" b="1">
                <a:solidFill>
                  <a:srgbClr val="218D73"/>
                </a:solidFill>
                <a:latin typeface="Arial"/>
                <a:ea typeface="Arial"/>
                <a:cs typeface="Arial"/>
              </a:defRPr>
            </a:lvl7pPr>
            <a:lvl8pPr>
              <a:defRPr sz="653" b="1">
                <a:solidFill>
                  <a:srgbClr val="218D73"/>
                </a:solidFill>
                <a:latin typeface="Arial"/>
                <a:ea typeface="Arial"/>
                <a:cs typeface="Arial"/>
              </a:defRPr>
            </a:lvl8pPr>
            <a:lvl9pPr>
              <a:defRPr sz="653" b="1">
                <a:solidFill>
                  <a:srgbClr val="218D73"/>
                </a:solidFill>
                <a:latin typeface="Arial"/>
                <a:ea typeface="Arial"/>
                <a:cs typeface="Arial"/>
              </a:defRPr>
            </a:lvl9pPr>
          </a:lstStyle>
          <a:p xmlns:a="http://schemas.openxmlformats.org/drawingml/2006/main">
            <a:pPr>
              <a:defRPr sz="653" b="1">
                <a:solidFill>
                  <a:srgbClr val="218D73"/>
                </a:solidFill>
                <a:latin typeface="Arial"/>
                <a:ea typeface="Arial"/>
                <a:cs typeface="Arial"/>
              </a:defRPr>
            </a:pPr>
            <a:r>
              <a:rPr sz="653" b="1">
                <a:solidFill>
                  <a:srgbClr val="218D73"/>
                </a:solidFill>
                <a:latin typeface="Arial"/>
                <a:ea typeface="Arial"/>
                <a:cs typeface="Arial"/>
              </a:rPr>
              <a:t>14</a:t>
            </a:r>
          </a:p>
        </p:txBody>
      </p:sp>
      <p:sp>
        <p:nvSpPr>
          <p:cNvPr id="6" name="">
            <a:extLst xmlns:a="http://schemas.openxmlformats.org/drawingml/2006/main">
              <a:ext uri="{FF2B5EF4-FFF2-40B4-BE49-F238E27FC236}">
                <a16:creationId xmlns:a16="http://schemas.microsoft.com/office/drawing/2014/main" id="{4147082F-213F-4434-9B57-B5DE35A4CAB6}"/>
              </a:ext>
            </a:extLst>
          </p:cNvPr>
          <p:cNvSpPr>
            <a:spLocks xmlns:a="http://schemas.openxmlformats.org/drawingml/2006/main" noGrp="1"/>
          </p:cNvSpPr>
          <p:nvPr/>
        </p:nvSpPr>
        <p:spPr>
          <a:xfrm xmlns:a="http://schemas.openxmlformats.org/drawingml/2006/main">
            <a:off x="514350" y="1323975"/>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75" b="0">
                <a:solidFill>
                  <a:srgbClr val="5E746D"/>
                </a:solidFill>
                <a:latin typeface="Arial"/>
                <a:ea typeface="Arial"/>
                <a:cs typeface="Arial"/>
              </a:defRPr>
            </a:defPPr>
            <a:lvl1pPr>
              <a:defRPr sz="1275" b="0">
                <a:solidFill>
                  <a:srgbClr val="5E746D"/>
                </a:solidFill>
                <a:latin typeface="Arial"/>
                <a:ea typeface="Arial"/>
                <a:cs typeface="Arial"/>
              </a:defRPr>
            </a:lvl1pPr>
            <a:lvl2pPr>
              <a:defRPr sz="1275" b="0">
                <a:solidFill>
                  <a:srgbClr val="5E746D"/>
                </a:solidFill>
                <a:latin typeface="Arial"/>
                <a:ea typeface="Arial"/>
                <a:cs typeface="Arial"/>
              </a:defRPr>
            </a:lvl2pPr>
            <a:lvl3pPr>
              <a:defRPr sz="1275" b="0">
                <a:solidFill>
                  <a:srgbClr val="5E746D"/>
                </a:solidFill>
                <a:latin typeface="Arial"/>
                <a:ea typeface="Arial"/>
                <a:cs typeface="Arial"/>
              </a:defRPr>
            </a:lvl3pPr>
            <a:lvl4pPr>
              <a:defRPr sz="1275" b="0">
                <a:solidFill>
                  <a:srgbClr val="5E746D"/>
                </a:solidFill>
                <a:latin typeface="Arial"/>
                <a:ea typeface="Arial"/>
                <a:cs typeface="Arial"/>
              </a:defRPr>
            </a:lvl4pPr>
            <a:lvl5pPr>
              <a:defRPr sz="1275" b="0">
                <a:solidFill>
                  <a:srgbClr val="5E746D"/>
                </a:solidFill>
                <a:latin typeface="Arial"/>
                <a:ea typeface="Arial"/>
                <a:cs typeface="Arial"/>
              </a:defRPr>
            </a:lvl5pPr>
            <a:lvl6pPr>
              <a:defRPr sz="1275" b="0">
                <a:solidFill>
                  <a:srgbClr val="5E746D"/>
                </a:solidFill>
                <a:latin typeface="Arial"/>
                <a:ea typeface="Arial"/>
                <a:cs typeface="Arial"/>
              </a:defRPr>
            </a:lvl6pPr>
            <a:lvl7pPr>
              <a:defRPr sz="1275" b="0">
                <a:solidFill>
                  <a:srgbClr val="5E746D"/>
                </a:solidFill>
                <a:latin typeface="Arial"/>
                <a:ea typeface="Arial"/>
                <a:cs typeface="Arial"/>
              </a:defRPr>
            </a:lvl7pPr>
            <a:lvl8pPr>
              <a:defRPr sz="1275" b="0">
                <a:solidFill>
                  <a:srgbClr val="5E746D"/>
                </a:solidFill>
                <a:latin typeface="Arial"/>
                <a:ea typeface="Arial"/>
                <a:cs typeface="Arial"/>
              </a:defRPr>
            </a:lvl8pPr>
            <a:lvl9pPr>
              <a:defRPr sz="1275" b="0">
                <a:solidFill>
                  <a:srgbClr val="5E746D"/>
                </a:solidFill>
                <a:latin typeface="Arial"/>
                <a:ea typeface="Arial"/>
                <a:cs typeface="Arial"/>
              </a:defRPr>
            </a:lvl9pPr>
          </a:lstStyle>
          <a:p xmlns:a="http://schemas.openxmlformats.org/drawingml/2006/main">
            <a:pPr>
              <a:defRPr sz="1275" b="0">
                <a:solidFill>
                  <a:srgbClr val="5E746D"/>
                </a:solidFill>
                <a:latin typeface="Arial"/>
                <a:ea typeface="Arial"/>
                <a:cs typeface="Arial"/>
              </a:defRPr>
            </a:pPr>
            <a:r>
              <a:rPr sz="1275" b="0">
                <a:solidFill>
                  <a:srgbClr val="5E746D"/>
                </a:solidFill>
                <a:latin typeface="Arial"/>
                <a:ea typeface="Arial"/>
                <a:cs typeface="Arial"/>
              </a:rPr>
              <a:t>Bảo vệ trải dài từ đăng nhập phụ huynh đến kênh truyền và bí mật lưu trên máy trẻ.</a:t>
            </a:r>
          </a:p>
        </p:txBody>
      </p:sp>
      <p:sp>
        <p:nvSpPr>
          <p:cNvPr id="7" name="">
            <a:extLst xmlns:a="http://schemas.openxmlformats.org/drawingml/2006/main">
              <a:ext uri="{FF2B5EF4-FFF2-40B4-BE49-F238E27FC236}">
                <a16:creationId xmlns:a16="http://schemas.microsoft.com/office/drawing/2014/main" id="{4DD8D4E7-7A66-447C-A556-EE8302525A73}"/>
              </a:ext>
            </a:extLst>
          </p:cNvPr>
          <p:cNvSpPr>
            <a:spLocks xmlns:a="http://schemas.openxmlformats.org/drawingml/2006/main" noGrp="1"/>
          </p:cNvSpPr>
          <p:nvPr/>
        </p:nvSpPr>
        <p:spPr>
          <a:xfrm xmlns:a="http://schemas.openxmlformats.org/drawingml/2006/main">
            <a:off x="514350" y="2000250"/>
            <a:ext cx="10515600" cy="666750"/>
          </a:xfrm>
          <a:prstGeom xmlns:a="http://schemas.openxmlformats.org/drawingml/2006/main" prst="roundRect">
            <a:avLst>
              <a:gd name="adj" fmla="val 17143"/>
            </a:avLst>
          </a:prstGeom>
          <a:solidFill xmlns:a="http://schemas.openxmlformats.org/drawingml/2006/main">
            <a:srgbClr val="DDF4EB"/>
          </a:solidFill>
          <a:ln xmlns:a="http://schemas.openxmlformats.org/drawingml/2006/main" w="9525">
            <a:solidFill>
              <a:srgbClr val="D7E3DE"/>
            </a:solidFill>
            <a:prstDash val="solid"/>
          </a:ln>
        </p:spPr>
      </p:sp>
      <p:sp>
        <p:nvSpPr>
          <p:cNvPr id="8" name="">
            <a:extLst xmlns:a="http://schemas.openxmlformats.org/drawingml/2006/main">
              <a:ext uri="{FF2B5EF4-FFF2-40B4-BE49-F238E27FC236}">
                <a16:creationId xmlns:a16="http://schemas.microsoft.com/office/drawing/2014/main" id="{8F780C57-67E8-42B5-AB5C-3B9185A25E94}"/>
              </a:ext>
            </a:extLst>
          </p:cNvPr>
          <p:cNvSpPr>
            <a:spLocks xmlns:a="http://schemas.openxmlformats.org/drawingml/2006/main" noGrp="1"/>
          </p:cNvSpPr>
          <p:nvPr/>
        </p:nvSpPr>
        <p:spPr>
          <a:xfrm xmlns:a="http://schemas.openxmlformats.org/drawingml/2006/main">
            <a:off x="781050" y="213360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1">
                <a:solidFill>
                  <a:srgbClr val="123C52"/>
                </a:solidFill>
                <a:latin typeface="Arial"/>
                <a:ea typeface="Arial"/>
                <a:cs typeface="Arial"/>
              </a:defRPr>
            </a:defPPr>
            <a:lvl1pPr>
              <a:defRPr sz="1500" b="1">
                <a:solidFill>
                  <a:srgbClr val="123C52"/>
                </a:solidFill>
                <a:latin typeface="Arial"/>
                <a:ea typeface="Arial"/>
                <a:cs typeface="Arial"/>
              </a:defRPr>
            </a:lvl1pPr>
            <a:lvl2pPr>
              <a:defRPr sz="1500" b="1">
                <a:solidFill>
                  <a:srgbClr val="123C52"/>
                </a:solidFill>
                <a:latin typeface="Arial"/>
                <a:ea typeface="Arial"/>
                <a:cs typeface="Arial"/>
              </a:defRPr>
            </a:lvl2pPr>
            <a:lvl3pPr>
              <a:defRPr sz="1500" b="1">
                <a:solidFill>
                  <a:srgbClr val="123C52"/>
                </a:solidFill>
                <a:latin typeface="Arial"/>
                <a:ea typeface="Arial"/>
                <a:cs typeface="Arial"/>
              </a:defRPr>
            </a:lvl3pPr>
            <a:lvl4pPr>
              <a:defRPr sz="1500" b="1">
                <a:solidFill>
                  <a:srgbClr val="123C52"/>
                </a:solidFill>
                <a:latin typeface="Arial"/>
                <a:ea typeface="Arial"/>
                <a:cs typeface="Arial"/>
              </a:defRPr>
            </a:lvl4pPr>
            <a:lvl5pPr>
              <a:defRPr sz="1500" b="1">
                <a:solidFill>
                  <a:srgbClr val="123C52"/>
                </a:solidFill>
                <a:latin typeface="Arial"/>
                <a:ea typeface="Arial"/>
                <a:cs typeface="Arial"/>
              </a:defRPr>
            </a:lvl5pPr>
            <a:lvl6pPr>
              <a:defRPr sz="1500" b="1">
                <a:solidFill>
                  <a:srgbClr val="123C52"/>
                </a:solidFill>
                <a:latin typeface="Arial"/>
                <a:ea typeface="Arial"/>
                <a:cs typeface="Arial"/>
              </a:defRPr>
            </a:lvl6pPr>
            <a:lvl7pPr>
              <a:defRPr sz="1500" b="1">
                <a:solidFill>
                  <a:srgbClr val="123C52"/>
                </a:solidFill>
                <a:latin typeface="Arial"/>
                <a:ea typeface="Arial"/>
                <a:cs typeface="Arial"/>
              </a:defRPr>
            </a:lvl7pPr>
            <a:lvl8pPr>
              <a:defRPr sz="1500" b="1">
                <a:solidFill>
                  <a:srgbClr val="123C52"/>
                </a:solidFill>
                <a:latin typeface="Arial"/>
                <a:ea typeface="Arial"/>
                <a:cs typeface="Arial"/>
              </a:defRPr>
            </a:lvl8pPr>
            <a:lvl9pPr>
              <a:defRPr sz="1500" b="1">
                <a:solidFill>
                  <a:srgbClr val="123C52"/>
                </a:solidFill>
                <a:latin typeface="Arial"/>
                <a:ea typeface="Arial"/>
                <a:cs typeface="Arial"/>
              </a:defRPr>
            </a:lvl9pPr>
          </a:lstStyle>
          <a:p xmlns:a="http://schemas.openxmlformats.org/drawingml/2006/main">
            <a:pPr>
              <a:defRPr sz="1500" b="1">
                <a:solidFill>
                  <a:srgbClr val="123C52"/>
                </a:solidFill>
                <a:latin typeface="Arial"/>
                <a:ea typeface="Arial"/>
                <a:cs typeface="Arial"/>
              </a:defRPr>
            </a:pPr>
            <a:r>
              <a:rPr sz="1500" b="1">
                <a:solidFill>
                  <a:srgbClr val="123C52"/>
                </a:solidFill>
                <a:latin typeface="Arial"/>
                <a:ea typeface="Arial"/>
                <a:cs typeface="Arial"/>
              </a:rPr>
              <a:t>Xác thực và phiên</a:t>
            </a:r>
          </a:p>
        </p:txBody>
      </p:sp>
      <p:sp>
        <p:nvSpPr>
          <p:cNvPr id="9" name="">
            <a:extLst xmlns:a="http://schemas.openxmlformats.org/drawingml/2006/main">
              <a:ext uri="{FF2B5EF4-FFF2-40B4-BE49-F238E27FC236}">
                <a16:creationId xmlns:a16="http://schemas.microsoft.com/office/drawing/2014/main" id="{897AB266-0A11-4DE6-896F-3E9A467FD636}"/>
              </a:ext>
            </a:extLst>
          </p:cNvPr>
          <p:cNvSpPr>
            <a:spLocks xmlns:a="http://schemas.openxmlformats.org/drawingml/2006/main" noGrp="1"/>
          </p:cNvSpPr>
          <p:nvPr/>
        </p:nvSpPr>
        <p:spPr>
          <a:xfrm xmlns:a="http://schemas.openxmlformats.org/drawingml/2006/main">
            <a:off x="3524250" y="2114550"/>
            <a:ext cx="714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350" b="0">
                <a:solidFill>
                  <a:srgbClr val="17312C"/>
                </a:solidFill>
                <a:latin typeface="Arial"/>
                <a:ea typeface="Arial"/>
                <a:cs typeface="Arial"/>
              </a:defRPr>
            </a:defPPr>
            <a:lvl1pPr>
              <a:defRPr sz="1350" b="0">
                <a:solidFill>
                  <a:srgbClr val="17312C"/>
                </a:solidFill>
                <a:latin typeface="Arial"/>
                <a:ea typeface="Arial"/>
                <a:cs typeface="Arial"/>
              </a:defRPr>
            </a:lvl1pPr>
            <a:lvl2pPr>
              <a:defRPr sz="1350" b="0">
                <a:solidFill>
                  <a:srgbClr val="17312C"/>
                </a:solidFill>
                <a:latin typeface="Arial"/>
                <a:ea typeface="Arial"/>
                <a:cs typeface="Arial"/>
              </a:defRPr>
            </a:lvl2pPr>
            <a:lvl3pPr>
              <a:defRPr sz="1350" b="0">
                <a:solidFill>
                  <a:srgbClr val="17312C"/>
                </a:solidFill>
                <a:latin typeface="Arial"/>
                <a:ea typeface="Arial"/>
                <a:cs typeface="Arial"/>
              </a:defRPr>
            </a:lvl3pPr>
            <a:lvl4pPr>
              <a:defRPr sz="1350" b="0">
                <a:solidFill>
                  <a:srgbClr val="17312C"/>
                </a:solidFill>
                <a:latin typeface="Arial"/>
                <a:ea typeface="Arial"/>
                <a:cs typeface="Arial"/>
              </a:defRPr>
            </a:lvl4pPr>
            <a:lvl5pPr>
              <a:defRPr sz="1350" b="0">
                <a:solidFill>
                  <a:srgbClr val="17312C"/>
                </a:solidFill>
                <a:latin typeface="Arial"/>
                <a:ea typeface="Arial"/>
                <a:cs typeface="Arial"/>
              </a:defRPr>
            </a:lvl5pPr>
            <a:lvl6pPr>
              <a:defRPr sz="1350" b="0">
                <a:solidFill>
                  <a:srgbClr val="17312C"/>
                </a:solidFill>
                <a:latin typeface="Arial"/>
                <a:ea typeface="Arial"/>
                <a:cs typeface="Arial"/>
              </a:defRPr>
            </a:lvl6pPr>
            <a:lvl7pPr>
              <a:defRPr sz="1350" b="0">
                <a:solidFill>
                  <a:srgbClr val="17312C"/>
                </a:solidFill>
                <a:latin typeface="Arial"/>
                <a:ea typeface="Arial"/>
                <a:cs typeface="Arial"/>
              </a:defRPr>
            </a:lvl7pPr>
            <a:lvl8pPr>
              <a:defRPr sz="1350" b="0">
                <a:solidFill>
                  <a:srgbClr val="17312C"/>
                </a:solidFill>
                <a:latin typeface="Arial"/>
                <a:ea typeface="Arial"/>
                <a:cs typeface="Arial"/>
              </a:defRPr>
            </a:lvl8pPr>
            <a:lvl9pPr>
              <a:defRPr sz="1350" b="0">
                <a:solidFill>
                  <a:srgbClr val="17312C"/>
                </a:solidFill>
                <a:latin typeface="Arial"/>
                <a:ea typeface="Arial"/>
                <a:cs typeface="Arial"/>
              </a:defRPr>
            </a:lvl9pPr>
          </a:lstStyle>
          <a:p xmlns:a="http://schemas.openxmlformats.org/drawingml/2006/main">
            <a:pPr>
              <a:defRPr sz="1350" b="0">
                <a:solidFill>
                  <a:srgbClr val="17312C"/>
                </a:solidFill>
                <a:latin typeface="Arial"/>
                <a:ea typeface="Arial"/>
                <a:cs typeface="Arial"/>
              </a:defRPr>
            </a:pPr>
            <a:r>
              <a:rPr sz="1350" b="0">
                <a:solidFill>
                  <a:srgbClr val="17312C"/>
                </a:solidFill>
                <a:latin typeface="Arial"/>
                <a:ea typeface="Arial"/>
                <a:cs typeface="Arial"/>
              </a:rPr>
              <a:t>Argon2id, khóa tạm sau nhiều lần sai, cookie HttpOnly/SameSite và CSRF</a:t>
            </a:r>
          </a:p>
        </p:txBody>
      </p:sp>
      <p:sp>
        <p:nvSpPr>
          <p:cNvPr id="10" name="">
            <a:extLst xmlns:a="http://schemas.openxmlformats.org/drawingml/2006/main">
              <a:ext uri="{FF2B5EF4-FFF2-40B4-BE49-F238E27FC236}">
                <a16:creationId xmlns:a16="http://schemas.microsoft.com/office/drawing/2014/main" id="{A3A7090F-F824-47D4-B71A-CB144CA921CD}"/>
              </a:ext>
            </a:extLst>
          </p:cNvPr>
          <p:cNvSpPr>
            <a:spLocks xmlns:a="http://schemas.openxmlformats.org/drawingml/2006/main" noGrp="1"/>
          </p:cNvSpPr>
          <p:nvPr/>
        </p:nvSpPr>
        <p:spPr>
          <a:xfrm xmlns:a="http://schemas.openxmlformats.org/drawingml/2006/main">
            <a:off x="514350" y="2857500"/>
            <a:ext cx="10515600" cy="666750"/>
          </a:xfrm>
          <a:prstGeom xmlns:a="http://schemas.openxmlformats.org/drawingml/2006/main" prst="roundRect">
            <a:avLst>
              <a:gd name="adj" fmla="val 17143"/>
            </a:avLst>
          </a:prstGeom>
          <a:solidFill xmlns:a="http://schemas.openxmlformats.org/drawingml/2006/main">
            <a:srgbClr val="DFF3F7"/>
          </a:solidFill>
          <a:ln xmlns:a="http://schemas.openxmlformats.org/drawingml/2006/main" w="9525">
            <a:solidFill>
              <a:srgbClr val="D7E3DE"/>
            </a:solidFill>
            <a:prstDash val="solid"/>
          </a:ln>
        </p:spPr>
      </p:sp>
      <p:sp>
        <p:nvSpPr>
          <p:cNvPr id="11" name="">
            <a:extLst xmlns:a="http://schemas.openxmlformats.org/drawingml/2006/main">
              <a:ext uri="{FF2B5EF4-FFF2-40B4-BE49-F238E27FC236}">
                <a16:creationId xmlns:a16="http://schemas.microsoft.com/office/drawing/2014/main" id="{17502605-8F8A-4372-8FA2-14171D6A10CF}"/>
              </a:ext>
            </a:extLst>
          </p:cNvPr>
          <p:cNvSpPr>
            <a:spLocks xmlns:a="http://schemas.openxmlformats.org/drawingml/2006/main" noGrp="1"/>
          </p:cNvSpPr>
          <p:nvPr/>
        </p:nvSpPr>
        <p:spPr>
          <a:xfrm xmlns:a="http://schemas.openxmlformats.org/drawingml/2006/main">
            <a:off x="781050" y="299085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1">
                <a:solidFill>
                  <a:srgbClr val="123C52"/>
                </a:solidFill>
                <a:latin typeface="Arial"/>
                <a:ea typeface="Arial"/>
                <a:cs typeface="Arial"/>
              </a:defRPr>
            </a:defPPr>
            <a:lvl1pPr>
              <a:defRPr sz="1500" b="1">
                <a:solidFill>
                  <a:srgbClr val="123C52"/>
                </a:solidFill>
                <a:latin typeface="Arial"/>
                <a:ea typeface="Arial"/>
                <a:cs typeface="Arial"/>
              </a:defRPr>
            </a:lvl1pPr>
            <a:lvl2pPr>
              <a:defRPr sz="1500" b="1">
                <a:solidFill>
                  <a:srgbClr val="123C52"/>
                </a:solidFill>
                <a:latin typeface="Arial"/>
                <a:ea typeface="Arial"/>
                <a:cs typeface="Arial"/>
              </a:defRPr>
            </a:lvl2pPr>
            <a:lvl3pPr>
              <a:defRPr sz="1500" b="1">
                <a:solidFill>
                  <a:srgbClr val="123C52"/>
                </a:solidFill>
                <a:latin typeface="Arial"/>
                <a:ea typeface="Arial"/>
                <a:cs typeface="Arial"/>
              </a:defRPr>
            </a:lvl3pPr>
            <a:lvl4pPr>
              <a:defRPr sz="1500" b="1">
                <a:solidFill>
                  <a:srgbClr val="123C52"/>
                </a:solidFill>
                <a:latin typeface="Arial"/>
                <a:ea typeface="Arial"/>
                <a:cs typeface="Arial"/>
              </a:defRPr>
            </a:lvl4pPr>
            <a:lvl5pPr>
              <a:defRPr sz="1500" b="1">
                <a:solidFill>
                  <a:srgbClr val="123C52"/>
                </a:solidFill>
                <a:latin typeface="Arial"/>
                <a:ea typeface="Arial"/>
                <a:cs typeface="Arial"/>
              </a:defRPr>
            </a:lvl5pPr>
            <a:lvl6pPr>
              <a:defRPr sz="1500" b="1">
                <a:solidFill>
                  <a:srgbClr val="123C52"/>
                </a:solidFill>
                <a:latin typeface="Arial"/>
                <a:ea typeface="Arial"/>
                <a:cs typeface="Arial"/>
              </a:defRPr>
            </a:lvl6pPr>
            <a:lvl7pPr>
              <a:defRPr sz="1500" b="1">
                <a:solidFill>
                  <a:srgbClr val="123C52"/>
                </a:solidFill>
                <a:latin typeface="Arial"/>
                <a:ea typeface="Arial"/>
                <a:cs typeface="Arial"/>
              </a:defRPr>
            </a:lvl7pPr>
            <a:lvl8pPr>
              <a:defRPr sz="1500" b="1">
                <a:solidFill>
                  <a:srgbClr val="123C52"/>
                </a:solidFill>
                <a:latin typeface="Arial"/>
                <a:ea typeface="Arial"/>
                <a:cs typeface="Arial"/>
              </a:defRPr>
            </a:lvl8pPr>
            <a:lvl9pPr>
              <a:defRPr sz="1500" b="1">
                <a:solidFill>
                  <a:srgbClr val="123C52"/>
                </a:solidFill>
                <a:latin typeface="Arial"/>
                <a:ea typeface="Arial"/>
                <a:cs typeface="Arial"/>
              </a:defRPr>
            </a:lvl9pPr>
          </a:lstStyle>
          <a:p xmlns:a="http://schemas.openxmlformats.org/drawingml/2006/main">
            <a:pPr>
              <a:defRPr sz="1500" b="1">
                <a:solidFill>
                  <a:srgbClr val="123C52"/>
                </a:solidFill>
                <a:latin typeface="Arial"/>
                <a:ea typeface="Arial"/>
                <a:cs typeface="Arial"/>
              </a:defRPr>
            </a:pPr>
            <a:r>
              <a:rPr sz="1500" b="1">
                <a:solidFill>
                  <a:srgbClr val="123C52"/>
                </a:solidFill>
                <a:latin typeface="Arial"/>
                <a:ea typeface="Arial"/>
                <a:cs typeface="Arial"/>
              </a:rPr>
              <a:t>Kênh truyền</a:t>
            </a:r>
          </a:p>
        </p:txBody>
      </p:sp>
      <p:sp>
        <p:nvSpPr>
          <p:cNvPr id="12" name="">
            <a:extLst xmlns:a="http://schemas.openxmlformats.org/drawingml/2006/main">
              <a:ext uri="{FF2B5EF4-FFF2-40B4-BE49-F238E27FC236}">
                <a16:creationId xmlns:a16="http://schemas.microsoft.com/office/drawing/2014/main" id="{7C18D586-BA68-418B-AA02-1F9EEF35680A}"/>
              </a:ext>
            </a:extLst>
          </p:cNvPr>
          <p:cNvSpPr>
            <a:spLocks xmlns:a="http://schemas.openxmlformats.org/drawingml/2006/main" noGrp="1"/>
          </p:cNvSpPr>
          <p:nvPr/>
        </p:nvSpPr>
        <p:spPr>
          <a:xfrm xmlns:a="http://schemas.openxmlformats.org/drawingml/2006/main">
            <a:off x="3524250" y="2971800"/>
            <a:ext cx="714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350" b="0">
                <a:solidFill>
                  <a:srgbClr val="17312C"/>
                </a:solidFill>
                <a:latin typeface="Arial"/>
                <a:ea typeface="Arial"/>
                <a:cs typeface="Arial"/>
              </a:defRPr>
            </a:defPPr>
            <a:lvl1pPr>
              <a:defRPr sz="1350" b="0">
                <a:solidFill>
                  <a:srgbClr val="17312C"/>
                </a:solidFill>
                <a:latin typeface="Arial"/>
                <a:ea typeface="Arial"/>
                <a:cs typeface="Arial"/>
              </a:defRPr>
            </a:lvl1pPr>
            <a:lvl2pPr>
              <a:defRPr sz="1350" b="0">
                <a:solidFill>
                  <a:srgbClr val="17312C"/>
                </a:solidFill>
                <a:latin typeface="Arial"/>
                <a:ea typeface="Arial"/>
                <a:cs typeface="Arial"/>
              </a:defRPr>
            </a:lvl2pPr>
            <a:lvl3pPr>
              <a:defRPr sz="1350" b="0">
                <a:solidFill>
                  <a:srgbClr val="17312C"/>
                </a:solidFill>
                <a:latin typeface="Arial"/>
                <a:ea typeface="Arial"/>
                <a:cs typeface="Arial"/>
              </a:defRPr>
            </a:lvl3pPr>
            <a:lvl4pPr>
              <a:defRPr sz="1350" b="0">
                <a:solidFill>
                  <a:srgbClr val="17312C"/>
                </a:solidFill>
                <a:latin typeface="Arial"/>
                <a:ea typeface="Arial"/>
                <a:cs typeface="Arial"/>
              </a:defRPr>
            </a:lvl4pPr>
            <a:lvl5pPr>
              <a:defRPr sz="1350" b="0">
                <a:solidFill>
                  <a:srgbClr val="17312C"/>
                </a:solidFill>
                <a:latin typeface="Arial"/>
                <a:ea typeface="Arial"/>
                <a:cs typeface="Arial"/>
              </a:defRPr>
            </a:lvl5pPr>
            <a:lvl6pPr>
              <a:defRPr sz="1350" b="0">
                <a:solidFill>
                  <a:srgbClr val="17312C"/>
                </a:solidFill>
                <a:latin typeface="Arial"/>
                <a:ea typeface="Arial"/>
                <a:cs typeface="Arial"/>
              </a:defRPr>
            </a:lvl6pPr>
            <a:lvl7pPr>
              <a:defRPr sz="1350" b="0">
                <a:solidFill>
                  <a:srgbClr val="17312C"/>
                </a:solidFill>
                <a:latin typeface="Arial"/>
                <a:ea typeface="Arial"/>
                <a:cs typeface="Arial"/>
              </a:defRPr>
            </a:lvl7pPr>
            <a:lvl8pPr>
              <a:defRPr sz="1350" b="0">
                <a:solidFill>
                  <a:srgbClr val="17312C"/>
                </a:solidFill>
                <a:latin typeface="Arial"/>
                <a:ea typeface="Arial"/>
                <a:cs typeface="Arial"/>
              </a:defRPr>
            </a:lvl8pPr>
            <a:lvl9pPr>
              <a:defRPr sz="1350" b="0">
                <a:solidFill>
                  <a:srgbClr val="17312C"/>
                </a:solidFill>
                <a:latin typeface="Arial"/>
                <a:ea typeface="Arial"/>
                <a:cs typeface="Arial"/>
              </a:defRPr>
            </a:lvl9pPr>
          </a:lstStyle>
          <a:p xmlns:a="http://schemas.openxmlformats.org/drawingml/2006/main">
            <a:pPr>
              <a:defRPr sz="1350" b="0">
                <a:solidFill>
                  <a:srgbClr val="17312C"/>
                </a:solidFill>
                <a:latin typeface="Arial"/>
                <a:ea typeface="Arial"/>
                <a:cs typeface="Arial"/>
              </a:defRPr>
            </a:pPr>
            <a:r>
              <a:rPr sz="1350" b="0">
                <a:solidFill>
                  <a:srgbClr val="17312C"/>
                </a:solidFill>
                <a:latin typeface="Arial"/>
                <a:ea typeface="Arial"/>
                <a:cs typeface="Arial"/>
              </a:rPr>
              <a:t>TLS 1.2 trở lên, HTTPS/WSS, certificate pinning và Bearer token trong header</a:t>
            </a:r>
          </a:p>
        </p:txBody>
      </p:sp>
      <p:sp>
        <p:nvSpPr>
          <p:cNvPr id="13" name="">
            <a:extLst xmlns:a="http://schemas.openxmlformats.org/drawingml/2006/main">
              <a:ext uri="{FF2B5EF4-FFF2-40B4-BE49-F238E27FC236}">
                <a16:creationId xmlns:a16="http://schemas.microsoft.com/office/drawing/2014/main" id="{86D37490-B15C-4AB8-9413-40326063D247}"/>
              </a:ext>
            </a:extLst>
          </p:cNvPr>
          <p:cNvSpPr>
            <a:spLocks xmlns:a="http://schemas.openxmlformats.org/drawingml/2006/main" noGrp="1"/>
          </p:cNvSpPr>
          <p:nvPr/>
        </p:nvSpPr>
        <p:spPr>
          <a:xfrm xmlns:a="http://schemas.openxmlformats.org/drawingml/2006/main">
            <a:off x="514350" y="3714750"/>
            <a:ext cx="10515600" cy="666750"/>
          </a:xfrm>
          <a:prstGeom xmlns:a="http://schemas.openxmlformats.org/drawingml/2006/main" prst="roundRect">
            <a:avLst>
              <a:gd name="adj" fmla="val 17143"/>
            </a:avLst>
          </a:prstGeom>
          <a:solidFill xmlns:a="http://schemas.openxmlformats.org/drawingml/2006/main">
            <a:srgbClr val="F8E7BF"/>
          </a:solidFill>
          <a:ln xmlns:a="http://schemas.openxmlformats.org/drawingml/2006/main" w="9525">
            <a:solidFill>
              <a:srgbClr val="D7E3DE"/>
            </a:solidFill>
            <a:prstDash val="solid"/>
          </a:ln>
        </p:spPr>
      </p:sp>
      <p:sp>
        <p:nvSpPr>
          <p:cNvPr id="14" name="">
            <a:extLst xmlns:a="http://schemas.openxmlformats.org/drawingml/2006/main">
              <a:ext uri="{FF2B5EF4-FFF2-40B4-BE49-F238E27FC236}">
                <a16:creationId xmlns:a16="http://schemas.microsoft.com/office/drawing/2014/main" id="{F03FEE5D-C850-404D-B9B7-60D0C9DC6B00}"/>
              </a:ext>
            </a:extLst>
          </p:cNvPr>
          <p:cNvSpPr>
            <a:spLocks xmlns:a="http://schemas.openxmlformats.org/drawingml/2006/main" noGrp="1"/>
          </p:cNvSpPr>
          <p:nvPr/>
        </p:nvSpPr>
        <p:spPr>
          <a:xfrm xmlns:a="http://schemas.openxmlformats.org/drawingml/2006/main">
            <a:off x="781050" y="384810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1">
                <a:solidFill>
                  <a:srgbClr val="123C52"/>
                </a:solidFill>
                <a:latin typeface="Arial"/>
                <a:ea typeface="Arial"/>
                <a:cs typeface="Arial"/>
              </a:defRPr>
            </a:defPPr>
            <a:lvl1pPr>
              <a:defRPr sz="1500" b="1">
                <a:solidFill>
                  <a:srgbClr val="123C52"/>
                </a:solidFill>
                <a:latin typeface="Arial"/>
                <a:ea typeface="Arial"/>
                <a:cs typeface="Arial"/>
              </a:defRPr>
            </a:lvl1pPr>
            <a:lvl2pPr>
              <a:defRPr sz="1500" b="1">
                <a:solidFill>
                  <a:srgbClr val="123C52"/>
                </a:solidFill>
                <a:latin typeface="Arial"/>
                <a:ea typeface="Arial"/>
                <a:cs typeface="Arial"/>
              </a:defRPr>
            </a:lvl2pPr>
            <a:lvl3pPr>
              <a:defRPr sz="1500" b="1">
                <a:solidFill>
                  <a:srgbClr val="123C52"/>
                </a:solidFill>
                <a:latin typeface="Arial"/>
                <a:ea typeface="Arial"/>
                <a:cs typeface="Arial"/>
              </a:defRPr>
            </a:lvl3pPr>
            <a:lvl4pPr>
              <a:defRPr sz="1500" b="1">
                <a:solidFill>
                  <a:srgbClr val="123C52"/>
                </a:solidFill>
                <a:latin typeface="Arial"/>
                <a:ea typeface="Arial"/>
                <a:cs typeface="Arial"/>
              </a:defRPr>
            </a:lvl4pPr>
            <a:lvl5pPr>
              <a:defRPr sz="1500" b="1">
                <a:solidFill>
                  <a:srgbClr val="123C52"/>
                </a:solidFill>
                <a:latin typeface="Arial"/>
                <a:ea typeface="Arial"/>
                <a:cs typeface="Arial"/>
              </a:defRPr>
            </a:lvl5pPr>
            <a:lvl6pPr>
              <a:defRPr sz="1500" b="1">
                <a:solidFill>
                  <a:srgbClr val="123C52"/>
                </a:solidFill>
                <a:latin typeface="Arial"/>
                <a:ea typeface="Arial"/>
                <a:cs typeface="Arial"/>
              </a:defRPr>
            </a:lvl6pPr>
            <a:lvl7pPr>
              <a:defRPr sz="1500" b="1">
                <a:solidFill>
                  <a:srgbClr val="123C52"/>
                </a:solidFill>
                <a:latin typeface="Arial"/>
                <a:ea typeface="Arial"/>
                <a:cs typeface="Arial"/>
              </a:defRPr>
            </a:lvl7pPr>
            <a:lvl8pPr>
              <a:defRPr sz="1500" b="1">
                <a:solidFill>
                  <a:srgbClr val="123C52"/>
                </a:solidFill>
                <a:latin typeface="Arial"/>
                <a:ea typeface="Arial"/>
                <a:cs typeface="Arial"/>
              </a:defRPr>
            </a:lvl8pPr>
            <a:lvl9pPr>
              <a:defRPr sz="1500" b="1">
                <a:solidFill>
                  <a:srgbClr val="123C52"/>
                </a:solidFill>
                <a:latin typeface="Arial"/>
                <a:ea typeface="Arial"/>
                <a:cs typeface="Arial"/>
              </a:defRPr>
            </a:lvl9pPr>
          </a:lstStyle>
          <a:p xmlns:a="http://schemas.openxmlformats.org/drawingml/2006/main">
            <a:pPr>
              <a:defRPr sz="1500" b="1">
                <a:solidFill>
                  <a:srgbClr val="123C52"/>
                </a:solidFill>
                <a:latin typeface="Arial"/>
                <a:ea typeface="Arial"/>
                <a:cs typeface="Arial"/>
              </a:defRPr>
            </a:pPr>
            <a:r>
              <a:rPr sz="1500" b="1">
                <a:solidFill>
                  <a:srgbClr val="123C52"/>
                </a:solidFill>
                <a:latin typeface="Arial"/>
                <a:ea typeface="Arial"/>
                <a:cs typeface="Arial"/>
              </a:rPr>
              <a:t>Dữ liệu lưu trữ</a:t>
            </a:r>
          </a:p>
        </p:txBody>
      </p:sp>
      <p:sp>
        <p:nvSpPr>
          <p:cNvPr id="15" name="">
            <a:extLst xmlns:a="http://schemas.openxmlformats.org/drawingml/2006/main">
              <a:ext uri="{FF2B5EF4-FFF2-40B4-BE49-F238E27FC236}">
                <a16:creationId xmlns:a16="http://schemas.microsoft.com/office/drawing/2014/main" id="{ED9EB5A2-4CD6-4AB5-BB97-CA72213FA8D6}"/>
              </a:ext>
            </a:extLst>
          </p:cNvPr>
          <p:cNvSpPr>
            <a:spLocks xmlns:a="http://schemas.openxmlformats.org/drawingml/2006/main" noGrp="1"/>
          </p:cNvSpPr>
          <p:nvPr/>
        </p:nvSpPr>
        <p:spPr>
          <a:xfrm xmlns:a="http://schemas.openxmlformats.org/drawingml/2006/main">
            <a:off x="3524250" y="3829050"/>
            <a:ext cx="714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350" b="0">
                <a:solidFill>
                  <a:srgbClr val="17312C"/>
                </a:solidFill>
                <a:latin typeface="Arial"/>
                <a:ea typeface="Arial"/>
                <a:cs typeface="Arial"/>
              </a:defRPr>
            </a:defPPr>
            <a:lvl1pPr>
              <a:defRPr sz="1350" b="0">
                <a:solidFill>
                  <a:srgbClr val="17312C"/>
                </a:solidFill>
                <a:latin typeface="Arial"/>
                <a:ea typeface="Arial"/>
                <a:cs typeface="Arial"/>
              </a:defRPr>
            </a:lvl1pPr>
            <a:lvl2pPr>
              <a:defRPr sz="1350" b="0">
                <a:solidFill>
                  <a:srgbClr val="17312C"/>
                </a:solidFill>
                <a:latin typeface="Arial"/>
                <a:ea typeface="Arial"/>
                <a:cs typeface="Arial"/>
              </a:defRPr>
            </a:lvl2pPr>
            <a:lvl3pPr>
              <a:defRPr sz="1350" b="0">
                <a:solidFill>
                  <a:srgbClr val="17312C"/>
                </a:solidFill>
                <a:latin typeface="Arial"/>
                <a:ea typeface="Arial"/>
                <a:cs typeface="Arial"/>
              </a:defRPr>
            </a:lvl3pPr>
            <a:lvl4pPr>
              <a:defRPr sz="1350" b="0">
                <a:solidFill>
                  <a:srgbClr val="17312C"/>
                </a:solidFill>
                <a:latin typeface="Arial"/>
                <a:ea typeface="Arial"/>
                <a:cs typeface="Arial"/>
              </a:defRPr>
            </a:lvl4pPr>
            <a:lvl5pPr>
              <a:defRPr sz="1350" b="0">
                <a:solidFill>
                  <a:srgbClr val="17312C"/>
                </a:solidFill>
                <a:latin typeface="Arial"/>
                <a:ea typeface="Arial"/>
                <a:cs typeface="Arial"/>
              </a:defRPr>
            </a:lvl5pPr>
            <a:lvl6pPr>
              <a:defRPr sz="1350" b="0">
                <a:solidFill>
                  <a:srgbClr val="17312C"/>
                </a:solidFill>
                <a:latin typeface="Arial"/>
                <a:ea typeface="Arial"/>
                <a:cs typeface="Arial"/>
              </a:defRPr>
            </a:lvl6pPr>
            <a:lvl7pPr>
              <a:defRPr sz="1350" b="0">
                <a:solidFill>
                  <a:srgbClr val="17312C"/>
                </a:solidFill>
                <a:latin typeface="Arial"/>
                <a:ea typeface="Arial"/>
                <a:cs typeface="Arial"/>
              </a:defRPr>
            </a:lvl7pPr>
            <a:lvl8pPr>
              <a:defRPr sz="1350" b="0">
                <a:solidFill>
                  <a:srgbClr val="17312C"/>
                </a:solidFill>
                <a:latin typeface="Arial"/>
                <a:ea typeface="Arial"/>
                <a:cs typeface="Arial"/>
              </a:defRPr>
            </a:lvl8pPr>
            <a:lvl9pPr>
              <a:defRPr sz="1350" b="0">
                <a:solidFill>
                  <a:srgbClr val="17312C"/>
                </a:solidFill>
                <a:latin typeface="Arial"/>
                <a:ea typeface="Arial"/>
                <a:cs typeface="Arial"/>
              </a:defRPr>
            </a:lvl9pPr>
          </a:lstStyle>
          <a:p xmlns:a="http://schemas.openxmlformats.org/drawingml/2006/main">
            <a:pPr>
              <a:defRPr sz="1350" b="0">
                <a:solidFill>
                  <a:srgbClr val="17312C"/>
                </a:solidFill>
                <a:latin typeface="Arial"/>
                <a:ea typeface="Arial"/>
                <a:cs typeface="Arial"/>
              </a:defRPr>
            </a:pPr>
            <a:r>
              <a:rPr sz="1350" b="0">
                <a:solidFill>
                  <a:srgbClr val="17312C"/>
                </a:solidFill>
                <a:latin typeface="Arial"/>
                <a:ea typeface="Arial"/>
                <a:cs typeface="Arial"/>
              </a:rPr>
              <a:t>AES-256-GCM phía server, DPAPI LocalMachine phía agent và token dạng hash</a:t>
            </a:r>
          </a:p>
        </p:txBody>
      </p:sp>
      <p:sp>
        <p:nvSpPr>
          <p:cNvPr id="16" name="">
            <a:extLst xmlns:a="http://schemas.openxmlformats.org/drawingml/2006/main">
              <a:ext uri="{FF2B5EF4-FFF2-40B4-BE49-F238E27FC236}">
                <a16:creationId xmlns:a16="http://schemas.microsoft.com/office/drawing/2014/main" id="{6BF50960-6FB0-48B4-9C83-FB58E83D94F5}"/>
              </a:ext>
            </a:extLst>
          </p:cNvPr>
          <p:cNvSpPr>
            <a:spLocks xmlns:a="http://schemas.openxmlformats.org/drawingml/2006/main" noGrp="1"/>
          </p:cNvSpPr>
          <p:nvPr/>
        </p:nvSpPr>
        <p:spPr>
          <a:xfrm xmlns:a="http://schemas.openxmlformats.org/drawingml/2006/main">
            <a:off x="514350" y="4572000"/>
            <a:ext cx="10515600" cy="666750"/>
          </a:xfrm>
          <a:prstGeom xmlns:a="http://schemas.openxmlformats.org/drawingml/2006/main" prst="roundRect">
            <a:avLst>
              <a:gd name="adj" fmla="val 17143"/>
            </a:avLst>
          </a:prstGeom>
          <a:solidFill xmlns:a="http://schemas.openxmlformats.org/drawingml/2006/main">
            <a:srgbClr val="E8E4F7"/>
          </a:solidFill>
          <a:ln xmlns:a="http://schemas.openxmlformats.org/drawingml/2006/main" w="9525">
            <a:solidFill>
              <a:srgbClr val="D7E3DE"/>
            </a:solidFill>
            <a:prstDash val="solid"/>
          </a:ln>
        </p:spPr>
      </p:sp>
      <p:sp>
        <p:nvSpPr>
          <p:cNvPr id="17" name="">
            <a:extLst xmlns:a="http://schemas.openxmlformats.org/drawingml/2006/main">
              <a:ext uri="{FF2B5EF4-FFF2-40B4-BE49-F238E27FC236}">
                <a16:creationId xmlns:a16="http://schemas.microsoft.com/office/drawing/2014/main" id="{7E60EFFA-4627-4469-A425-3A38F4407D22}"/>
              </a:ext>
            </a:extLst>
          </p:cNvPr>
          <p:cNvSpPr>
            <a:spLocks xmlns:a="http://schemas.openxmlformats.org/drawingml/2006/main" noGrp="1"/>
          </p:cNvSpPr>
          <p:nvPr/>
        </p:nvSpPr>
        <p:spPr>
          <a:xfrm xmlns:a="http://schemas.openxmlformats.org/drawingml/2006/main">
            <a:off x="781050" y="470535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1">
                <a:solidFill>
                  <a:srgbClr val="123C52"/>
                </a:solidFill>
                <a:latin typeface="Arial"/>
                <a:ea typeface="Arial"/>
                <a:cs typeface="Arial"/>
              </a:defRPr>
            </a:defPPr>
            <a:lvl1pPr>
              <a:defRPr sz="1500" b="1">
                <a:solidFill>
                  <a:srgbClr val="123C52"/>
                </a:solidFill>
                <a:latin typeface="Arial"/>
                <a:ea typeface="Arial"/>
                <a:cs typeface="Arial"/>
              </a:defRPr>
            </a:lvl1pPr>
            <a:lvl2pPr>
              <a:defRPr sz="1500" b="1">
                <a:solidFill>
                  <a:srgbClr val="123C52"/>
                </a:solidFill>
                <a:latin typeface="Arial"/>
                <a:ea typeface="Arial"/>
                <a:cs typeface="Arial"/>
              </a:defRPr>
            </a:lvl2pPr>
            <a:lvl3pPr>
              <a:defRPr sz="1500" b="1">
                <a:solidFill>
                  <a:srgbClr val="123C52"/>
                </a:solidFill>
                <a:latin typeface="Arial"/>
                <a:ea typeface="Arial"/>
                <a:cs typeface="Arial"/>
              </a:defRPr>
            </a:lvl3pPr>
            <a:lvl4pPr>
              <a:defRPr sz="1500" b="1">
                <a:solidFill>
                  <a:srgbClr val="123C52"/>
                </a:solidFill>
                <a:latin typeface="Arial"/>
                <a:ea typeface="Arial"/>
                <a:cs typeface="Arial"/>
              </a:defRPr>
            </a:lvl4pPr>
            <a:lvl5pPr>
              <a:defRPr sz="1500" b="1">
                <a:solidFill>
                  <a:srgbClr val="123C52"/>
                </a:solidFill>
                <a:latin typeface="Arial"/>
                <a:ea typeface="Arial"/>
                <a:cs typeface="Arial"/>
              </a:defRPr>
            </a:lvl5pPr>
            <a:lvl6pPr>
              <a:defRPr sz="1500" b="1">
                <a:solidFill>
                  <a:srgbClr val="123C52"/>
                </a:solidFill>
                <a:latin typeface="Arial"/>
                <a:ea typeface="Arial"/>
                <a:cs typeface="Arial"/>
              </a:defRPr>
            </a:lvl6pPr>
            <a:lvl7pPr>
              <a:defRPr sz="1500" b="1">
                <a:solidFill>
                  <a:srgbClr val="123C52"/>
                </a:solidFill>
                <a:latin typeface="Arial"/>
                <a:ea typeface="Arial"/>
                <a:cs typeface="Arial"/>
              </a:defRPr>
            </a:lvl7pPr>
            <a:lvl8pPr>
              <a:defRPr sz="1500" b="1">
                <a:solidFill>
                  <a:srgbClr val="123C52"/>
                </a:solidFill>
                <a:latin typeface="Arial"/>
                <a:ea typeface="Arial"/>
                <a:cs typeface="Arial"/>
              </a:defRPr>
            </a:lvl8pPr>
            <a:lvl9pPr>
              <a:defRPr sz="1500" b="1">
                <a:solidFill>
                  <a:srgbClr val="123C52"/>
                </a:solidFill>
                <a:latin typeface="Arial"/>
                <a:ea typeface="Arial"/>
                <a:cs typeface="Arial"/>
              </a:defRPr>
            </a:lvl9pPr>
          </a:lstStyle>
          <a:p xmlns:a="http://schemas.openxmlformats.org/drawingml/2006/main">
            <a:pPr>
              <a:defRPr sz="1500" b="1">
                <a:solidFill>
                  <a:srgbClr val="123C52"/>
                </a:solidFill>
                <a:latin typeface="Arial"/>
                <a:ea typeface="Arial"/>
                <a:cs typeface="Arial"/>
              </a:defRPr>
            </a:pPr>
            <a:r>
              <a:rPr sz="1500" b="1">
                <a:solidFill>
                  <a:srgbClr val="123C52"/>
                </a:solidFill>
                <a:latin typeface="Arial"/>
                <a:ea typeface="Arial"/>
                <a:cs typeface="Arial"/>
              </a:rPr>
              <a:t>Thiết bị và đặc quyền</a:t>
            </a:r>
          </a:p>
        </p:txBody>
      </p:sp>
      <p:sp>
        <p:nvSpPr>
          <p:cNvPr id="18" name="">
            <a:extLst xmlns:a="http://schemas.openxmlformats.org/drawingml/2006/main">
              <a:ext uri="{FF2B5EF4-FFF2-40B4-BE49-F238E27FC236}">
                <a16:creationId xmlns:a16="http://schemas.microsoft.com/office/drawing/2014/main" id="{E44D6E18-86C1-4E67-8A5B-7AA3BFD56B4E}"/>
              </a:ext>
            </a:extLst>
          </p:cNvPr>
          <p:cNvSpPr>
            <a:spLocks xmlns:a="http://schemas.openxmlformats.org/drawingml/2006/main" noGrp="1"/>
          </p:cNvSpPr>
          <p:nvPr/>
        </p:nvSpPr>
        <p:spPr>
          <a:xfrm xmlns:a="http://schemas.openxmlformats.org/drawingml/2006/main">
            <a:off x="3524250" y="4686300"/>
            <a:ext cx="714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350" b="0">
                <a:solidFill>
                  <a:srgbClr val="17312C"/>
                </a:solidFill>
                <a:latin typeface="Arial"/>
                <a:ea typeface="Arial"/>
                <a:cs typeface="Arial"/>
              </a:defRPr>
            </a:defPPr>
            <a:lvl1pPr>
              <a:defRPr sz="1350" b="0">
                <a:solidFill>
                  <a:srgbClr val="17312C"/>
                </a:solidFill>
                <a:latin typeface="Arial"/>
                <a:ea typeface="Arial"/>
                <a:cs typeface="Arial"/>
              </a:defRPr>
            </a:lvl1pPr>
            <a:lvl2pPr>
              <a:defRPr sz="1350" b="0">
                <a:solidFill>
                  <a:srgbClr val="17312C"/>
                </a:solidFill>
                <a:latin typeface="Arial"/>
                <a:ea typeface="Arial"/>
                <a:cs typeface="Arial"/>
              </a:defRPr>
            </a:lvl2pPr>
            <a:lvl3pPr>
              <a:defRPr sz="1350" b="0">
                <a:solidFill>
                  <a:srgbClr val="17312C"/>
                </a:solidFill>
                <a:latin typeface="Arial"/>
                <a:ea typeface="Arial"/>
                <a:cs typeface="Arial"/>
              </a:defRPr>
            </a:lvl3pPr>
            <a:lvl4pPr>
              <a:defRPr sz="1350" b="0">
                <a:solidFill>
                  <a:srgbClr val="17312C"/>
                </a:solidFill>
                <a:latin typeface="Arial"/>
                <a:ea typeface="Arial"/>
                <a:cs typeface="Arial"/>
              </a:defRPr>
            </a:lvl4pPr>
            <a:lvl5pPr>
              <a:defRPr sz="1350" b="0">
                <a:solidFill>
                  <a:srgbClr val="17312C"/>
                </a:solidFill>
                <a:latin typeface="Arial"/>
                <a:ea typeface="Arial"/>
                <a:cs typeface="Arial"/>
              </a:defRPr>
            </a:lvl5pPr>
            <a:lvl6pPr>
              <a:defRPr sz="1350" b="0">
                <a:solidFill>
                  <a:srgbClr val="17312C"/>
                </a:solidFill>
                <a:latin typeface="Arial"/>
                <a:ea typeface="Arial"/>
                <a:cs typeface="Arial"/>
              </a:defRPr>
            </a:lvl6pPr>
            <a:lvl7pPr>
              <a:defRPr sz="1350" b="0">
                <a:solidFill>
                  <a:srgbClr val="17312C"/>
                </a:solidFill>
                <a:latin typeface="Arial"/>
                <a:ea typeface="Arial"/>
                <a:cs typeface="Arial"/>
              </a:defRPr>
            </a:lvl7pPr>
            <a:lvl8pPr>
              <a:defRPr sz="1350" b="0">
                <a:solidFill>
                  <a:srgbClr val="17312C"/>
                </a:solidFill>
                <a:latin typeface="Arial"/>
                <a:ea typeface="Arial"/>
                <a:cs typeface="Arial"/>
              </a:defRPr>
            </a:lvl8pPr>
            <a:lvl9pPr>
              <a:defRPr sz="1350" b="0">
                <a:solidFill>
                  <a:srgbClr val="17312C"/>
                </a:solidFill>
                <a:latin typeface="Arial"/>
                <a:ea typeface="Arial"/>
                <a:cs typeface="Arial"/>
              </a:defRPr>
            </a:lvl9pPr>
          </a:lstStyle>
          <a:p xmlns:a="http://schemas.openxmlformats.org/drawingml/2006/main">
            <a:pPr>
              <a:defRPr sz="1350" b="0">
                <a:solidFill>
                  <a:srgbClr val="17312C"/>
                </a:solidFill>
                <a:latin typeface="Arial"/>
                <a:ea typeface="Arial"/>
                <a:cs typeface="Arial"/>
              </a:defRPr>
            </a:pPr>
            <a:r>
              <a:rPr sz="1350" b="0">
                <a:solidFill>
                  <a:srgbClr val="17312C"/>
                </a:solidFill>
                <a:latin typeface="Arial"/>
                <a:ea typeface="Arial"/>
                <a:cs typeface="Arial"/>
              </a:rPr>
              <a:t>Thu hồi token, đóng WebSocket, tài khoản trẻ chuẩn và Tray watchdog</a:t>
            </a:r>
          </a:p>
        </p:txBody>
      </p:sp>
      <p:sp>
        <p:nvSpPr>
          <p:cNvPr id="19" name="">
            <a:extLst xmlns:a="http://schemas.openxmlformats.org/drawingml/2006/main">
              <a:ext uri="{FF2B5EF4-FFF2-40B4-BE49-F238E27FC236}">
                <a16:creationId xmlns:a16="http://schemas.microsoft.com/office/drawing/2014/main" id="{C2EB63A8-EA7E-4266-9EC4-72ADEDD21105}"/>
              </a:ext>
            </a:extLst>
          </p:cNvPr>
          <p:cNvSpPr>
            <a:spLocks xmlns:a="http://schemas.openxmlformats.org/drawingml/2006/main" noGrp="1"/>
          </p:cNvSpPr>
          <p:nvPr/>
        </p:nvSpPr>
        <p:spPr>
          <a:xfrm xmlns:a="http://schemas.openxmlformats.org/drawingml/2006/main">
            <a:off x="514350" y="5638800"/>
            <a:ext cx="1051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75" b="1">
                <a:solidFill>
                  <a:srgbClr val="A8484F"/>
                </a:solidFill>
                <a:latin typeface="Arial"/>
                <a:ea typeface="Arial"/>
                <a:cs typeface="Arial"/>
              </a:defRPr>
            </a:defPPr>
            <a:lvl1pPr>
              <a:defRPr sz="1275" b="1">
                <a:solidFill>
                  <a:srgbClr val="A8484F"/>
                </a:solidFill>
                <a:latin typeface="Arial"/>
                <a:ea typeface="Arial"/>
                <a:cs typeface="Arial"/>
              </a:defRPr>
            </a:lvl1pPr>
            <a:lvl2pPr>
              <a:defRPr sz="1275" b="1">
                <a:solidFill>
                  <a:srgbClr val="A8484F"/>
                </a:solidFill>
                <a:latin typeface="Arial"/>
                <a:ea typeface="Arial"/>
                <a:cs typeface="Arial"/>
              </a:defRPr>
            </a:lvl2pPr>
            <a:lvl3pPr>
              <a:defRPr sz="1275" b="1">
                <a:solidFill>
                  <a:srgbClr val="A8484F"/>
                </a:solidFill>
                <a:latin typeface="Arial"/>
                <a:ea typeface="Arial"/>
                <a:cs typeface="Arial"/>
              </a:defRPr>
            </a:lvl3pPr>
            <a:lvl4pPr>
              <a:defRPr sz="1275" b="1">
                <a:solidFill>
                  <a:srgbClr val="A8484F"/>
                </a:solidFill>
                <a:latin typeface="Arial"/>
                <a:ea typeface="Arial"/>
                <a:cs typeface="Arial"/>
              </a:defRPr>
            </a:lvl4pPr>
            <a:lvl5pPr>
              <a:defRPr sz="1275" b="1">
                <a:solidFill>
                  <a:srgbClr val="A8484F"/>
                </a:solidFill>
                <a:latin typeface="Arial"/>
                <a:ea typeface="Arial"/>
                <a:cs typeface="Arial"/>
              </a:defRPr>
            </a:lvl5pPr>
            <a:lvl6pPr>
              <a:defRPr sz="1275" b="1">
                <a:solidFill>
                  <a:srgbClr val="A8484F"/>
                </a:solidFill>
                <a:latin typeface="Arial"/>
                <a:ea typeface="Arial"/>
                <a:cs typeface="Arial"/>
              </a:defRPr>
            </a:lvl6pPr>
            <a:lvl7pPr>
              <a:defRPr sz="1275" b="1">
                <a:solidFill>
                  <a:srgbClr val="A8484F"/>
                </a:solidFill>
                <a:latin typeface="Arial"/>
                <a:ea typeface="Arial"/>
                <a:cs typeface="Arial"/>
              </a:defRPr>
            </a:lvl7pPr>
            <a:lvl8pPr>
              <a:defRPr sz="1275" b="1">
                <a:solidFill>
                  <a:srgbClr val="A8484F"/>
                </a:solidFill>
                <a:latin typeface="Arial"/>
                <a:ea typeface="Arial"/>
                <a:cs typeface="Arial"/>
              </a:defRPr>
            </a:lvl8pPr>
            <a:lvl9pPr>
              <a:defRPr sz="1275" b="1">
                <a:solidFill>
                  <a:srgbClr val="A8484F"/>
                </a:solidFill>
                <a:latin typeface="Arial"/>
                <a:ea typeface="Arial"/>
                <a:cs typeface="Arial"/>
              </a:defRPr>
            </a:lvl9pPr>
          </a:lstStyle>
          <a:p xmlns:a="http://schemas.openxmlformats.org/drawingml/2006/main">
            <a:pPr>
              <a:defRPr sz="1275" b="1">
                <a:solidFill>
                  <a:srgbClr val="A8484F"/>
                </a:solidFill>
                <a:latin typeface="Arial"/>
                <a:ea typeface="Arial"/>
                <a:cs typeface="Arial"/>
              </a:defRPr>
            </a:pPr>
            <a:r>
              <a:rPr sz="1275" b="1">
                <a:solidFill>
                  <a:srgbClr val="A8484F"/>
                </a:solidFill>
                <a:latin typeface="Arial"/>
                <a:ea typeface="Arial"/>
                <a:cs typeface="Arial"/>
              </a:rPr>
              <a:t>HTTP ngoài loopback bị từ chối mặc định. Mạng LAN lab phải bật ngoại lệ rõ ở server và agent.</a:t>
            </a:r>
          </a:p>
        </p:txBody>
      </p:sp>
    </p:spTree>
    <p:extLst>
      <p:ext uri="{BB962C8B-B14F-4D97-AF65-F5344CB8AC3E}">
        <p14:creationId xmlns:p14="http://schemas.microsoft.com/office/powerpoint/2010/main" val="1402423223"/>
      </p:ext>
    </p:extLst>
  </p:cSld>
</p:sld>
</file>

<file path=ppt/slides/slide15.xml><?xml version="1.0" encoding="utf-8"?>
<p:sld xmlns:p="http://schemas.openxmlformats.org/presentationml/2006/main">
  <p:cSld>
    <p:bg>
      <p:bgPr>
        <a:solidFill xmlns:a="http://schemas.openxmlformats.org/drawingml/2006/main">
          <a:srgbClr val="FBFC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E283B97-CD1C-44E0-86C9-2B40CBAFFD3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18D7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9461439-B180-4C52-8F0F-140518DD85B3}"/>
              </a:ext>
            </a:extLst>
          </p:cNvPr>
          <p:cNvSpPr>
            <a:spLocks xmlns:a="http://schemas.openxmlformats.org/drawingml/2006/main" noGrp="1"/>
          </p:cNvSpPr>
          <p:nvPr/>
        </p:nvSpPr>
        <p:spPr>
          <a:xfrm xmlns:a="http://schemas.openxmlformats.org/drawingml/2006/main">
            <a:off x="514350" y="2571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398"/>
          </a:bodyPr>
          <a:lstStyle xmlns:a="http://schemas.openxmlformats.org/drawingml/2006/main">
            <a:defPPr>
              <a:defRPr sz="653" b="1">
                <a:solidFill>
                  <a:srgbClr val="218D73"/>
                </a:solidFill>
                <a:latin typeface="Arial"/>
                <a:ea typeface="Arial"/>
                <a:cs typeface="Arial"/>
              </a:defRPr>
            </a:defPPr>
            <a:lvl1pPr>
              <a:defRPr sz="653" b="1">
                <a:solidFill>
                  <a:srgbClr val="218D73"/>
                </a:solidFill>
                <a:latin typeface="Arial"/>
                <a:ea typeface="Arial"/>
                <a:cs typeface="Arial"/>
              </a:defRPr>
            </a:lvl1pPr>
            <a:lvl2pPr>
              <a:defRPr sz="653" b="1">
                <a:solidFill>
                  <a:srgbClr val="218D73"/>
                </a:solidFill>
                <a:latin typeface="Arial"/>
                <a:ea typeface="Arial"/>
                <a:cs typeface="Arial"/>
              </a:defRPr>
            </a:lvl2pPr>
            <a:lvl3pPr>
              <a:defRPr sz="653" b="1">
                <a:solidFill>
                  <a:srgbClr val="218D73"/>
                </a:solidFill>
                <a:latin typeface="Arial"/>
                <a:ea typeface="Arial"/>
                <a:cs typeface="Arial"/>
              </a:defRPr>
            </a:lvl3pPr>
            <a:lvl4pPr>
              <a:defRPr sz="653" b="1">
                <a:solidFill>
                  <a:srgbClr val="218D73"/>
                </a:solidFill>
                <a:latin typeface="Arial"/>
                <a:ea typeface="Arial"/>
                <a:cs typeface="Arial"/>
              </a:defRPr>
            </a:lvl4pPr>
            <a:lvl5pPr>
              <a:defRPr sz="653" b="1">
                <a:solidFill>
                  <a:srgbClr val="218D73"/>
                </a:solidFill>
                <a:latin typeface="Arial"/>
                <a:ea typeface="Arial"/>
                <a:cs typeface="Arial"/>
              </a:defRPr>
            </a:lvl5pPr>
            <a:lvl6pPr>
              <a:defRPr sz="653" b="1">
                <a:solidFill>
                  <a:srgbClr val="218D73"/>
                </a:solidFill>
                <a:latin typeface="Arial"/>
                <a:ea typeface="Arial"/>
                <a:cs typeface="Arial"/>
              </a:defRPr>
            </a:lvl6pPr>
            <a:lvl7pPr>
              <a:defRPr sz="653" b="1">
                <a:solidFill>
                  <a:srgbClr val="218D73"/>
                </a:solidFill>
                <a:latin typeface="Arial"/>
                <a:ea typeface="Arial"/>
                <a:cs typeface="Arial"/>
              </a:defRPr>
            </a:lvl7pPr>
            <a:lvl8pPr>
              <a:defRPr sz="653" b="1">
                <a:solidFill>
                  <a:srgbClr val="218D73"/>
                </a:solidFill>
                <a:latin typeface="Arial"/>
                <a:ea typeface="Arial"/>
                <a:cs typeface="Arial"/>
              </a:defRPr>
            </a:lvl8pPr>
            <a:lvl9pPr>
              <a:defRPr sz="653" b="1">
                <a:solidFill>
                  <a:srgbClr val="218D73"/>
                </a:solidFill>
                <a:latin typeface="Arial"/>
                <a:ea typeface="Arial"/>
                <a:cs typeface="Arial"/>
              </a:defRPr>
            </a:lvl9pPr>
          </a:lstStyle>
          <a:p xmlns:a="http://schemas.openxmlformats.org/drawingml/2006/main">
            <a:pPr>
              <a:defRPr sz="653" b="1">
                <a:solidFill>
                  <a:srgbClr val="218D73"/>
                </a:solidFill>
                <a:latin typeface="Arial"/>
                <a:ea typeface="Arial"/>
                <a:cs typeface="Arial"/>
              </a:defRPr>
            </a:pPr>
            <a:r>
              <a:rPr sz="653" b="1">
                <a:solidFill>
                  <a:srgbClr val="218D73"/>
                </a:solidFill>
                <a:latin typeface="Arial"/>
                <a:ea typeface="Arial"/>
                <a:cs typeface="Arial"/>
              </a:rPr>
              <a:t>OPEN GUARD KIDS  |  BÁO CÁO F2, F3 VÀ F5</a:t>
            </a:r>
          </a:p>
        </p:txBody>
      </p:sp>
      <p:sp>
        <p:nvSpPr>
          <p:cNvPr id="3" name="">
            <a:extLst xmlns:a="http://schemas.openxmlformats.org/drawingml/2006/main">
              <a:ext uri="{FF2B5EF4-FFF2-40B4-BE49-F238E27FC236}">
                <a16:creationId xmlns:a16="http://schemas.microsoft.com/office/drawing/2014/main" id="{6C8C9C4F-FFF9-4952-ACDA-C1D8DC9A47E1}"/>
              </a:ext>
            </a:extLst>
          </p:cNvPr>
          <p:cNvSpPr>
            <a:spLocks xmlns:a="http://schemas.openxmlformats.org/drawingml/2006/main" noGrp="1"/>
          </p:cNvSpPr>
          <p:nvPr/>
        </p:nvSpPr>
        <p:spPr>
          <a:xfrm xmlns:a="http://schemas.openxmlformats.org/drawingml/2006/main">
            <a:off x="514350" y="55245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400" b="1">
                <a:solidFill>
                  <a:srgbClr val="123C52"/>
                </a:solidFill>
                <a:latin typeface="Arial"/>
                <a:ea typeface="Arial"/>
                <a:cs typeface="Arial"/>
              </a:defRPr>
            </a:defPPr>
            <a:lvl1pPr>
              <a:defRPr sz="2400" b="1">
                <a:solidFill>
                  <a:srgbClr val="123C52"/>
                </a:solidFill>
                <a:latin typeface="Arial"/>
                <a:ea typeface="Arial"/>
                <a:cs typeface="Arial"/>
              </a:defRPr>
            </a:lvl1pPr>
            <a:lvl2pPr>
              <a:defRPr sz="2400" b="1">
                <a:solidFill>
                  <a:srgbClr val="123C52"/>
                </a:solidFill>
                <a:latin typeface="Arial"/>
                <a:ea typeface="Arial"/>
                <a:cs typeface="Arial"/>
              </a:defRPr>
            </a:lvl2pPr>
            <a:lvl3pPr>
              <a:defRPr sz="2400" b="1">
                <a:solidFill>
                  <a:srgbClr val="123C52"/>
                </a:solidFill>
                <a:latin typeface="Arial"/>
                <a:ea typeface="Arial"/>
                <a:cs typeface="Arial"/>
              </a:defRPr>
            </a:lvl3pPr>
            <a:lvl4pPr>
              <a:defRPr sz="2400" b="1">
                <a:solidFill>
                  <a:srgbClr val="123C52"/>
                </a:solidFill>
                <a:latin typeface="Arial"/>
                <a:ea typeface="Arial"/>
                <a:cs typeface="Arial"/>
              </a:defRPr>
            </a:lvl4pPr>
            <a:lvl5pPr>
              <a:defRPr sz="2400" b="1">
                <a:solidFill>
                  <a:srgbClr val="123C52"/>
                </a:solidFill>
                <a:latin typeface="Arial"/>
                <a:ea typeface="Arial"/>
                <a:cs typeface="Arial"/>
              </a:defRPr>
            </a:lvl5pPr>
            <a:lvl6pPr>
              <a:defRPr sz="2400" b="1">
                <a:solidFill>
                  <a:srgbClr val="123C52"/>
                </a:solidFill>
                <a:latin typeface="Arial"/>
                <a:ea typeface="Arial"/>
                <a:cs typeface="Arial"/>
              </a:defRPr>
            </a:lvl6pPr>
            <a:lvl7pPr>
              <a:defRPr sz="2400" b="1">
                <a:solidFill>
                  <a:srgbClr val="123C52"/>
                </a:solidFill>
                <a:latin typeface="Arial"/>
                <a:ea typeface="Arial"/>
                <a:cs typeface="Arial"/>
              </a:defRPr>
            </a:lvl7pPr>
            <a:lvl8pPr>
              <a:defRPr sz="2400" b="1">
                <a:solidFill>
                  <a:srgbClr val="123C52"/>
                </a:solidFill>
                <a:latin typeface="Arial"/>
                <a:ea typeface="Arial"/>
                <a:cs typeface="Arial"/>
              </a:defRPr>
            </a:lvl8pPr>
            <a:lvl9pPr>
              <a:defRPr sz="2400" b="1">
                <a:solidFill>
                  <a:srgbClr val="123C52"/>
                </a:solidFill>
                <a:latin typeface="Arial"/>
                <a:ea typeface="Arial"/>
                <a:cs typeface="Arial"/>
              </a:defRPr>
            </a:lvl9pPr>
          </a:lstStyle>
          <a:p xmlns:a="http://schemas.openxmlformats.org/drawingml/2006/main">
            <a:pPr>
              <a:defRPr sz="2400" b="1">
                <a:solidFill>
                  <a:srgbClr val="123C52"/>
                </a:solidFill>
                <a:latin typeface="Arial"/>
                <a:ea typeface="Arial"/>
                <a:cs typeface="Arial"/>
              </a:defRPr>
            </a:pPr>
            <a:r>
              <a:rPr sz="2400" b="1">
                <a:solidFill>
                  <a:srgbClr val="123C52"/>
                </a:solidFill>
                <a:latin typeface="Arial"/>
                <a:ea typeface="Arial"/>
                <a:cs typeface="Arial"/>
              </a:rPr>
              <a:t>F2, F3 và F5 trong một luồng</a:t>
            </a:r>
          </a:p>
        </p:txBody>
      </p:sp>
      <p:sp>
        <p:nvSpPr>
          <p:cNvPr id="4" name="">
            <a:extLst xmlns:a="http://schemas.openxmlformats.org/drawingml/2006/main">
              <a:ext uri="{FF2B5EF4-FFF2-40B4-BE49-F238E27FC236}">
                <a16:creationId xmlns:a16="http://schemas.microsoft.com/office/drawing/2014/main" id="{B31099FF-1E83-42F5-8F5D-092BD173EAB4}"/>
              </a:ext>
            </a:extLst>
          </p:cNvPr>
          <p:cNvSpPr>
            <a:spLocks xmlns:a="http://schemas.openxmlformats.org/drawingml/2006/main" noGrp="1"/>
          </p:cNvSpPr>
          <p:nvPr/>
        </p:nvSpPr>
        <p:spPr>
          <a:xfrm xmlns:a="http://schemas.openxmlformats.org/drawingml/2006/main">
            <a:off x="514350" y="1143000"/>
            <a:ext cx="11163300" cy="9525"/>
          </a:xfrm>
          <a:prstGeom xmlns:a="http://schemas.openxmlformats.org/drawingml/2006/main" prst="rect">
            <a:avLst/>
          </a:prstGeom>
          <a:solidFill xmlns:a="http://schemas.openxmlformats.org/drawingml/2006/main">
            <a:srgbClr val="D7E3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746EF0B-90F0-4181-8CB2-D9704B3A9863}"/>
              </a:ext>
            </a:extLst>
          </p:cNvPr>
          <p:cNvSpPr>
            <a:spLocks xmlns:a="http://schemas.openxmlformats.org/drawingml/2006/main" noGrp="1"/>
          </p:cNvSpPr>
          <p:nvPr/>
        </p:nvSpPr>
        <p:spPr>
          <a:xfrm xmlns:a="http://schemas.openxmlformats.org/drawingml/2006/main">
            <a:off x="11096625" y="2571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398"/>
          </a:bodyPr>
          <a:lstStyle xmlns:a="http://schemas.openxmlformats.org/drawingml/2006/main">
            <a:defPPr>
              <a:defRPr sz="653" b="1">
                <a:solidFill>
                  <a:srgbClr val="218D73"/>
                </a:solidFill>
                <a:latin typeface="Arial"/>
                <a:ea typeface="Arial"/>
                <a:cs typeface="Arial"/>
              </a:defRPr>
            </a:defPPr>
            <a:lvl1pPr>
              <a:defRPr sz="653" b="1">
                <a:solidFill>
                  <a:srgbClr val="218D73"/>
                </a:solidFill>
                <a:latin typeface="Arial"/>
                <a:ea typeface="Arial"/>
                <a:cs typeface="Arial"/>
              </a:defRPr>
            </a:lvl1pPr>
            <a:lvl2pPr>
              <a:defRPr sz="653" b="1">
                <a:solidFill>
                  <a:srgbClr val="218D73"/>
                </a:solidFill>
                <a:latin typeface="Arial"/>
                <a:ea typeface="Arial"/>
                <a:cs typeface="Arial"/>
              </a:defRPr>
            </a:lvl2pPr>
            <a:lvl3pPr>
              <a:defRPr sz="653" b="1">
                <a:solidFill>
                  <a:srgbClr val="218D73"/>
                </a:solidFill>
                <a:latin typeface="Arial"/>
                <a:ea typeface="Arial"/>
                <a:cs typeface="Arial"/>
              </a:defRPr>
            </a:lvl3pPr>
            <a:lvl4pPr>
              <a:defRPr sz="653" b="1">
                <a:solidFill>
                  <a:srgbClr val="218D73"/>
                </a:solidFill>
                <a:latin typeface="Arial"/>
                <a:ea typeface="Arial"/>
                <a:cs typeface="Arial"/>
              </a:defRPr>
            </a:lvl4pPr>
            <a:lvl5pPr>
              <a:defRPr sz="653" b="1">
                <a:solidFill>
                  <a:srgbClr val="218D73"/>
                </a:solidFill>
                <a:latin typeface="Arial"/>
                <a:ea typeface="Arial"/>
                <a:cs typeface="Arial"/>
              </a:defRPr>
            </a:lvl5pPr>
            <a:lvl6pPr>
              <a:defRPr sz="653" b="1">
                <a:solidFill>
                  <a:srgbClr val="218D73"/>
                </a:solidFill>
                <a:latin typeface="Arial"/>
                <a:ea typeface="Arial"/>
                <a:cs typeface="Arial"/>
              </a:defRPr>
            </a:lvl6pPr>
            <a:lvl7pPr>
              <a:defRPr sz="653" b="1">
                <a:solidFill>
                  <a:srgbClr val="218D73"/>
                </a:solidFill>
                <a:latin typeface="Arial"/>
                <a:ea typeface="Arial"/>
                <a:cs typeface="Arial"/>
              </a:defRPr>
            </a:lvl7pPr>
            <a:lvl8pPr>
              <a:defRPr sz="653" b="1">
                <a:solidFill>
                  <a:srgbClr val="218D73"/>
                </a:solidFill>
                <a:latin typeface="Arial"/>
                <a:ea typeface="Arial"/>
                <a:cs typeface="Arial"/>
              </a:defRPr>
            </a:lvl8pPr>
            <a:lvl9pPr>
              <a:defRPr sz="653" b="1">
                <a:solidFill>
                  <a:srgbClr val="218D73"/>
                </a:solidFill>
                <a:latin typeface="Arial"/>
                <a:ea typeface="Arial"/>
                <a:cs typeface="Arial"/>
              </a:defRPr>
            </a:lvl9pPr>
          </a:lstStyle>
          <a:p xmlns:a="http://schemas.openxmlformats.org/drawingml/2006/main">
            <a:pPr>
              <a:defRPr sz="653" b="1">
                <a:solidFill>
                  <a:srgbClr val="218D73"/>
                </a:solidFill>
                <a:latin typeface="Arial"/>
                <a:ea typeface="Arial"/>
                <a:cs typeface="Arial"/>
              </a:defRPr>
            </a:pPr>
            <a:r>
              <a:rPr sz="653" b="1">
                <a:solidFill>
                  <a:srgbClr val="218D73"/>
                </a:solidFill>
                <a:latin typeface="Arial"/>
                <a:ea typeface="Arial"/>
                <a:cs typeface="Arial"/>
              </a:rPr>
              <a:t>15</a:t>
            </a:r>
          </a:p>
        </p:txBody>
      </p:sp>
      <p:sp>
        <p:nvSpPr>
          <p:cNvPr id="6" name="">
            <a:extLst xmlns:a="http://schemas.openxmlformats.org/drawingml/2006/main">
              <a:ext uri="{FF2B5EF4-FFF2-40B4-BE49-F238E27FC236}">
                <a16:creationId xmlns:a16="http://schemas.microsoft.com/office/drawing/2014/main" id="{627263CA-1444-4E7A-8B36-C27FAFC56834}"/>
              </a:ext>
            </a:extLst>
          </p:cNvPr>
          <p:cNvSpPr>
            <a:spLocks xmlns:a="http://schemas.openxmlformats.org/drawingml/2006/main" noGrp="1"/>
          </p:cNvSpPr>
          <p:nvPr/>
        </p:nvSpPr>
        <p:spPr>
          <a:xfrm xmlns:a="http://schemas.openxmlformats.org/drawingml/2006/main">
            <a:off x="514350" y="1323975"/>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75" b="0">
                <a:solidFill>
                  <a:srgbClr val="5E746D"/>
                </a:solidFill>
                <a:latin typeface="Arial"/>
                <a:ea typeface="Arial"/>
                <a:cs typeface="Arial"/>
              </a:defRPr>
            </a:defPPr>
            <a:lvl1pPr>
              <a:defRPr sz="1275" b="0">
                <a:solidFill>
                  <a:srgbClr val="5E746D"/>
                </a:solidFill>
                <a:latin typeface="Arial"/>
                <a:ea typeface="Arial"/>
                <a:cs typeface="Arial"/>
              </a:defRPr>
            </a:lvl1pPr>
            <a:lvl2pPr>
              <a:defRPr sz="1275" b="0">
                <a:solidFill>
                  <a:srgbClr val="5E746D"/>
                </a:solidFill>
                <a:latin typeface="Arial"/>
                <a:ea typeface="Arial"/>
                <a:cs typeface="Arial"/>
              </a:defRPr>
            </a:lvl2pPr>
            <a:lvl3pPr>
              <a:defRPr sz="1275" b="0">
                <a:solidFill>
                  <a:srgbClr val="5E746D"/>
                </a:solidFill>
                <a:latin typeface="Arial"/>
                <a:ea typeface="Arial"/>
                <a:cs typeface="Arial"/>
              </a:defRPr>
            </a:lvl3pPr>
            <a:lvl4pPr>
              <a:defRPr sz="1275" b="0">
                <a:solidFill>
                  <a:srgbClr val="5E746D"/>
                </a:solidFill>
                <a:latin typeface="Arial"/>
                <a:ea typeface="Arial"/>
                <a:cs typeface="Arial"/>
              </a:defRPr>
            </a:lvl4pPr>
            <a:lvl5pPr>
              <a:defRPr sz="1275" b="0">
                <a:solidFill>
                  <a:srgbClr val="5E746D"/>
                </a:solidFill>
                <a:latin typeface="Arial"/>
                <a:ea typeface="Arial"/>
                <a:cs typeface="Arial"/>
              </a:defRPr>
            </a:lvl5pPr>
            <a:lvl6pPr>
              <a:defRPr sz="1275" b="0">
                <a:solidFill>
                  <a:srgbClr val="5E746D"/>
                </a:solidFill>
                <a:latin typeface="Arial"/>
                <a:ea typeface="Arial"/>
                <a:cs typeface="Arial"/>
              </a:defRPr>
            </a:lvl6pPr>
            <a:lvl7pPr>
              <a:defRPr sz="1275" b="0">
                <a:solidFill>
                  <a:srgbClr val="5E746D"/>
                </a:solidFill>
                <a:latin typeface="Arial"/>
                <a:ea typeface="Arial"/>
                <a:cs typeface="Arial"/>
              </a:defRPr>
            </a:lvl7pPr>
            <a:lvl8pPr>
              <a:defRPr sz="1275" b="0">
                <a:solidFill>
                  <a:srgbClr val="5E746D"/>
                </a:solidFill>
                <a:latin typeface="Arial"/>
                <a:ea typeface="Arial"/>
                <a:cs typeface="Arial"/>
              </a:defRPr>
            </a:lvl8pPr>
            <a:lvl9pPr>
              <a:defRPr sz="1275" b="0">
                <a:solidFill>
                  <a:srgbClr val="5E746D"/>
                </a:solidFill>
                <a:latin typeface="Arial"/>
                <a:ea typeface="Arial"/>
                <a:cs typeface="Arial"/>
              </a:defRPr>
            </a:lvl9pPr>
          </a:lstStyle>
          <a:p xmlns:a="http://schemas.openxmlformats.org/drawingml/2006/main">
            <a:pPr>
              <a:defRPr sz="1275" b="0">
                <a:solidFill>
                  <a:srgbClr val="5E746D"/>
                </a:solidFill>
                <a:latin typeface="Arial"/>
                <a:ea typeface="Arial"/>
                <a:cs typeface="Arial"/>
              </a:defRPr>
            </a:pPr>
            <a:r>
              <a:rPr sz="1275" b="0">
                <a:solidFill>
                  <a:srgbClr val="5E746D"/>
                </a:solidFill>
                <a:latin typeface="Arial"/>
                <a:ea typeface="Arial"/>
                <a:cs typeface="Arial"/>
              </a:rPr>
              <a:t>Mỗi quyết định kiểm soát tạo bằng chứng tối thiểu và chỉ được trao đổi qua thiết bị đã xác thực.</a:t>
            </a:r>
          </a:p>
        </p:txBody>
      </p:sp>
      <p:sp>
        <p:nvSpPr>
          <p:cNvPr id="7" name="">
            <a:extLst xmlns:a="http://schemas.openxmlformats.org/drawingml/2006/main">
              <a:ext uri="{FF2B5EF4-FFF2-40B4-BE49-F238E27FC236}">
                <a16:creationId xmlns:a16="http://schemas.microsoft.com/office/drawing/2014/main" id="{077F2702-FD24-4492-B184-45F14B2B1AAA}"/>
              </a:ext>
            </a:extLst>
          </p:cNvPr>
          <p:cNvSpPr>
            <a:spLocks xmlns:a="http://schemas.openxmlformats.org/drawingml/2006/main" noGrp="1"/>
          </p:cNvSpPr>
          <p:nvPr/>
        </p:nvSpPr>
        <p:spPr>
          <a:xfrm xmlns:a="http://schemas.openxmlformats.org/drawingml/2006/main">
            <a:off x="666750" y="2247900"/>
            <a:ext cx="2857500" cy="2286000"/>
          </a:xfrm>
          <a:prstGeom xmlns:a="http://schemas.openxmlformats.org/drawingml/2006/main" prst="roundRect">
            <a:avLst>
              <a:gd name="adj" fmla="val 5000"/>
            </a:avLst>
          </a:prstGeom>
          <a:solidFill xmlns:a="http://schemas.openxmlformats.org/drawingml/2006/main">
            <a:srgbClr val="DDF4EB"/>
          </a:solidFill>
          <a:ln xmlns:a="http://schemas.openxmlformats.org/drawingml/2006/main" w="9525">
            <a:solidFill>
              <a:srgbClr val="D7E3DE"/>
            </a:solidFill>
            <a:prstDash val="solid"/>
          </a:ln>
        </p:spPr>
      </p:sp>
      <p:sp>
        <p:nvSpPr>
          <p:cNvPr id="8" name="">
            <a:extLst xmlns:a="http://schemas.openxmlformats.org/drawingml/2006/main">
              <a:ext uri="{FF2B5EF4-FFF2-40B4-BE49-F238E27FC236}">
                <a16:creationId xmlns:a16="http://schemas.microsoft.com/office/drawing/2014/main" id="{D3D23E4A-7F49-455D-8572-ED47010BB863}"/>
              </a:ext>
            </a:extLst>
          </p:cNvPr>
          <p:cNvSpPr>
            <a:spLocks xmlns:a="http://schemas.openxmlformats.org/drawingml/2006/main" noGrp="1"/>
          </p:cNvSpPr>
          <p:nvPr/>
        </p:nvSpPr>
        <p:spPr>
          <a:xfrm xmlns:a="http://schemas.openxmlformats.org/drawingml/2006/main">
            <a:off x="895350" y="2457450"/>
            <a:ext cx="590550" cy="590550"/>
          </a:xfrm>
          <a:prstGeom xmlns:a="http://schemas.openxmlformats.org/drawingml/2006/main" prst="roundRect">
            <a:avLst>
              <a:gd name="adj" fmla="val 19355"/>
            </a:avLst>
          </a:prstGeom>
          <a:solidFill xmlns:a="http://schemas.openxmlformats.org/drawingml/2006/main">
            <a:srgbClr val="218D7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9320B1A-2849-45E7-9870-C50799BDDDC1}"/>
              </a:ext>
            </a:extLst>
          </p:cNvPr>
          <p:cNvSpPr>
            <a:spLocks xmlns:a="http://schemas.openxmlformats.org/drawingml/2006/main" noGrp="1"/>
          </p:cNvSpPr>
          <p:nvPr/>
        </p:nvSpPr>
        <p:spPr>
          <a:xfrm xmlns:a="http://schemas.openxmlformats.org/drawingml/2006/main">
            <a:off x="895350" y="2571750"/>
            <a:ext cx="590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652"/>
          </a:bodyPr>
          <a:lstStyle xmlns:a="http://schemas.openxmlformats.org/drawingml/2006/main">
            <a:defPPr>
              <a:defRPr sz="1725" b="1">
                <a:solidFill>
                  <a:srgbClr val="FFFFFF"/>
                </a:solidFill>
                <a:latin typeface="Arial"/>
                <a:ea typeface="Arial"/>
                <a:cs typeface="Arial"/>
              </a:defRPr>
            </a:defPPr>
            <a:lvl1pPr>
              <a:defRPr sz="1725" b="1">
                <a:solidFill>
                  <a:srgbClr val="FFFFFF"/>
                </a:solidFill>
                <a:latin typeface="Arial"/>
                <a:ea typeface="Arial"/>
                <a:cs typeface="Arial"/>
              </a:defRPr>
            </a:lvl1pPr>
            <a:lvl2pPr>
              <a:defRPr sz="1725" b="1">
                <a:solidFill>
                  <a:srgbClr val="FFFFFF"/>
                </a:solidFill>
                <a:latin typeface="Arial"/>
                <a:ea typeface="Arial"/>
                <a:cs typeface="Arial"/>
              </a:defRPr>
            </a:lvl2pPr>
            <a:lvl3pPr>
              <a:defRPr sz="1725" b="1">
                <a:solidFill>
                  <a:srgbClr val="FFFFFF"/>
                </a:solidFill>
                <a:latin typeface="Arial"/>
                <a:ea typeface="Arial"/>
                <a:cs typeface="Arial"/>
              </a:defRPr>
            </a:lvl3pPr>
            <a:lvl4pPr>
              <a:defRPr sz="1725" b="1">
                <a:solidFill>
                  <a:srgbClr val="FFFFFF"/>
                </a:solidFill>
                <a:latin typeface="Arial"/>
                <a:ea typeface="Arial"/>
                <a:cs typeface="Arial"/>
              </a:defRPr>
            </a:lvl4pPr>
            <a:lvl5pPr>
              <a:defRPr sz="1725" b="1">
                <a:solidFill>
                  <a:srgbClr val="FFFFFF"/>
                </a:solidFill>
                <a:latin typeface="Arial"/>
                <a:ea typeface="Arial"/>
                <a:cs typeface="Arial"/>
              </a:defRPr>
            </a:lvl5pPr>
            <a:lvl6pPr>
              <a:defRPr sz="1725" b="1">
                <a:solidFill>
                  <a:srgbClr val="FFFFFF"/>
                </a:solidFill>
                <a:latin typeface="Arial"/>
                <a:ea typeface="Arial"/>
                <a:cs typeface="Arial"/>
              </a:defRPr>
            </a:lvl6pPr>
            <a:lvl7pPr>
              <a:defRPr sz="1725" b="1">
                <a:solidFill>
                  <a:srgbClr val="FFFFFF"/>
                </a:solidFill>
                <a:latin typeface="Arial"/>
                <a:ea typeface="Arial"/>
                <a:cs typeface="Arial"/>
              </a:defRPr>
            </a:lvl7pPr>
            <a:lvl8pPr>
              <a:defRPr sz="1725" b="1">
                <a:solidFill>
                  <a:srgbClr val="FFFFFF"/>
                </a:solidFill>
                <a:latin typeface="Arial"/>
                <a:ea typeface="Arial"/>
                <a:cs typeface="Arial"/>
              </a:defRPr>
            </a:lvl8pPr>
            <a:lvl9pPr>
              <a:defRPr sz="1725" b="1">
                <a:solidFill>
                  <a:srgbClr val="FFFFFF"/>
                </a:solidFill>
                <a:latin typeface="Arial"/>
                <a:ea typeface="Arial"/>
                <a:cs typeface="Arial"/>
              </a:defRPr>
            </a:lvl9pPr>
          </a:lstStyle>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F2</a:t>
            </a:r>
          </a:p>
        </p:txBody>
      </p:sp>
      <p:sp>
        <p:nvSpPr>
          <p:cNvPr id="10" name="">
            <a:extLst xmlns:a="http://schemas.openxmlformats.org/drawingml/2006/main">
              <a:ext uri="{FF2B5EF4-FFF2-40B4-BE49-F238E27FC236}">
                <a16:creationId xmlns:a16="http://schemas.microsoft.com/office/drawing/2014/main" id="{DC8EE4C7-F057-4485-8F6D-5E248AD62CEE}"/>
              </a:ext>
            </a:extLst>
          </p:cNvPr>
          <p:cNvSpPr>
            <a:spLocks xmlns:a="http://schemas.openxmlformats.org/drawingml/2006/main" noGrp="1"/>
          </p:cNvSpPr>
          <p:nvPr/>
        </p:nvSpPr>
        <p:spPr>
          <a:xfrm xmlns:a="http://schemas.openxmlformats.org/drawingml/2006/main">
            <a:off x="1657350" y="253365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950" b="1">
                <a:solidFill>
                  <a:srgbClr val="123C52"/>
                </a:solidFill>
                <a:latin typeface="Arial"/>
                <a:ea typeface="Arial"/>
                <a:cs typeface="Arial"/>
              </a:defRPr>
            </a:defPPr>
            <a:lvl1pPr>
              <a:defRPr sz="1950" b="1">
                <a:solidFill>
                  <a:srgbClr val="123C52"/>
                </a:solidFill>
                <a:latin typeface="Arial"/>
                <a:ea typeface="Arial"/>
                <a:cs typeface="Arial"/>
              </a:defRPr>
            </a:lvl1pPr>
            <a:lvl2pPr>
              <a:defRPr sz="1950" b="1">
                <a:solidFill>
                  <a:srgbClr val="123C52"/>
                </a:solidFill>
                <a:latin typeface="Arial"/>
                <a:ea typeface="Arial"/>
                <a:cs typeface="Arial"/>
              </a:defRPr>
            </a:lvl2pPr>
            <a:lvl3pPr>
              <a:defRPr sz="1950" b="1">
                <a:solidFill>
                  <a:srgbClr val="123C52"/>
                </a:solidFill>
                <a:latin typeface="Arial"/>
                <a:ea typeface="Arial"/>
                <a:cs typeface="Arial"/>
              </a:defRPr>
            </a:lvl3pPr>
            <a:lvl4pPr>
              <a:defRPr sz="1950" b="1">
                <a:solidFill>
                  <a:srgbClr val="123C52"/>
                </a:solidFill>
                <a:latin typeface="Arial"/>
                <a:ea typeface="Arial"/>
                <a:cs typeface="Arial"/>
              </a:defRPr>
            </a:lvl4pPr>
            <a:lvl5pPr>
              <a:defRPr sz="1950" b="1">
                <a:solidFill>
                  <a:srgbClr val="123C52"/>
                </a:solidFill>
                <a:latin typeface="Arial"/>
                <a:ea typeface="Arial"/>
                <a:cs typeface="Arial"/>
              </a:defRPr>
            </a:lvl5pPr>
            <a:lvl6pPr>
              <a:defRPr sz="1950" b="1">
                <a:solidFill>
                  <a:srgbClr val="123C52"/>
                </a:solidFill>
                <a:latin typeface="Arial"/>
                <a:ea typeface="Arial"/>
                <a:cs typeface="Arial"/>
              </a:defRPr>
            </a:lvl6pPr>
            <a:lvl7pPr>
              <a:defRPr sz="1950" b="1">
                <a:solidFill>
                  <a:srgbClr val="123C52"/>
                </a:solidFill>
                <a:latin typeface="Arial"/>
                <a:ea typeface="Arial"/>
                <a:cs typeface="Arial"/>
              </a:defRPr>
            </a:lvl7pPr>
            <a:lvl8pPr>
              <a:defRPr sz="1950" b="1">
                <a:solidFill>
                  <a:srgbClr val="123C52"/>
                </a:solidFill>
                <a:latin typeface="Arial"/>
                <a:ea typeface="Arial"/>
                <a:cs typeface="Arial"/>
              </a:defRPr>
            </a:lvl8pPr>
            <a:lvl9pPr>
              <a:defRPr sz="1950" b="1">
                <a:solidFill>
                  <a:srgbClr val="123C52"/>
                </a:solidFill>
                <a:latin typeface="Arial"/>
                <a:ea typeface="Arial"/>
                <a:cs typeface="Arial"/>
              </a:defRPr>
            </a:lvl9pPr>
          </a:lstStyle>
          <a:p xmlns:a="http://schemas.openxmlformats.org/drawingml/2006/main">
            <a:pPr>
              <a:defRPr sz="1950" b="1">
                <a:solidFill>
                  <a:srgbClr val="123C52"/>
                </a:solidFill>
                <a:latin typeface="Arial"/>
                <a:ea typeface="Arial"/>
                <a:cs typeface="Arial"/>
              </a:defRPr>
            </a:pPr>
            <a:r>
              <a:rPr sz="1950" b="1">
                <a:solidFill>
                  <a:srgbClr val="123C52"/>
                </a:solidFill>
                <a:latin typeface="Arial"/>
                <a:ea typeface="Arial"/>
                <a:cs typeface="Arial"/>
              </a:rPr>
              <a:t>Quyết định</a:t>
            </a:r>
          </a:p>
        </p:txBody>
      </p:sp>
      <p:sp>
        <p:nvSpPr>
          <p:cNvPr id="11" name="">
            <a:extLst xmlns:a="http://schemas.openxmlformats.org/drawingml/2006/main">
              <a:ext uri="{FF2B5EF4-FFF2-40B4-BE49-F238E27FC236}">
                <a16:creationId xmlns:a16="http://schemas.microsoft.com/office/drawing/2014/main" id="{095DBB39-84CB-4203-B539-DE0A2356DCC6}"/>
              </a:ext>
            </a:extLst>
          </p:cNvPr>
          <p:cNvSpPr>
            <a:spLocks xmlns:a="http://schemas.openxmlformats.org/drawingml/2006/main" noGrp="1"/>
          </p:cNvSpPr>
          <p:nvPr/>
        </p:nvSpPr>
        <p:spPr>
          <a:xfrm xmlns:a="http://schemas.openxmlformats.org/drawingml/2006/main">
            <a:off x="933450" y="3333750"/>
            <a:ext cx="2324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350" b="0">
                <a:solidFill>
                  <a:srgbClr val="17312C"/>
                </a:solidFill>
                <a:latin typeface="Arial"/>
                <a:ea typeface="Arial"/>
                <a:cs typeface="Arial"/>
              </a:defRPr>
            </a:defPPr>
            <a:lvl1pPr>
              <a:defRPr sz="1350" b="0">
                <a:solidFill>
                  <a:srgbClr val="17312C"/>
                </a:solidFill>
                <a:latin typeface="Arial"/>
                <a:ea typeface="Arial"/>
                <a:cs typeface="Arial"/>
              </a:defRPr>
            </a:lvl1pPr>
            <a:lvl2pPr>
              <a:defRPr sz="1350" b="0">
                <a:solidFill>
                  <a:srgbClr val="17312C"/>
                </a:solidFill>
                <a:latin typeface="Arial"/>
                <a:ea typeface="Arial"/>
                <a:cs typeface="Arial"/>
              </a:defRPr>
            </a:lvl2pPr>
            <a:lvl3pPr>
              <a:defRPr sz="1350" b="0">
                <a:solidFill>
                  <a:srgbClr val="17312C"/>
                </a:solidFill>
                <a:latin typeface="Arial"/>
                <a:ea typeface="Arial"/>
                <a:cs typeface="Arial"/>
              </a:defRPr>
            </a:lvl3pPr>
            <a:lvl4pPr>
              <a:defRPr sz="1350" b="0">
                <a:solidFill>
                  <a:srgbClr val="17312C"/>
                </a:solidFill>
                <a:latin typeface="Arial"/>
                <a:ea typeface="Arial"/>
                <a:cs typeface="Arial"/>
              </a:defRPr>
            </a:lvl4pPr>
            <a:lvl5pPr>
              <a:defRPr sz="1350" b="0">
                <a:solidFill>
                  <a:srgbClr val="17312C"/>
                </a:solidFill>
                <a:latin typeface="Arial"/>
                <a:ea typeface="Arial"/>
                <a:cs typeface="Arial"/>
              </a:defRPr>
            </a:lvl5pPr>
            <a:lvl6pPr>
              <a:defRPr sz="1350" b="0">
                <a:solidFill>
                  <a:srgbClr val="17312C"/>
                </a:solidFill>
                <a:latin typeface="Arial"/>
                <a:ea typeface="Arial"/>
                <a:cs typeface="Arial"/>
              </a:defRPr>
            </a:lvl6pPr>
            <a:lvl7pPr>
              <a:defRPr sz="1350" b="0">
                <a:solidFill>
                  <a:srgbClr val="17312C"/>
                </a:solidFill>
                <a:latin typeface="Arial"/>
                <a:ea typeface="Arial"/>
                <a:cs typeface="Arial"/>
              </a:defRPr>
            </a:lvl7pPr>
            <a:lvl8pPr>
              <a:defRPr sz="1350" b="0">
                <a:solidFill>
                  <a:srgbClr val="17312C"/>
                </a:solidFill>
                <a:latin typeface="Arial"/>
                <a:ea typeface="Arial"/>
                <a:cs typeface="Arial"/>
              </a:defRPr>
            </a:lvl8pPr>
            <a:lvl9pPr>
              <a:defRPr sz="1350" b="0">
                <a:solidFill>
                  <a:srgbClr val="17312C"/>
                </a:solidFill>
                <a:latin typeface="Arial"/>
                <a:ea typeface="Arial"/>
                <a:cs typeface="Arial"/>
              </a:defRPr>
            </a:lvl9pPr>
          </a:lstStyle>
          <a:p xmlns:a="http://schemas.openxmlformats.org/drawingml/2006/main">
            <a:pPr>
              <a:defRPr sz="1350" b="0">
                <a:solidFill>
                  <a:srgbClr val="17312C"/>
                </a:solidFill>
                <a:latin typeface="Arial"/>
                <a:ea typeface="Arial"/>
                <a:cs typeface="Arial"/>
              </a:defRPr>
            </a:pPr>
            <a:r>
              <a:rPr sz="1350" b="0">
                <a:solidFill>
                  <a:srgbClr val="17312C"/>
                </a:solidFill>
                <a:latin typeface="Arial"/>
                <a:ea typeface="Arial"/>
                <a:cs typeface="Arial"/>
              </a:rPr>
              <a:t>Đối chiếu policy để cho phép, chặn hoặc ép SafeSearch</a:t>
            </a:r>
          </a:p>
        </p:txBody>
      </p:sp>
      <p:sp>
        <p:nvSpPr>
          <p:cNvPr id="12" name="">
            <a:extLst xmlns:a="http://schemas.openxmlformats.org/drawingml/2006/main">
              <a:ext uri="{FF2B5EF4-FFF2-40B4-BE49-F238E27FC236}">
                <a16:creationId xmlns:a16="http://schemas.microsoft.com/office/drawing/2014/main" id="{2D7C0290-70DB-4B2D-9150-7DA1EB2FF349}"/>
              </a:ext>
            </a:extLst>
          </p:cNvPr>
          <p:cNvSpPr>
            <a:spLocks xmlns:a="http://schemas.openxmlformats.org/drawingml/2006/main" noGrp="1"/>
          </p:cNvSpPr>
          <p:nvPr/>
        </p:nvSpPr>
        <p:spPr>
          <a:xfrm xmlns:a="http://schemas.openxmlformats.org/drawingml/2006/main">
            <a:off x="3524250" y="3371850"/>
            <a:ext cx="762000" cy="38100"/>
          </a:xfrm>
          <a:prstGeom xmlns:a="http://schemas.openxmlformats.org/drawingml/2006/main" prst="rect">
            <a:avLst/>
          </a:prstGeom>
          <a:solidFill xmlns:a="http://schemas.openxmlformats.org/drawingml/2006/main">
            <a:srgbClr val="218D7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32E104B-0092-4AC9-AC0F-22A5E20F77F0}"/>
              </a:ext>
            </a:extLst>
          </p:cNvPr>
          <p:cNvSpPr>
            <a:spLocks xmlns:a="http://schemas.openxmlformats.org/drawingml/2006/main" noGrp="1"/>
          </p:cNvSpPr>
          <p:nvPr/>
        </p:nvSpPr>
        <p:spPr>
          <a:xfrm xmlns:a="http://schemas.openxmlformats.org/drawingml/2006/main">
            <a:off x="4286250" y="2247900"/>
            <a:ext cx="2857500" cy="2286000"/>
          </a:xfrm>
          <a:prstGeom xmlns:a="http://schemas.openxmlformats.org/drawingml/2006/main" prst="roundRect">
            <a:avLst>
              <a:gd name="adj" fmla="val 5000"/>
            </a:avLst>
          </a:prstGeom>
          <a:solidFill xmlns:a="http://schemas.openxmlformats.org/drawingml/2006/main">
            <a:srgbClr val="DFF3F7"/>
          </a:solidFill>
          <a:ln xmlns:a="http://schemas.openxmlformats.org/drawingml/2006/main" w="9525">
            <a:solidFill>
              <a:srgbClr val="D7E3DE"/>
            </a:solidFill>
            <a:prstDash val="solid"/>
          </a:ln>
        </p:spPr>
      </p:sp>
      <p:sp>
        <p:nvSpPr>
          <p:cNvPr id="14" name="">
            <a:extLst xmlns:a="http://schemas.openxmlformats.org/drawingml/2006/main">
              <a:ext uri="{FF2B5EF4-FFF2-40B4-BE49-F238E27FC236}">
                <a16:creationId xmlns:a16="http://schemas.microsoft.com/office/drawing/2014/main" id="{0B7BA2E9-F6DA-4A32-B975-71A29B658377}"/>
              </a:ext>
            </a:extLst>
          </p:cNvPr>
          <p:cNvSpPr>
            <a:spLocks xmlns:a="http://schemas.openxmlformats.org/drawingml/2006/main" noGrp="1"/>
          </p:cNvSpPr>
          <p:nvPr/>
        </p:nvSpPr>
        <p:spPr>
          <a:xfrm xmlns:a="http://schemas.openxmlformats.org/drawingml/2006/main">
            <a:off x="4514850" y="2457450"/>
            <a:ext cx="590550" cy="590550"/>
          </a:xfrm>
          <a:prstGeom xmlns:a="http://schemas.openxmlformats.org/drawingml/2006/main" prst="roundRect">
            <a:avLst>
              <a:gd name="adj" fmla="val 19355"/>
            </a:avLst>
          </a:prstGeom>
          <a:solidFill xmlns:a="http://schemas.openxmlformats.org/drawingml/2006/main">
            <a:srgbClr val="2795A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E16B32D-321A-4A50-9B0E-BCA5A7F07532}"/>
              </a:ext>
            </a:extLst>
          </p:cNvPr>
          <p:cNvSpPr>
            <a:spLocks xmlns:a="http://schemas.openxmlformats.org/drawingml/2006/main" noGrp="1"/>
          </p:cNvSpPr>
          <p:nvPr/>
        </p:nvSpPr>
        <p:spPr>
          <a:xfrm xmlns:a="http://schemas.openxmlformats.org/drawingml/2006/main">
            <a:off x="4514850" y="2571750"/>
            <a:ext cx="590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652"/>
          </a:bodyPr>
          <a:lstStyle xmlns:a="http://schemas.openxmlformats.org/drawingml/2006/main">
            <a:defPPr>
              <a:defRPr sz="1725" b="1">
                <a:solidFill>
                  <a:srgbClr val="FFFFFF"/>
                </a:solidFill>
                <a:latin typeface="Arial"/>
                <a:ea typeface="Arial"/>
                <a:cs typeface="Arial"/>
              </a:defRPr>
            </a:defPPr>
            <a:lvl1pPr>
              <a:defRPr sz="1725" b="1">
                <a:solidFill>
                  <a:srgbClr val="FFFFFF"/>
                </a:solidFill>
                <a:latin typeface="Arial"/>
                <a:ea typeface="Arial"/>
                <a:cs typeface="Arial"/>
              </a:defRPr>
            </a:lvl1pPr>
            <a:lvl2pPr>
              <a:defRPr sz="1725" b="1">
                <a:solidFill>
                  <a:srgbClr val="FFFFFF"/>
                </a:solidFill>
                <a:latin typeface="Arial"/>
                <a:ea typeface="Arial"/>
                <a:cs typeface="Arial"/>
              </a:defRPr>
            </a:lvl2pPr>
            <a:lvl3pPr>
              <a:defRPr sz="1725" b="1">
                <a:solidFill>
                  <a:srgbClr val="FFFFFF"/>
                </a:solidFill>
                <a:latin typeface="Arial"/>
                <a:ea typeface="Arial"/>
                <a:cs typeface="Arial"/>
              </a:defRPr>
            </a:lvl3pPr>
            <a:lvl4pPr>
              <a:defRPr sz="1725" b="1">
                <a:solidFill>
                  <a:srgbClr val="FFFFFF"/>
                </a:solidFill>
                <a:latin typeface="Arial"/>
                <a:ea typeface="Arial"/>
                <a:cs typeface="Arial"/>
              </a:defRPr>
            </a:lvl4pPr>
            <a:lvl5pPr>
              <a:defRPr sz="1725" b="1">
                <a:solidFill>
                  <a:srgbClr val="FFFFFF"/>
                </a:solidFill>
                <a:latin typeface="Arial"/>
                <a:ea typeface="Arial"/>
                <a:cs typeface="Arial"/>
              </a:defRPr>
            </a:lvl5pPr>
            <a:lvl6pPr>
              <a:defRPr sz="1725" b="1">
                <a:solidFill>
                  <a:srgbClr val="FFFFFF"/>
                </a:solidFill>
                <a:latin typeface="Arial"/>
                <a:ea typeface="Arial"/>
                <a:cs typeface="Arial"/>
              </a:defRPr>
            </a:lvl6pPr>
            <a:lvl7pPr>
              <a:defRPr sz="1725" b="1">
                <a:solidFill>
                  <a:srgbClr val="FFFFFF"/>
                </a:solidFill>
                <a:latin typeface="Arial"/>
                <a:ea typeface="Arial"/>
                <a:cs typeface="Arial"/>
              </a:defRPr>
            </a:lvl7pPr>
            <a:lvl8pPr>
              <a:defRPr sz="1725" b="1">
                <a:solidFill>
                  <a:srgbClr val="FFFFFF"/>
                </a:solidFill>
                <a:latin typeface="Arial"/>
                <a:ea typeface="Arial"/>
                <a:cs typeface="Arial"/>
              </a:defRPr>
            </a:lvl8pPr>
            <a:lvl9pPr>
              <a:defRPr sz="1725" b="1">
                <a:solidFill>
                  <a:srgbClr val="FFFFFF"/>
                </a:solidFill>
                <a:latin typeface="Arial"/>
                <a:ea typeface="Arial"/>
                <a:cs typeface="Arial"/>
              </a:defRPr>
            </a:lvl9pPr>
          </a:lstStyle>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F3</a:t>
            </a:r>
          </a:p>
        </p:txBody>
      </p:sp>
      <p:sp>
        <p:nvSpPr>
          <p:cNvPr id="16" name="">
            <a:extLst xmlns:a="http://schemas.openxmlformats.org/drawingml/2006/main">
              <a:ext uri="{FF2B5EF4-FFF2-40B4-BE49-F238E27FC236}">
                <a16:creationId xmlns:a16="http://schemas.microsoft.com/office/drawing/2014/main" id="{ACE665D1-FD47-4EC0-B1F0-E856BBD9522A}"/>
              </a:ext>
            </a:extLst>
          </p:cNvPr>
          <p:cNvSpPr>
            <a:spLocks xmlns:a="http://schemas.openxmlformats.org/drawingml/2006/main" noGrp="1"/>
          </p:cNvSpPr>
          <p:nvPr/>
        </p:nvSpPr>
        <p:spPr>
          <a:xfrm xmlns:a="http://schemas.openxmlformats.org/drawingml/2006/main">
            <a:off x="5276850" y="253365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950" b="1">
                <a:solidFill>
                  <a:srgbClr val="123C52"/>
                </a:solidFill>
                <a:latin typeface="Arial"/>
                <a:ea typeface="Arial"/>
                <a:cs typeface="Arial"/>
              </a:defRPr>
            </a:defPPr>
            <a:lvl1pPr>
              <a:defRPr sz="1950" b="1">
                <a:solidFill>
                  <a:srgbClr val="123C52"/>
                </a:solidFill>
                <a:latin typeface="Arial"/>
                <a:ea typeface="Arial"/>
                <a:cs typeface="Arial"/>
              </a:defRPr>
            </a:lvl1pPr>
            <a:lvl2pPr>
              <a:defRPr sz="1950" b="1">
                <a:solidFill>
                  <a:srgbClr val="123C52"/>
                </a:solidFill>
                <a:latin typeface="Arial"/>
                <a:ea typeface="Arial"/>
                <a:cs typeface="Arial"/>
              </a:defRPr>
            </a:lvl2pPr>
            <a:lvl3pPr>
              <a:defRPr sz="1950" b="1">
                <a:solidFill>
                  <a:srgbClr val="123C52"/>
                </a:solidFill>
                <a:latin typeface="Arial"/>
                <a:ea typeface="Arial"/>
                <a:cs typeface="Arial"/>
              </a:defRPr>
            </a:lvl3pPr>
            <a:lvl4pPr>
              <a:defRPr sz="1950" b="1">
                <a:solidFill>
                  <a:srgbClr val="123C52"/>
                </a:solidFill>
                <a:latin typeface="Arial"/>
                <a:ea typeface="Arial"/>
                <a:cs typeface="Arial"/>
              </a:defRPr>
            </a:lvl4pPr>
            <a:lvl5pPr>
              <a:defRPr sz="1950" b="1">
                <a:solidFill>
                  <a:srgbClr val="123C52"/>
                </a:solidFill>
                <a:latin typeface="Arial"/>
                <a:ea typeface="Arial"/>
                <a:cs typeface="Arial"/>
              </a:defRPr>
            </a:lvl5pPr>
            <a:lvl6pPr>
              <a:defRPr sz="1950" b="1">
                <a:solidFill>
                  <a:srgbClr val="123C52"/>
                </a:solidFill>
                <a:latin typeface="Arial"/>
                <a:ea typeface="Arial"/>
                <a:cs typeface="Arial"/>
              </a:defRPr>
            </a:lvl6pPr>
            <a:lvl7pPr>
              <a:defRPr sz="1950" b="1">
                <a:solidFill>
                  <a:srgbClr val="123C52"/>
                </a:solidFill>
                <a:latin typeface="Arial"/>
                <a:ea typeface="Arial"/>
                <a:cs typeface="Arial"/>
              </a:defRPr>
            </a:lvl7pPr>
            <a:lvl8pPr>
              <a:defRPr sz="1950" b="1">
                <a:solidFill>
                  <a:srgbClr val="123C52"/>
                </a:solidFill>
                <a:latin typeface="Arial"/>
                <a:ea typeface="Arial"/>
                <a:cs typeface="Arial"/>
              </a:defRPr>
            </a:lvl8pPr>
            <a:lvl9pPr>
              <a:defRPr sz="1950" b="1">
                <a:solidFill>
                  <a:srgbClr val="123C52"/>
                </a:solidFill>
                <a:latin typeface="Arial"/>
                <a:ea typeface="Arial"/>
                <a:cs typeface="Arial"/>
              </a:defRPr>
            </a:lvl9pPr>
          </a:lstStyle>
          <a:p xmlns:a="http://schemas.openxmlformats.org/drawingml/2006/main">
            <a:pPr>
              <a:defRPr sz="1950" b="1">
                <a:solidFill>
                  <a:srgbClr val="123C52"/>
                </a:solidFill>
                <a:latin typeface="Arial"/>
                <a:ea typeface="Arial"/>
                <a:cs typeface="Arial"/>
              </a:defRPr>
            </a:pPr>
            <a:r>
              <a:rPr sz="1950" b="1">
                <a:solidFill>
                  <a:srgbClr val="123C52"/>
                </a:solidFill>
                <a:latin typeface="Arial"/>
                <a:ea typeface="Arial"/>
                <a:cs typeface="Arial"/>
              </a:rPr>
              <a:t>Giải thích</a:t>
            </a:r>
          </a:p>
        </p:txBody>
      </p:sp>
      <p:sp>
        <p:nvSpPr>
          <p:cNvPr id="17" name="">
            <a:extLst xmlns:a="http://schemas.openxmlformats.org/drawingml/2006/main">
              <a:ext uri="{FF2B5EF4-FFF2-40B4-BE49-F238E27FC236}">
                <a16:creationId xmlns:a16="http://schemas.microsoft.com/office/drawing/2014/main" id="{59C1EBEF-A621-412E-80F8-C8D37ED08CCB}"/>
              </a:ext>
            </a:extLst>
          </p:cNvPr>
          <p:cNvSpPr>
            <a:spLocks xmlns:a="http://schemas.openxmlformats.org/drawingml/2006/main" noGrp="1"/>
          </p:cNvSpPr>
          <p:nvPr/>
        </p:nvSpPr>
        <p:spPr>
          <a:xfrm xmlns:a="http://schemas.openxmlformats.org/drawingml/2006/main">
            <a:off x="4552950" y="3333750"/>
            <a:ext cx="2324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350" b="0">
                <a:solidFill>
                  <a:srgbClr val="17312C"/>
                </a:solidFill>
                <a:latin typeface="Arial"/>
                <a:ea typeface="Arial"/>
                <a:cs typeface="Arial"/>
              </a:defRPr>
            </a:defPPr>
            <a:lvl1pPr>
              <a:defRPr sz="1350" b="0">
                <a:solidFill>
                  <a:srgbClr val="17312C"/>
                </a:solidFill>
                <a:latin typeface="Arial"/>
                <a:ea typeface="Arial"/>
                <a:cs typeface="Arial"/>
              </a:defRPr>
            </a:lvl1pPr>
            <a:lvl2pPr>
              <a:defRPr sz="1350" b="0">
                <a:solidFill>
                  <a:srgbClr val="17312C"/>
                </a:solidFill>
                <a:latin typeface="Arial"/>
                <a:ea typeface="Arial"/>
                <a:cs typeface="Arial"/>
              </a:defRPr>
            </a:lvl2pPr>
            <a:lvl3pPr>
              <a:defRPr sz="1350" b="0">
                <a:solidFill>
                  <a:srgbClr val="17312C"/>
                </a:solidFill>
                <a:latin typeface="Arial"/>
                <a:ea typeface="Arial"/>
                <a:cs typeface="Arial"/>
              </a:defRPr>
            </a:lvl3pPr>
            <a:lvl4pPr>
              <a:defRPr sz="1350" b="0">
                <a:solidFill>
                  <a:srgbClr val="17312C"/>
                </a:solidFill>
                <a:latin typeface="Arial"/>
                <a:ea typeface="Arial"/>
                <a:cs typeface="Arial"/>
              </a:defRPr>
            </a:lvl4pPr>
            <a:lvl5pPr>
              <a:defRPr sz="1350" b="0">
                <a:solidFill>
                  <a:srgbClr val="17312C"/>
                </a:solidFill>
                <a:latin typeface="Arial"/>
                <a:ea typeface="Arial"/>
                <a:cs typeface="Arial"/>
              </a:defRPr>
            </a:lvl5pPr>
            <a:lvl6pPr>
              <a:defRPr sz="1350" b="0">
                <a:solidFill>
                  <a:srgbClr val="17312C"/>
                </a:solidFill>
                <a:latin typeface="Arial"/>
                <a:ea typeface="Arial"/>
                <a:cs typeface="Arial"/>
              </a:defRPr>
            </a:lvl6pPr>
            <a:lvl7pPr>
              <a:defRPr sz="1350" b="0">
                <a:solidFill>
                  <a:srgbClr val="17312C"/>
                </a:solidFill>
                <a:latin typeface="Arial"/>
                <a:ea typeface="Arial"/>
                <a:cs typeface="Arial"/>
              </a:defRPr>
            </a:lvl7pPr>
            <a:lvl8pPr>
              <a:defRPr sz="1350" b="0">
                <a:solidFill>
                  <a:srgbClr val="17312C"/>
                </a:solidFill>
                <a:latin typeface="Arial"/>
                <a:ea typeface="Arial"/>
                <a:cs typeface="Arial"/>
              </a:defRPr>
            </a:lvl8pPr>
            <a:lvl9pPr>
              <a:defRPr sz="1350" b="0">
                <a:solidFill>
                  <a:srgbClr val="17312C"/>
                </a:solidFill>
                <a:latin typeface="Arial"/>
                <a:ea typeface="Arial"/>
                <a:cs typeface="Arial"/>
              </a:defRPr>
            </a:lvl9pPr>
          </a:lstStyle>
          <a:p xmlns:a="http://schemas.openxmlformats.org/drawingml/2006/main">
            <a:pPr>
              <a:defRPr sz="1350" b="0">
                <a:solidFill>
                  <a:srgbClr val="17312C"/>
                </a:solidFill>
                <a:latin typeface="Arial"/>
                <a:ea typeface="Arial"/>
                <a:cs typeface="Arial"/>
              </a:defRPr>
            </a:pPr>
            <a:r>
              <a:rPr sz="1350" b="0">
                <a:solidFill>
                  <a:srgbClr val="17312C"/>
                </a:solidFill>
                <a:latin typeface="Arial"/>
                <a:ea typeface="Arial"/>
                <a:cs typeface="Arial"/>
              </a:rPr>
              <a:t>Ghi sự kiện tối thiểu, tổng hợp và hiển thị theo quyền</a:t>
            </a:r>
          </a:p>
        </p:txBody>
      </p:sp>
      <p:sp>
        <p:nvSpPr>
          <p:cNvPr id="18" name="">
            <a:extLst xmlns:a="http://schemas.openxmlformats.org/drawingml/2006/main">
              <a:ext uri="{FF2B5EF4-FFF2-40B4-BE49-F238E27FC236}">
                <a16:creationId xmlns:a16="http://schemas.microsoft.com/office/drawing/2014/main" id="{4875D2DC-1787-4C7D-B42A-24ACA164315B}"/>
              </a:ext>
            </a:extLst>
          </p:cNvPr>
          <p:cNvSpPr>
            <a:spLocks xmlns:a="http://schemas.openxmlformats.org/drawingml/2006/main" noGrp="1"/>
          </p:cNvSpPr>
          <p:nvPr/>
        </p:nvSpPr>
        <p:spPr>
          <a:xfrm xmlns:a="http://schemas.openxmlformats.org/drawingml/2006/main">
            <a:off x="7143750" y="3371850"/>
            <a:ext cx="762000" cy="38100"/>
          </a:xfrm>
          <a:prstGeom xmlns:a="http://schemas.openxmlformats.org/drawingml/2006/main" prst="rect">
            <a:avLst/>
          </a:prstGeom>
          <a:solidFill xmlns:a="http://schemas.openxmlformats.org/drawingml/2006/main">
            <a:srgbClr val="218D7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23AC9DE-BB3B-4265-AF26-FFF947D42058}"/>
              </a:ext>
            </a:extLst>
          </p:cNvPr>
          <p:cNvSpPr>
            <a:spLocks xmlns:a="http://schemas.openxmlformats.org/drawingml/2006/main" noGrp="1"/>
          </p:cNvSpPr>
          <p:nvPr/>
        </p:nvSpPr>
        <p:spPr>
          <a:xfrm xmlns:a="http://schemas.openxmlformats.org/drawingml/2006/main">
            <a:off x="7905750" y="2247900"/>
            <a:ext cx="2857500" cy="2286000"/>
          </a:xfrm>
          <a:prstGeom xmlns:a="http://schemas.openxmlformats.org/drawingml/2006/main" prst="roundRect">
            <a:avLst>
              <a:gd name="adj" fmla="val 5000"/>
            </a:avLst>
          </a:prstGeom>
          <a:solidFill xmlns:a="http://schemas.openxmlformats.org/drawingml/2006/main">
            <a:srgbClr val="F8E7BF"/>
          </a:solidFill>
          <a:ln xmlns:a="http://schemas.openxmlformats.org/drawingml/2006/main" w="9525">
            <a:solidFill>
              <a:srgbClr val="D7E3DE"/>
            </a:solidFill>
            <a:prstDash val="solid"/>
          </a:ln>
        </p:spPr>
      </p:sp>
      <p:sp>
        <p:nvSpPr>
          <p:cNvPr id="20" name="">
            <a:extLst xmlns:a="http://schemas.openxmlformats.org/drawingml/2006/main">
              <a:ext uri="{FF2B5EF4-FFF2-40B4-BE49-F238E27FC236}">
                <a16:creationId xmlns:a16="http://schemas.microsoft.com/office/drawing/2014/main" id="{54773481-6F73-4D77-B4D1-67D9BED05F0F}"/>
              </a:ext>
            </a:extLst>
          </p:cNvPr>
          <p:cNvSpPr>
            <a:spLocks xmlns:a="http://schemas.openxmlformats.org/drawingml/2006/main" noGrp="1"/>
          </p:cNvSpPr>
          <p:nvPr/>
        </p:nvSpPr>
        <p:spPr>
          <a:xfrm xmlns:a="http://schemas.openxmlformats.org/drawingml/2006/main">
            <a:off x="8134350" y="2457450"/>
            <a:ext cx="590550" cy="590550"/>
          </a:xfrm>
          <a:prstGeom xmlns:a="http://schemas.openxmlformats.org/drawingml/2006/main" prst="roundRect">
            <a:avLst>
              <a:gd name="adj" fmla="val 19355"/>
            </a:avLst>
          </a:prstGeom>
          <a:solidFill xmlns:a="http://schemas.openxmlformats.org/drawingml/2006/main">
            <a:srgbClr val="C58A1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7F02F6D-D512-47DE-B0D8-CA5296FFCD6F}"/>
              </a:ext>
            </a:extLst>
          </p:cNvPr>
          <p:cNvSpPr>
            <a:spLocks xmlns:a="http://schemas.openxmlformats.org/drawingml/2006/main" noGrp="1"/>
          </p:cNvSpPr>
          <p:nvPr/>
        </p:nvSpPr>
        <p:spPr>
          <a:xfrm xmlns:a="http://schemas.openxmlformats.org/drawingml/2006/main">
            <a:off x="8134350" y="2571750"/>
            <a:ext cx="590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652"/>
          </a:bodyPr>
          <a:lstStyle xmlns:a="http://schemas.openxmlformats.org/drawingml/2006/main">
            <a:defPPr>
              <a:defRPr sz="1725" b="1">
                <a:solidFill>
                  <a:srgbClr val="FFFFFF"/>
                </a:solidFill>
                <a:latin typeface="Arial"/>
                <a:ea typeface="Arial"/>
                <a:cs typeface="Arial"/>
              </a:defRPr>
            </a:defPPr>
            <a:lvl1pPr>
              <a:defRPr sz="1725" b="1">
                <a:solidFill>
                  <a:srgbClr val="FFFFFF"/>
                </a:solidFill>
                <a:latin typeface="Arial"/>
                <a:ea typeface="Arial"/>
                <a:cs typeface="Arial"/>
              </a:defRPr>
            </a:lvl1pPr>
            <a:lvl2pPr>
              <a:defRPr sz="1725" b="1">
                <a:solidFill>
                  <a:srgbClr val="FFFFFF"/>
                </a:solidFill>
                <a:latin typeface="Arial"/>
                <a:ea typeface="Arial"/>
                <a:cs typeface="Arial"/>
              </a:defRPr>
            </a:lvl2pPr>
            <a:lvl3pPr>
              <a:defRPr sz="1725" b="1">
                <a:solidFill>
                  <a:srgbClr val="FFFFFF"/>
                </a:solidFill>
                <a:latin typeface="Arial"/>
                <a:ea typeface="Arial"/>
                <a:cs typeface="Arial"/>
              </a:defRPr>
            </a:lvl3pPr>
            <a:lvl4pPr>
              <a:defRPr sz="1725" b="1">
                <a:solidFill>
                  <a:srgbClr val="FFFFFF"/>
                </a:solidFill>
                <a:latin typeface="Arial"/>
                <a:ea typeface="Arial"/>
                <a:cs typeface="Arial"/>
              </a:defRPr>
            </a:lvl4pPr>
            <a:lvl5pPr>
              <a:defRPr sz="1725" b="1">
                <a:solidFill>
                  <a:srgbClr val="FFFFFF"/>
                </a:solidFill>
                <a:latin typeface="Arial"/>
                <a:ea typeface="Arial"/>
                <a:cs typeface="Arial"/>
              </a:defRPr>
            </a:lvl5pPr>
            <a:lvl6pPr>
              <a:defRPr sz="1725" b="1">
                <a:solidFill>
                  <a:srgbClr val="FFFFFF"/>
                </a:solidFill>
                <a:latin typeface="Arial"/>
                <a:ea typeface="Arial"/>
                <a:cs typeface="Arial"/>
              </a:defRPr>
            </a:lvl6pPr>
            <a:lvl7pPr>
              <a:defRPr sz="1725" b="1">
                <a:solidFill>
                  <a:srgbClr val="FFFFFF"/>
                </a:solidFill>
                <a:latin typeface="Arial"/>
                <a:ea typeface="Arial"/>
                <a:cs typeface="Arial"/>
              </a:defRPr>
            </a:lvl7pPr>
            <a:lvl8pPr>
              <a:defRPr sz="1725" b="1">
                <a:solidFill>
                  <a:srgbClr val="FFFFFF"/>
                </a:solidFill>
                <a:latin typeface="Arial"/>
                <a:ea typeface="Arial"/>
                <a:cs typeface="Arial"/>
              </a:defRPr>
            </a:lvl8pPr>
            <a:lvl9pPr>
              <a:defRPr sz="1725" b="1">
                <a:solidFill>
                  <a:srgbClr val="FFFFFF"/>
                </a:solidFill>
                <a:latin typeface="Arial"/>
                <a:ea typeface="Arial"/>
                <a:cs typeface="Arial"/>
              </a:defRPr>
            </a:lvl9pPr>
          </a:lstStyle>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F5</a:t>
            </a:r>
          </a:p>
        </p:txBody>
      </p:sp>
      <p:sp>
        <p:nvSpPr>
          <p:cNvPr id="22" name="">
            <a:extLst xmlns:a="http://schemas.openxmlformats.org/drawingml/2006/main">
              <a:ext uri="{FF2B5EF4-FFF2-40B4-BE49-F238E27FC236}">
                <a16:creationId xmlns:a16="http://schemas.microsoft.com/office/drawing/2014/main" id="{611FD4CC-B340-476F-A395-9D980D0D50F3}"/>
              </a:ext>
            </a:extLst>
          </p:cNvPr>
          <p:cNvSpPr>
            <a:spLocks xmlns:a="http://schemas.openxmlformats.org/drawingml/2006/main" noGrp="1"/>
          </p:cNvSpPr>
          <p:nvPr/>
        </p:nvSpPr>
        <p:spPr>
          <a:xfrm xmlns:a="http://schemas.openxmlformats.org/drawingml/2006/main">
            <a:off x="8896350" y="253365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950" b="1">
                <a:solidFill>
                  <a:srgbClr val="123C52"/>
                </a:solidFill>
                <a:latin typeface="Arial"/>
                <a:ea typeface="Arial"/>
                <a:cs typeface="Arial"/>
              </a:defRPr>
            </a:defPPr>
            <a:lvl1pPr>
              <a:defRPr sz="1950" b="1">
                <a:solidFill>
                  <a:srgbClr val="123C52"/>
                </a:solidFill>
                <a:latin typeface="Arial"/>
                <a:ea typeface="Arial"/>
                <a:cs typeface="Arial"/>
              </a:defRPr>
            </a:lvl1pPr>
            <a:lvl2pPr>
              <a:defRPr sz="1950" b="1">
                <a:solidFill>
                  <a:srgbClr val="123C52"/>
                </a:solidFill>
                <a:latin typeface="Arial"/>
                <a:ea typeface="Arial"/>
                <a:cs typeface="Arial"/>
              </a:defRPr>
            </a:lvl2pPr>
            <a:lvl3pPr>
              <a:defRPr sz="1950" b="1">
                <a:solidFill>
                  <a:srgbClr val="123C52"/>
                </a:solidFill>
                <a:latin typeface="Arial"/>
                <a:ea typeface="Arial"/>
                <a:cs typeface="Arial"/>
              </a:defRPr>
            </a:lvl3pPr>
            <a:lvl4pPr>
              <a:defRPr sz="1950" b="1">
                <a:solidFill>
                  <a:srgbClr val="123C52"/>
                </a:solidFill>
                <a:latin typeface="Arial"/>
                <a:ea typeface="Arial"/>
                <a:cs typeface="Arial"/>
              </a:defRPr>
            </a:lvl4pPr>
            <a:lvl5pPr>
              <a:defRPr sz="1950" b="1">
                <a:solidFill>
                  <a:srgbClr val="123C52"/>
                </a:solidFill>
                <a:latin typeface="Arial"/>
                <a:ea typeface="Arial"/>
                <a:cs typeface="Arial"/>
              </a:defRPr>
            </a:lvl5pPr>
            <a:lvl6pPr>
              <a:defRPr sz="1950" b="1">
                <a:solidFill>
                  <a:srgbClr val="123C52"/>
                </a:solidFill>
                <a:latin typeface="Arial"/>
                <a:ea typeface="Arial"/>
                <a:cs typeface="Arial"/>
              </a:defRPr>
            </a:lvl6pPr>
            <a:lvl7pPr>
              <a:defRPr sz="1950" b="1">
                <a:solidFill>
                  <a:srgbClr val="123C52"/>
                </a:solidFill>
                <a:latin typeface="Arial"/>
                <a:ea typeface="Arial"/>
                <a:cs typeface="Arial"/>
              </a:defRPr>
            </a:lvl7pPr>
            <a:lvl8pPr>
              <a:defRPr sz="1950" b="1">
                <a:solidFill>
                  <a:srgbClr val="123C52"/>
                </a:solidFill>
                <a:latin typeface="Arial"/>
                <a:ea typeface="Arial"/>
                <a:cs typeface="Arial"/>
              </a:defRPr>
            </a:lvl8pPr>
            <a:lvl9pPr>
              <a:defRPr sz="1950" b="1">
                <a:solidFill>
                  <a:srgbClr val="123C52"/>
                </a:solidFill>
                <a:latin typeface="Arial"/>
                <a:ea typeface="Arial"/>
                <a:cs typeface="Arial"/>
              </a:defRPr>
            </a:lvl9pPr>
          </a:lstStyle>
          <a:p xmlns:a="http://schemas.openxmlformats.org/drawingml/2006/main">
            <a:pPr>
              <a:defRPr sz="1950" b="1">
                <a:solidFill>
                  <a:srgbClr val="123C52"/>
                </a:solidFill>
                <a:latin typeface="Arial"/>
                <a:ea typeface="Arial"/>
                <a:cs typeface="Arial"/>
              </a:defRPr>
            </a:pPr>
            <a:r>
              <a:rPr sz="1950" b="1">
                <a:solidFill>
                  <a:srgbClr val="123C52"/>
                </a:solidFill>
                <a:latin typeface="Arial"/>
                <a:ea typeface="Arial"/>
                <a:cs typeface="Arial"/>
              </a:rPr>
              <a:t>Bảo vệ</a:t>
            </a:r>
          </a:p>
        </p:txBody>
      </p:sp>
      <p:sp>
        <p:nvSpPr>
          <p:cNvPr id="23" name="">
            <a:extLst xmlns:a="http://schemas.openxmlformats.org/drawingml/2006/main">
              <a:ext uri="{FF2B5EF4-FFF2-40B4-BE49-F238E27FC236}">
                <a16:creationId xmlns:a16="http://schemas.microsoft.com/office/drawing/2014/main" id="{C6DF46D0-4E12-4AE8-9786-E3E185704B59}"/>
              </a:ext>
            </a:extLst>
          </p:cNvPr>
          <p:cNvSpPr>
            <a:spLocks xmlns:a="http://schemas.openxmlformats.org/drawingml/2006/main" noGrp="1"/>
          </p:cNvSpPr>
          <p:nvPr/>
        </p:nvSpPr>
        <p:spPr>
          <a:xfrm xmlns:a="http://schemas.openxmlformats.org/drawingml/2006/main">
            <a:off x="8172450" y="3333750"/>
            <a:ext cx="2324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350" b="0">
                <a:solidFill>
                  <a:srgbClr val="17312C"/>
                </a:solidFill>
                <a:latin typeface="Arial"/>
                <a:ea typeface="Arial"/>
                <a:cs typeface="Arial"/>
              </a:defRPr>
            </a:defPPr>
            <a:lvl1pPr>
              <a:defRPr sz="1350" b="0">
                <a:solidFill>
                  <a:srgbClr val="17312C"/>
                </a:solidFill>
                <a:latin typeface="Arial"/>
                <a:ea typeface="Arial"/>
                <a:cs typeface="Arial"/>
              </a:defRPr>
            </a:lvl1pPr>
            <a:lvl2pPr>
              <a:defRPr sz="1350" b="0">
                <a:solidFill>
                  <a:srgbClr val="17312C"/>
                </a:solidFill>
                <a:latin typeface="Arial"/>
                <a:ea typeface="Arial"/>
                <a:cs typeface="Arial"/>
              </a:defRPr>
            </a:lvl2pPr>
            <a:lvl3pPr>
              <a:defRPr sz="1350" b="0">
                <a:solidFill>
                  <a:srgbClr val="17312C"/>
                </a:solidFill>
                <a:latin typeface="Arial"/>
                <a:ea typeface="Arial"/>
                <a:cs typeface="Arial"/>
              </a:defRPr>
            </a:lvl3pPr>
            <a:lvl4pPr>
              <a:defRPr sz="1350" b="0">
                <a:solidFill>
                  <a:srgbClr val="17312C"/>
                </a:solidFill>
                <a:latin typeface="Arial"/>
                <a:ea typeface="Arial"/>
                <a:cs typeface="Arial"/>
              </a:defRPr>
            </a:lvl4pPr>
            <a:lvl5pPr>
              <a:defRPr sz="1350" b="0">
                <a:solidFill>
                  <a:srgbClr val="17312C"/>
                </a:solidFill>
                <a:latin typeface="Arial"/>
                <a:ea typeface="Arial"/>
                <a:cs typeface="Arial"/>
              </a:defRPr>
            </a:lvl5pPr>
            <a:lvl6pPr>
              <a:defRPr sz="1350" b="0">
                <a:solidFill>
                  <a:srgbClr val="17312C"/>
                </a:solidFill>
                <a:latin typeface="Arial"/>
                <a:ea typeface="Arial"/>
                <a:cs typeface="Arial"/>
              </a:defRPr>
            </a:lvl6pPr>
            <a:lvl7pPr>
              <a:defRPr sz="1350" b="0">
                <a:solidFill>
                  <a:srgbClr val="17312C"/>
                </a:solidFill>
                <a:latin typeface="Arial"/>
                <a:ea typeface="Arial"/>
                <a:cs typeface="Arial"/>
              </a:defRPr>
            </a:lvl7pPr>
            <a:lvl8pPr>
              <a:defRPr sz="1350" b="0">
                <a:solidFill>
                  <a:srgbClr val="17312C"/>
                </a:solidFill>
                <a:latin typeface="Arial"/>
                <a:ea typeface="Arial"/>
                <a:cs typeface="Arial"/>
              </a:defRPr>
            </a:lvl8pPr>
            <a:lvl9pPr>
              <a:defRPr sz="1350" b="0">
                <a:solidFill>
                  <a:srgbClr val="17312C"/>
                </a:solidFill>
                <a:latin typeface="Arial"/>
                <a:ea typeface="Arial"/>
                <a:cs typeface="Arial"/>
              </a:defRPr>
            </a:lvl9pPr>
          </a:lstStyle>
          <a:p xmlns:a="http://schemas.openxmlformats.org/drawingml/2006/main">
            <a:pPr>
              <a:defRPr sz="1350" b="0">
                <a:solidFill>
                  <a:srgbClr val="17312C"/>
                </a:solidFill>
                <a:latin typeface="Arial"/>
                <a:ea typeface="Arial"/>
                <a:cs typeface="Arial"/>
              </a:defRPr>
            </a:pPr>
            <a:r>
              <a:rPr sz="1350" b="0">
                <a:solidFill>
                  <a:srgbClr val="17312C"/>
                </a:solidFill>
                <a:latin typeface="Arial"/>
                <a:ea typeface="Arial"/>
                <a:cs typeface="Arial"/>
              </a:rPr>
              <a:t>Xác thực thiết bị, mã hóa bí mật và thu hồi quyền truy cập</a:t>
            </a:r>
          </a:p>
        </p:txBody>
      </p:sp>
      <p:sp>
        <p:nvSpPr>
          <p:cNvPr id="24" name="">
            <a:extLst xmlns:a="http://schemas.openxmlformats.org/drawingml/2006/main">
              <a:ext uri="{FF2B5EF4-FFF2-40B4-BE49-F238E27FC236}">
                <a16:creationId xmlns:a16="http://schemas.microsoft.com/office/drawing/2014/main" id="{46903004-10FC-48CB-A76B-7207FCFECA51}"/>
              </a:ext>
            </a:extLst>
          </p:cNvPr>
          <p:cNvSpPr>
            <a:spLocks xmlns:a="http://schemas.openxmlformats.org/drawingml/2006/main" noGrp="1"/>
          </p:cNvSpPr>
          <p:nvPr/>
        </p:nvSpPr>
        <p:spPr>
          <a:xfrm xmlns:a="http://schemas.openxmlformats.org/drawingml/2006/main">
            <a:off x="2381250" y="5010150"/>
            <a:ext cx="7429500" cy="819150"/>
          </a:xfrm>
          <a:prstGeom xmlns:a="http://schemas.openxmlformats.org/drawingml/2006/main" prst="roundRect">
            <a:avLst>
              <a:gd name="adj" fmla="val 13953"/>
            </a:avLst>
          </a:prstGeom>
          <a:solidFill xmlns:a="http://schemas.openxmlformats.org/drawingml/2006/main">
            <a:srgbClr val="123C5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057070A-ADB0-476F-994B-25EB6B6E3299}"/>
              </a:ext>
            </a:extLst>
          </p:cNvPr>
          <p:cNvSpPr>
            <a:spLocks xmlns:a="http://schemas.openxmlformats.org/drawingml/2006/main" noGrp="1"/>
          </p:cNvSpPr>
          <p:nvPr/>
        </p:nvSpPr>
        <p:spPr>
          <a:xfrm xmlns:a="http://schemas.openxmlformats.org/drawingml/2006/main">
            <a:off x="2609850" y="51625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196"/>
          </a:bodyPr>
          <a:lstStyle xmlns:a="http://schemas.openxmlformats.org/drawingml/2006/main">
            <a:defPPr>
              <a:defRPr sz="1275" b="1">
                <a:solidFill>
                  <a:srgbClr val="80D7B7"/>
                </a:solidFill>
                <a:latin typeface="Arial"/>
                <a:ea typeface="Arial"/>
                <a:cs typeface="Arial"/>
              </a:defRPr>
            </a:defPPr>
            <a:lvl1pPr>
              <a:defRPr sz="1275" b="1">
                <a:solidFill>
                  <a:srgbClr val="80D7B7"/>
                </a:solidFill>
                <a:latin typeface="Arial"/>
                <a:ea typeface="Arial"/>
                <a:cs typeface="Arial"/>
              </a:defRPr>
            </a:lvl1pPr>
            <a:lvl2pPr>
              <a:defRPr sz="1275" b="1">
                <a:solidFill>
                  <a:srgbClr val="80D7B7"/>
                </a:solidFill>
                <a:latin typeface="Arial"/>
                <a:ea typeface="Arial"/>
                <a:cs typeface="Arial"/>
              </a:defRPr>
            </a:lvl2pPr>
            <a:lvl3pPr>
              <a:defRPr sz="1275" b="1">
                <a:solidFill>
                  <a:srgbClr val="80D7B7"/>
                </a:solidFill>
                <a:latin typeface="Arial"/>
                <a:ea typeface="Arial"/>
                <a:cs typeface="Arial"/>
              </a:defRPr>
            </a:lvl3pPr>
            <a:lvl4pPr>
              <a:defRPr sz="1275" b="1">
                <a:solidFill>
                  <a:srgbClr val="80D7B7"/>
                </a:solidFill>
                <a:latin typeface="Arial"/>
                <a:ea typeface="Arial"/>
                <a:cs typeface="Arial"/>
              </a:defRPr>
            </a:lvl4pPr>
            <a:lvl5pPr>
              <a:defRPr sz="1275" b="1">
                <a:solidFill>
                  <a:srgbClr val="80D7B7"/>
                </a:solidFill>
                <a:latin typeface="Arial"/>
                <a:ea typeface="Arial"/>
                <a:cs typeface="Arial"/>
              </a:defRPr>
            </a:lvl5pPr>
            <a:lvl6pPr>
              <a:defRPr sz="1275" b="1">
                <a:solidFill>
                  <a:srgbClr val="80D7B7"/>
                </a:solidFill>
                <a:latin typeface="Arial"/>
                <a:ea typeface="Arial"/>
                <a:cs typeface="Arial"/>
              </a:defRPr>
            </a:lvl6pPr>
            <a:lvl7pPr>
              <a:defRPr sz="1275" b="1">
                <a:solidFill>
                  <a:srgbClr val="80D7B7"/>
                </a:solidFill>
                <a:latin typeface="Arial"/>
                <a:ea typeface="Arial"/>
                <a:cs typeface="Arial"/>
              </a:defRPr>
            </a:lvl7pPr>
            <a:lvl8pPr>
              <a:defRPr sz="1275" b="1">
                <a:solidFill>
                  <a:srgbClr val="80D7B7"/>
                </a:solidFill>
                <a:latin typeface="Arial"/>
                <a:ea typeface="Arial"/>
                <a:cs typeface="Arial"/>
              </a:defRPr>
            </a:lvl8pPr>
            <a:lvl9pPr>
              <a:defRPr sz="1275" b="1">
                <a:solidFill>
                  <a:srgbClr val="80D7B7"/>
                </a:solidFill>
                <a:latin typeface="Arial"/>
                <a:ea typeface="Arial"/>
                <a:cs typeface="Arial"/>
              </a:defRPr>
            </a:lvl9pPr>
          </a:lstStyle>
          <a:p xmlns:a="http://schemas.openxmlformats.org/drawingml/2006/main">
            <a:pPr>
              <a:defRPr sz="1275" b="1">
                <a:solidFill>
                  <a:srgbClr val="80D7B7"/>
                </a:solidFill>
                <a:latin typeface="Arial"/>
                <a:ea typeface="Arial"/>
                <a:cs typeface="Arial"/>
              </a:defRPr>
            </a:pPr>
            <a:r>
              <a:rPr sz="1275" b="1">
                <a:solidFill>
                  <a:srgbClr val="80D7B7"/>
                </a:solidFill>
                <a:latin typeface="Arial"/>
                <a:ea typeface="Arial"/>
                <a:cs typeface="Arial"/>
              </a:rPr>
              <a:t>Kết quả</a:t>
            </a:r>
          </a:p>
        </p:txBody>
      </p:sp>
      <p:sp>
        <p:nvSpPr>
          <p:cNvPr id="26" name="">
            <a:extLst xmlns:a="http://schemas.openxmlformats.org/drawingml/2006/main">
              <a:ext uri="{FF2B5EF4-FFF2-40B4-BE49-F238E27FC236}">
                <a16:creationId xmlns:a16="http://schemas.microsoft.com/office/drawing/2014/main" id="{BA5F8F54-DAB1-4566-A24F-9B68885444F2}"/>
              </a:ext>
            </a:extLst>
          </p:cNvPr>
          <p:cNvSpPr>
            <a:spLocks xmlns:a="http://schemas.openxmlformats.org/drawingml/2006/main" noGrp="1"/>
          </p:cNvSpPr>
          <p:nvPr/>
        </p:nvSpPr>
        <p:spPr>
          <a:xfrm xmlns:a="http://schemas.openxmlformats.org/drawingml/2006/main">
            <a:off x="3810000" y="5105400"/>
            <a:ext cx="561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Phụ huynh có căn cứ điều chỉnh chính sách, trẻ biết dữ liệu nào được ghi và server chỉ nhận sự kiện hợp lệ.</a:t>
            </a:r>
          </a:p>
        </p:txBody>
      </p:sp>
    </p:spTree>
    <p:extLst>
      <p:ext uri="{BB962C8B-B14F-4D97-AF65-F5344CB8AC3E}">
        <p14:creationId xmlns:p14="http://schemas.microsoft.com/office/powerpoint/2010/main" val="1941225823"/>
      </p:ext>
    </p:extLst>
  </p:cSld>
</p:sld>
</file>

<file path=ppt/slides/slide16.xml><?xml version="1.0" encoding="utf-8"?>
<p:sld xmlns:p="http://schemas.openxmlformats.org/presentationml/2006/main">
  <p:cSld>
    <p:bg>
      <p:bgPr>
        <a:solidFill xmlns:a="http://schemas.openxmlformats.org/drawingml/2006/main">
          <a:srgbClr val="FBFCFC"/>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DBF56495-D1AF-4B1B-B016-536609AD88D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18D7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5CC7174-CEC6-4F5D-B077-5E12161442C4}"/>
              </a:ext>
            </a:extLst>
          </p:cNvPr>
          <p:cNvSpPr>
            <a:spLocks xmlns:a="http://schemas.openxmlformats.org/drawingml/2006/main" noGrp="1"/>
          </p:cNvSpPr>
          <p:nvPr/>
        </p:nvSpPr>
        <p:spPr>
          <a:xfrm xmlns:a="http://schemas.openxmlformats.org/drawingml/2006/main">
            <a:off x="514350" y="2571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398"/>
          </a:bodyPr>
          <a:lstStyle xmlns:a="http://schemas.openxmlformats.org/drawingml/2006/main">
            <a:defPPr>
              <a:defRPr sz="653" b="1">
                <a:solidFill>
                  <a:srgbClr val="218D73"/>
                </a:solidFill>
                <a:latin typeface="Arial"/>
                <a:ea typeface="Arial"/>
                <a:cs typeface="Arial"/>
              </a:defRPr>
            </a:defPPr>
            <a:lvl1pPr>
              <a:defRPr sz="653" b="1">
                <a:solidFill>
                  <a:srgbClr val="218D73"/>
                </a:solidFill>
                <a:latin typeface="Arial"/>
                <a:ea typeface="Arial"/>
                <a:cs typeface="Arial"/>
              </a:defRPr>
            </a:lvl1pPr>
            <a:lvl2pPr>
              <a:defRPr sz="653" b="1">
                <a:solidFill>
                  <a:srgbClr val="218D73"/>
                </a:solidFill>
                <a:latin typeface="Arial"/>
                <a:ea typeface="Arial"/>
                <a:cs typeface="Arial"/>
              </a:defRPr>
            </a:lvl2pPr>
            <a:lvl3pPr>
              <a:defRPr sz="653" b="1">
                <a:solidFill>
                  <a:srgbClr val="218D73"/>
                </a:solidFill>
                <a:latin typeface="Arial"/>
                <a:ea typeface="Arial"/>
                <a:cs typeface="Arial"/>
              </a:defRPr>
            </a:lvl3pPr>
            <a:lvl4pPr>
              <a:defRPr sz="653" b="1">
                <a:solidFill>
                  <a:srgbClr val="218D73"/>
                </a:solidFill>
                <a:latin typeface="Arial"/>
                <a:ea typeface="Arial"/>
                <a:cs typeface="Arial"/>
              </a:defRPr>
            </a:lvl4pPr>
            <a:lvl5pPr>
              <a:defRPr sz="653" b="1">
                <a:solidFill>
                  <a:srgbClr val="218D73"/>
                </a:solidFill>
                <a:latin typeface="Arial"/>
                <a:ea typeface="Arial"/>
                <a:cs typeface="Arial"/>
              </a:defRPr>
            </a:lvl5pPr>
            <a:lvl6pPr>
              <a:defRPr sz="653" b="1">
                <a:solidFill>
                  <a:srgbClr val="218D73"/>
                </a:solidFill>
                <a:latin typeface="Arial"/>
                <a:ea typeface="Arial"/>
                <a:cs typeface="Arial"/>
              </a:defRPr>
            </a:lvl6pPr>
            <a:lvl7pPr>
              <a:defRPr sz="653" b="1">
                <a:solidFill>
                  <a:srgbClr val="218D73"/>
                </a:solidFill>
                <a:latin typeface="Arial"/>
                <a:ea typeface="Arial"/>
                <a:cs typeface="Arial"/>
              </a:defRPr>
            </a:lvl7pPr>
            <a:lvl8pPr>
              <a:defRPr sz="653" b="1">
                <a:solidFill>
                  <a:srgbClr val="218D73"/>
                </a:solidFill>
                <a:latin typeface="Arial"/>
                <a:ea typeface="Arial"/>
                <a:cs typeface="Arial"/>
              </a:defRPr>
            </a:lvl8pPr>
            <a:lvl9pPr>
              <a:defRPr sz="653" b="1">
                <a:solidFill>
                  <a:srgbClr val="218D73"/>
                </a:solidFill>
                <a:latin typeface="Arial"/>
                <a:ea typeface="Arial"/>
                <a:cs typeface="Arial"/>
              </a:defRPr>
            </a:lvl9pPr>
          </a:lstStyle>
          <a:p xmlns:a="http://schemas.openxmlformats.org/drawingml/2006/main">
            <a:pPr>
              <a:defRPr sz="653" b="1">
                <a:solidFill>
                  <a:srgbClr val="218D73"/>
                </a:solidFill>
                <a:latin typeface="Arial"/>
                <a:ea typeface="Arial"/>
                <a:cs typeface="Arial"/>
              </a:defRPr>
            </a:pPr>
            <a:r>
              <a:rPr sz="653" b="1">
                <a:solidFill>
                  <a:srgbClr val="218D73"/>
                </a:solidFill>
                <a:latin typeface="Arial"/>
                <a:ea typeface="Arial"/>
                <a:cs typeface="Arial"/>
              </a:rPr>
              <a:t>OPEN GUARD KIDS  |  BÁO CÁO F2, F3 VÀ F5</a:t>
            </a:r>
          </a:p>
        </p:txBody>
      </p:sp>
      <p:sp>
        <p:nvSpPr>
          <p:cNvPr id="3" name="">
            <a:extLst xmlns:a="http://schemas.openxmlformats.org/drawingml/2006/main">
              <a:ext uri="{FF2B5EF4-FFF2-40B4-BE49-F238E27FC236}">
                <a16:creationId xmlns:a16="http://schemas.microsoft.com/office/drawing/2014/main" id="{FE7FB950-93E5-470F-9ED3-0678CFC1CE79}"/>
              </a:ext>
            </a:extLst>
          </p:cNvPr>
          <p:cNvSpPr>
            <a:spLocks xmlns:a="http://schemas.openxmlformats.org/drawingml/2006/main" noGrp="1"/>
          </p:cNvSpPr>
          <p:nvPr/>
        </p:nvSpPr>
        <p:spPr>
          <a:xfrm xmlns:a="http://schemas.openxmlformats.org/drawingml/2006/main">
            <a:off x="514350" y="55245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400" b="1">
                <a:solidFill>
                  <a:srgbClr val="123C52"/>
                </a:solidFill>
                <a:latin typeface="Arial"/>
                <a:ea typeface="Arial"/>
                <a:cs typeface="Arial"/>
              </a:defRPr>
            </a:defPPr>
            <a:lvl1pPr>
              <a:defRPr sz="2400" b="1">
                <a:solidFill>
                  <a:srgbClr val="123C52"/>
                </a:solidFill>
                <a:latin typeface="Arial"/>
                <a:ea typeface="Arial"/>
                <a:cs typeface="Arial"/>
              </a:defRPr>
            </a:lvl1pPr>
            <a:lvl2pPr>
              <a:defRPr sz="2400" b="1">
                <a:solidFill>
                  <a:srgbClr val="123C52"/>
                </a:solidFill>
                <a:latin typeface="Arial"/>
                <a:ea typeface="Arial"/>
                <a:cs typeface="Arial"/>
              </a:defRPr>
            </a:lvl2pPr>
            <a:lvl3pPr>
              <a:defRPr sz="2400" b="1">
                <a:solidFill>
                  <a:srgbClr val="123C52"/>
                </a:solidFill>
                <a:latin typeface="Arial"/>
                <a:ea typeface="Arial"/>
                <a:cs typeface="Arial"/>
              </a:defRPr>
            </a:lvl3pPr>
            <a:lvl4pPr>
              <a:defRPr sz="2400" b="1">
                <a:solidFill>
                  <a:srgbClr val="123C52"/>
                </a:solidFill>
                <a:latin typeface="Arial"/>
                <a:ea typeface="Arial"/>
                <a:cs typeface="Arial"/>
              </a:defRPr>
            </a:lvl4pPr>
            <a:lvl5pPr>
              <a:defRPr sz="2400" b="1">
                <a:solidFill>
                  <a:srgbClr val="123C52"/>
                </a:solidFill>
                <a:latin typeface="Arial"/>
                <a:ea typeface="Arial"/>
                <a:cs typeface="Arial"/>
              </a:defRPr>
            </a:lvl5pPr>
            <a:lvl6pPr>
              <a:defRPr sz="2400" b="1">
                <a:solidFill>
                  <a:srgbClr val="123C52"/>
                </a:solidFill>
                <a:latin typeface="Arial"/>
                <a:ea typeface="Arial"/>
                <a:cs typeface="Arial"/>
              </a:defRPr>
            </a:lvl6pPr>
            <a:lvl7pPr>
              <a:defRPr sz="2400" b="1">
                <a:solidFill>
                  <a:srgbClr val="123C52"/>
                </a:solidFill>
                <a:latin typeface="Arial"/>
                <a:ea typeface="Arial"/>
                <a:cs typeface="Arial"/>
              </a:defRPr>
            </a:lvl7pPr>
            <a:lvl8pPr>
              <a:defRPr sz="2400" b="1">
                <a:solidFill>
                  <a:srgbClr val="123C52"/>
                </a:solidFill>
                <a:latin typeface="Arial"/>
                <a:ea typeface="Arial"/>
                <a:cs typeface="Arial"/>
              </a:defRPr>
            </a:lvl8pPr>
            <a:lvl9pPr>
              <a:defRPr sz="2400" b="1">
                <a:solidFill>
                  <a:srgbClr val="123C52"/>
                </a:solidFill>
                <a:latin typeface="Arial"/>
                <a:ea typeface="Arial"/>
                <a:cs typeface="Arial"/>
              </a:defRPr>
            </a:lvl9pPr>
          </a:lstStyle>
          <a:p xmlns:a="http://schemas.openxmlformats.org/drawingml/2006/main">
            <a:pPr>
              <a:defRPr sz="2400" b="1">
                <a:solidFill>
                  <a:srgbClr val="123C52"/>
                </a:solidFill>
                <a:latin typeface="Arial"/>
                <a:ea typeface="Arial"/>
                <a:cs typeface="Arial"/>
              </a:defRPr>
            </a:pPr>
            <a:r>
              <a:rPr sz="2400" b="1">
                <a:solidFill>
                  <a:srgbClr val="123C52"/>
                </a:solidFill>
                <a:latin typeface="Arial"/>
                <a:ea typeface="Arial"/>
                <a:cs typeface="Arial"/>
              </a:rPr>
              <a:t>Kiểm thử và bằng chứng</a:t>
            </a:r>
          </a:p>
        </p:txBody>
      </p:sp>
      <p:sp>
        <p:nvSpPr>
          <p:cNvPr id="4" name="">
            <a:extLst xmlns:a="http://schemas.openxmlformats.org/drawingml/2006/main">
              <a:ext uri="{FF2B5EF4-FFF2-40B4-BE49-F238E27FC236}">
                <a16:creationId xmlns:a16="http://schemas.microsoft.com/office/drawing/2014/main" id="{4D98FD62-C9B1-4895-BED8-1134D3E4BDEE}"/>
              </a:ext>
            </a:extLst>
          </p:cNvPr>
          <p:cNvSpPr>
            <a:spLocks xmlns:a="http://schemas.openxmlformats.org/drawingml/2006/main" noGrp="1"/>
          </p:cNvSpPr>
          <p:nvPr/>
        </p:nvSpPr>
        <p:spPr>
          <a:xfrm xmlns:a="http://schemas.openxmlformats.org/drawingml/2006/main">
            <a:off x="514350" y="1143000"/>
            <a:ext cx="11163300" cy="9525"/>
          </a:xfrm>
          <a:prstGeom xmlns:a="http://schemas.openxmlformats.org/drawingml/2006/main" prst="rect">
            <a:avLst/>
          </a:prstGeom>
          <a:solidFill xmlns:a="http://schemas.openxmlformats.org/drawingml/2006/main">
            <a:srgbClr val="D7E3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5D6A26A-E9E1-4255-94C6-1C97ED049DD8}"/>
              </a:ext>
            </a:extLst>
          </p:cNvPr>
          <p:cNvSpPr>
            <a:spLocks xmlns:a="http://schemas.openxmlformats.org/drawingml/2006/main" noGrp="1"/>
          </p:cNvSpPr>
          <p:nvPr/>
        </p:nvSpPr>
        <p:spPr>
          <a:xfrm xmlns:a="http://schemas.openxmlformats.org/drawingml/2006/main">
            <a:off x="11096625" y="2571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398"/>
          </a:bodyPr>
          <a:lstStyle xmlns:a="http://schemas.openxmlformats.org/drawingml/2006/main">
            <a:defPPr>
              <a:defRPr sz="653" b="1">
                <a:solidFill>
                  <a:srgbClr val="218D73"/>
                </a:solidFill>
                <a:latin typeface="Arial"/>
                <a:ea typeface="Arial"/>
                <a:cs typeface="Arial"/>
              </a:defRPr>
            </a:defPPr>
            <a:lvl1pPr>
              <a:defRPr sz="653" b="1">
                <a:solidFill>
                  <a:srgbClr val="218D73"/>
                </a:solidFill>
                <a:latin typeface="Arial"/>
                <a:ea typeface="Arial"/>
                <a:cs typeface="Arial"/>
              </a:defRPr>
            </a:lvl1pPr>
            <a:lvl2pPr>
              <a:defRPr sz="653" b="1">
                <a:solidFill>
                  <a:srgbClr val="218D73"/>
                </a:solidFill>
                <a:latin typeface="Arial"/>
                <a:ea typeface="Arial"/>
                <a:cs typeface="Arial"/>
              </a:defRPr>
            </a:lvl2pPr>
            <a:lvl3pPr>
              <a:defRPr sz="653" b="1">
                <a:solidFill>
                  <a:srgbClr val="218D73"/>
                </a:solidFill>
                <a:latin typeface="Arial"/>
                <a:ea typeface="Arial"/>
                <a:cs typeface="Arial"/>
              </a:defRPr>
            </a:lvl3pPr>
            <a:lvl4pPr>
              <a:defRPr sz="653" b="1">
                <a:solidFill>
                  <a:srgbClr val="218D73"/>
                </a:solidFill>
                <a:latin typeface="Arial"/>
                <a:ea typeface="Arial"/>
                <a:cs typeface="Arial"/>
              </a:defRPr>
            </a:lvl4pPr>
            <a:lvl5pPr>
              <a:defRPr sz="653" b="1">
                <a:solidFill>
                  <a:srgbClr val="218D73"/>
                </a:solidFill>
                <a:latin typeface="Arial"/>
                <a:ea typeface="Arial"/>
                <a:cs typeface="Arial"/>
              </a:defRPr>
            </a:lvl5pPr>
            <a:lvl6pPr>
              <a:defRPr sz="653" b="1">
                <a:solidFill>
                  <a:srgbClr val="218D73"/>
                </a:solidFill>
                <a:latin typeface="Arial"/>
                <a:ea typeface="Arial"/>
                <a:cs typeface="Arial"/>
              </a:defRPr>
            </a:lvl6pPr>
            <a:lvl7pPr>
              <a:defRPr sz="653" b="1">
                <a:solidFill>
                  <a:srgbClr val="218D73"/>
                </a:solidFill>
                <a:latin typeface="Arial"/>
                <a:ea typeface="Arial"/>
                <a:cs typeface="Arial"/>
              </a:defRPr>
            </a:lvl7pPr>
            <a:lvl8pPr>
              <a:defRPr sz="653" b="1">
                <a:solidFill>
                  <a:srgbClr val="218D73"/>
                </a:solidFill>
                <a:latin typeface="Arial"/>
                <a:ea typeface="Arial"/>
                <a:cs typeface="Arial"/>
              </a:defRPr>
            </a:lvl8pPr>
            <a:lvl9pPr>
              <a:defRPr sz="653" b="1">
                <a:solidFill>
                  <a:srgbClr val="218D73"/>
                </a:solidFill>
                <a:latin typeface="Arial"/>
                <a:ea typeface="Arial"/>
                <a:cs typeface="Arial"/>
              </a:defRPr>
            </a:lvl9pPr>
          </a:lstStyle>
          <a:p xmlns:a="http://schemas.openxmlformats.org/drawingml/2006/main">
            <a:pPr>
              <a:defRPr sz="653" b="1">
                <a:solidFill>
                  <a:srgbClr val="218D73"/>
                </a:solidFill>
                <a:latin typeface="Arial"/>
                <a:ea typeface="Arial"/>
                <a:cs typeface="Arial"/>
              </a:defRPr>
            </a:pPr>
            <a:r>
              <a:rPr sz="653" b="1">
                <a:solidFill>
                  <a:srgbClr val="218D73"/>
                </a:solidFill>
                <a:latin typeface="Arial"/>
                <a:ea typeface="Arial"/>
                <a:cs typeface="Arial"/>
              </a:rPr>
              <a:t>16</a:t>
            </a:r>
          </a:p>
        </p:txBody>
      </p:sp>
      <p:sp>
        <p:nvSpPr>
          <p:cNvPr id="6" name="">
            <a:extLst xmlns:a="http://schemas.openxmlformats.org/drawingml/2006/main">
              <a:ext uri="{FF2B5EF4-FFF2-40B4-BE49-F238E27FC236}">
                <a16:creationId xmlns:a16="http://schemas.microsoft.com/office/drawing/2014/main" id="{24775A56-3568-4EFA-9820-F25082F23E58}"/>
              </a:ext>
            </a:extLst>
          </p:cNvPr>
          <p:cNvSpPr>
            <a:spLocks xmlns:a="http://schemas.openxmlformats.org/drawingml/2006/main" noGrp="1"/>
          </p:cNvSpPr>
          <p:nvPr/>
        </p:nvSpPr>
        <p:spPr>
          <a:xfrm xmlns:a="http://schemas.openxmlformats.org/drawingml/2006/main">
            <a:off x="514350" y="1323975"/>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75" b="0">
                <a:solidFill>
                  <a:srgbClr val="5E746D"/>
                </a:solidFill>
                <a:latin typeface="Arial"/>
                <a:ea typeface="Arial"/>
                <a:cs typeface="Arial"/>
              </a:defRPr>
            </a:defPPr>
            <a:lvl1pPr>
              <a:defRPr sz="1275" b="0">
                <a:solidFill>
                  <a:srgbClr val="5E746D"/>
                </a:solidFill>
                <a:latin typeface="Arial"/>
                <a:ea typeface="Arial"/>
                <a:cs typeface="Arial"/>
              </a:defRPr>
            </a:lvl1pPr>
            <a:lvl2pPr>
              <a:defRPr sz="1275" b="0">
                <a:solidFill>
                  <a:srgbClr val="5E746D"/>
                </a:solidFill>
                <a:latin typeface="Arial"/>
                <a:ea typeface="Arial"/>
                <a:cs typeface="Arial"/>
              </a:defRPr>
            </a:lvl2pPr>
            <a:lvl3pPr>
              <a:defRPr sz="1275" b="0">
                <a:solidFill>
                  <a:srgbClr val="5E746D"/>
                </a:solidFill>
                <a:latin typeface="Arial"/>
                <a:ea typeface="Arial"/>
                <a:cs typeface="Arial"/>
              </a:defRPr>
            </a:lvl3pPr>
            <a:lvl4pPr>
              <a:defRPr sz="1275" b="0">
                <a:solidFill>
                  <a:srgbClr val="5E746D"/>
                </a:solidFill>
                <a:latin typeface="Arial"/>
                <a:ea typeface="Arial"/>
                <a:cs typeface="Arial"/>
              </a:defRPr>
            </a:lvl4pPr>
            <a:lvl5pPr>
              <a:defRPr sz="1275" b="0">
                <a:solidFill>
                  <a:srgbClr val="5E746D"/>
                </a:solidFill>
                <a:latin typeface="Arial"/>
                <a:ea typeface="Arial"/>
                <a:cs typeface="Arial"/>
              </a:defRPr>
            </a:lvl5pPr>
            <a:lvl6pPr>
              <a:defRPr sz="1275" b="0">
                <a:solidFill>
                  <a:srgbClr val="5E746D"/>
                </a:solidFill>
                <a:latin typeface="Arial"/>
                <a:ea typeface="Arial"/>
                <a:cs typeface="Arial"/>
              </a:defRPr>
            </a:lvl6pPr>
            <a:lvl7pPr>
              <a:defRPr sz="1275" b="0">
                <a:solidFill>
                  <a:srgbClr val="5E746D"/>
                </a:solidFill>
                <a:latin typeface="Arial"/>
                <a:ea typeface="Arial"/>
                <a:cs typeface="Arial"/>
              </a:defRPr>
            </a:lvl7pPr>
            <a:lvl8pPr>
              <a:defRPr sz="1275" b="0">
                <a:solidFill>
                  <a:srgbClr val="5E746D"/>
                </a:solidFill>
                <a:latin typeface="Arial"/>
                <a:ea typeface="Arial"/>
                <a:cs typeface="Arial"/>
              </a:defRPr>
            </a:lvl8pPr>
            <a:lvl9pPr>
              <a:defRPr sz="1275" b="0">
                <a:solidFill>
                  <a:srgbClr val="5E746D"/>
                </a:solidFill>
                <a:latin typeface="Arial"/>
                <a:ea typeface="Arial"/>
                <a:cs typeface="Arial"/>
              </a:defRPr>
            </a:lvl9pPr>
          </a:lstStyle>
          <a:p xmlns:a="http://schemas.openxmlformats.org/drawingml/2006/main">
            <a:pPr>
              <a:defRPr sz="1275" b="0">
                <a:solidFill>
                  <a:srgbClr val="5E746D"/>
                </a:solidFill>
                <a:latin typeface="Arial"/>
                <a:ea typeface="Arial"/>
                <a:cs typeface="Arial"/>
              </a:defRPr>
            </a:pPr>
            <a:r>
              <a:rPr sz="1275" b="0">
                <a:solidFill>
                  <a:srgbClr val="5E746D"/>
                </a:solidFill>
                <a:latin typeface="Arial"/>
                <a:ea typeface="Arial"/>
                <a:cs typeface="Arial"/>
              </a:rPr>
              <a:t>Kiểm thử tự động xác nhận logic; máy Windows lab xác nhận DNS adapter, khóa máy và kênh truyền thật.</a:t>
            </a:r>
          </a:p>
        </p:txBody>
      </p:sp>
      <p:sp>
        <p:nvSpPr>
          <p:cNvPr id="7" name="">
            <a:extLst xmlns:a="http://schemas.openxmlformats.org/drawingml/2006/main">
              <a:ext uri="{FF2B5EF4-FFF2-40B4-BE49-F238E27FC236}">
                <a16:creationId xmlns:a16="http://schemas.microsoft.com/office/drawing/2014/main" id="{108469B1-24B6-4234-B097-6CB8C9ADCCA2}"/>
              </a:ext>
            </a:extLst>
          </p:cNvPr>
          <p:cNvSpPr>
            <a:spLocks xmlns:a="http://schemas.openxmlformats.org/drawingml/2006/main" noGrp="1"/>
          </p:cNvSpPr>
          <p:nvPr/>
        </p:nvSpPr>
        <p:spPr>
          <a:xfrm xmlns:a="http://schemas.openxmlformats.org/drawingml/2006/main">
            <a:off x="514350" y="2114550"/>
            <a:ext cx="228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3600" b="1">
                <a:solidFill>
                  <a:srgbClr val="218D73"/>
                </a:solidFill>
                <a:latin typeface="Arial"/>
                <a:ea typeface="Arial"/>
                <a:cs typeface="Arial"/>
              </a:defRPr>
            </a:defPPr>
            <a:lvl1pPr>
              <a:defRPr sz="3600" b="1">
                <a:solidFill>
                  <a:srgbClr val="218D73"/>
                </a:solidFill>
                <a:latin typeface="Arial"/>
                <a:ea typeface="Arial"/>
                <a:cs typeface="Arial"/>
              </a:defRPr>
            </a:lvl1pPr>
            <a:lvl2pPr>
              <a:defRPr sz="3600" b="1">
                <a:solidFill>
                  <a:srgbClr val="218D73"/>
                </a:solidFill>
                <a:latin typeface="Arial"/>
                <a:ea typeface="Arial"/>
                <a:cs typeface="Arial"/>
              </a:defRPr>
            </a:lvl2pPr>
            <a:lvl3pPr>
              <a:defRPr sz="3600" b="1">
                <a:solidFill>
                  <a:srgbClr val="218D73"/>
                </a:solidFill>
                <a:latin typeface="Arial"/>
                <a:ea typeface="Arial"/>
                <a:cs typeface="Arial"/>
              </a:defRPr>
            </a:lvl3pPr>
            <a:lvl4pPr>
              <a:defRPr sz="3600" b="1">
                <a:solidFill>
                  <a:srgbClr val="218D73"/>
                </a:solidFill>
                <a:latin typeface="Arial"/>
                <a:ea typeface="Arial"/>
                <a:cs typeface="Arial"/>
              </a:defRPr>
            </a:lvl4pPr>
            <a:lvl5pPr>
              <a:defRPr sz="3600" b="1">
                <a:solidFill>
                  <a:srgbClr val="218D73"/>
                </a:solidFill>
                <a:latin typeface="Arial"/>
                <a:ea typeface="Arial"/>
                <a:cs typeface="Arial"/>
              </a:defRPr>
            </a:lvl5pPr>
            <a:lvl6pPr>
              <a:defRPr sz="3600" b="1">
                <a:solidFill>
                  <a:srgbClr val="218D73"/>
                </a:solidFill>
                <a:latin typeface="Arial"/>
                <a:ea typeface="Arial"/>
                <a:cs typeface="Arial"/>
              </a:defRPr>
            </a:lvl6pPr>
            <a:lvl7pPr>
              <a:defRPr sz="3600" b="1">
                <a:solidFill>
                  <a:srgbClr val="218D73"/>
                </a:solidFill>
                <a:latin typeface="Arial"/>
                <a:ea typeface="Arial"/>
                <a:cs typeface="Arial"/>
              </a:defRPr>
            </a:lvl7pPr>
            <a:lvl8pPr>
              <a:defRPr sz="3600" b="1">
                <a:solidFill>
                  <a:srgbClr val="218D73"/>
                </a:solidFill>
                <a:latin typeface="Arial"/>
                <a:ea typeface="Arial"/>
                <a:cs typeface="Arial"/>
              </a:defRPr>
            </a:lvl8pPr>
            <a:lvl9pPr>
              <a:defRPr sz="3600" b="1">
                <a:solidFill>
                  <a:srgbClr val="218D73"/>
                </a:solidFill>
                <a:latin typeface="Arial"/>
                <a:ea typeface="Arial"/>
                <a:cs typeface="Arial"/>
              </a:defRPr>
            </a:lvl9pPr>
          </a:lstStyle>
          <a:p xmlns:a="http://schemas.openxmlformats.org/drawingml/2006/main">
            <a:pPr>
              <a:defRPr sz="3600" b="1">
                <a:solidFill>
                  <a:srgbClr val="218D73"/>
                </a:solidFill>
                <a:latin typeface="Arial"/>
                <a:ea typeface="Arial"/>
                <a:cs typeface="Arial"/>
              </a:defRPr>
            </a:pPr>
            <a:r>
              <a:rPr sz="3600" b="1">
                <a:solidFill>
                  <a:srgbClr val="218D73"/>
                </a:solidFill>
                <a:latin typeface="Arial"/>
                <a:ea typeface="Arial"/>
                <a:cs typeface="Arial"/>
              </a:rPr>
              <a:t>50/50</a:t>
            </a:r>
          </a:p>
        </p:txBody>
      </p:sp>
      <p:sp>
        <p:nvSpPr>
          <p:cNvPr id="8" name="">
            <a:extLst xmlns:a="http://schemas.openxmlformats.org/drawingml/2006/main">
              <a:ext uri="{FF2B5EF4-FFF2-40B4-BE49-F238E27FC236}">
                <a16:creationId xmlns:a16="http://schemas.microsoft.com/office/drawing/2014/main" id="{35FABFF6-B601-4DB5-988D-DCF6E0C37967}"/>
              </a:ext>
            </a:extLst>
          </p:cNvPr>
          <p:cNvSpPr>
            <a:spLocks xmlns:a="http://schemas.openxmlformats.org/drawingml/2006/main" noGrp="1"/>
          </p:cNvSpPr>
          <p:nvPr/>
        </p:nvSpPr>
        <p:spPr>
          <a:xfrm xmlns:a="http://schemas.openxmlformats.org/drawingml/2006/main">
            <a:off x="657225" y="2838450"/>
            <a:ext cx="200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00" b="0">
                <a:solidFill>
                  <a:srgbClr val="5E746D"/>
                </a:solidFill>
                <a:latin typeface="Arial"/>
                <a:ea typeface="Arial"/>
                <a:cs typeface="Arial"/>
              </a:defRPr>
            </a:defPPr>
            <a:lvl1pPr>
              <a:defRPr sz="1200" b="0">
                <a:solidFill>
                  <a:srgbClr val="5E746D"/>
                </a:solidFill>
                <a:latin typeface="Arial"/>
                <a:ea typeface="Arial"/>
                <a:cs typeface="Arial"/>
              </a:defRPr>
            </a:lvl1pPr>
            <a:lvl2pPr>
              <a:defRPr sz="1200" b="0">
                <a:solidFill>
                  <a:srgbClr val="5E746D"/>
                </a:solidFill>
                <a:latin typeface="Arial"/>
                <a:ea typeface="Arial"/>
                <a:cs typeface="Arial"/>
              </a:defRPr>
            </a:lvl2pPr>
            <a:lvl3pPr>
              <a:defRPr sz="1200" b="0">
                <a:solidFill>
                  <a:srgbClr val="5E746D"/>
                </a:solidFill>
                <a:latin typeface="Arial"/>
                <a:ea typeface="Arial"/>
                <a:cs typeface="Arial"/>
              </a:defRPr>
            </a:lvl3pPr>
            <a:lvl4pPr>
              <a:defRPr sz="1200" b="0">
                <a:solidFill>
                  <a:srgbClr val="5E746D"/>
                </a:solidFill>
                <a:latin typeface="Arial"/>
                <a:ea typeface="Arial"/>
                <a:cs typeface="Arial"/>
              </a:defRPr>
            </a:lvl4pPr>
            <a:lvl5pPr>
              <a:defRPr sz="1200" b="0">
                <a:solidFill>
                  <a:srgbClr val="5E746D"/>
                </a:solidFill>
                <a:latin typeface="Arial"/>
                <a:ea typeface="Arial"/>
                <a:cs typeface="Arial"/>
              </a:defRPr>
            </a:lvl5pPr>
            <a:lvl6pPr>
              <a:defRPr sz="1200" b="0">
                <a:solidFill>
                  <a:srgbClr val="5E746D"/>
                </a:solidFill>
                <a:latin typeface="Arial"/>
                <a:ea typeface="Arial"/>
                <a:cs typeface="Arial"/>
              </a:defRPr>
            </a:lvl6pPr>
            <a:lvl7pPr>
              <a:defRPr sz="1200" b="0">
                <a:solidFill>
                  <a:srgbClr val="5E746D"/>
                </a:solidFill>
                <a:latin typeface="Arial"/>
                <a:ea typeface="Arial"/>
                <a:cs typeface="Arial"/>
              </a:defRPr>
            </a:lvl7pPr>
            <a:lvl8pPr>
              <a:defRPr sz="1200" b="0">
                <a:solidFill>
                  <a:srgbClr val="5E746D"/>
                </a:solidFill>
                <a:latin typeface="Arial"/>
                <a:ea typeface="Arial"/>
                <a:cs typeface="Arial"/>
              </a:defRPr>
            </a:lvl8pPr>
            <a:lvl9pPr>
              <a:defRPr sz="1200" b="0">
                <a:solidFill>
                  <a:srgbClr val="5E746D"/>
                </a:solidFill>
                <a:latin typeface="Arial"/>
                <a:ea typeface="Arial"/>
                <a:cs typeface="Arial"/>
              </a:defRPr>
            </a:lvl9pPr>
          </a:lstStyle>
          <a:p xmlns:a="http://schemas.openxmlformats.org/drawingml/2006/main">
            <a:pPr>
              <a:defRPr sz="1200" b="0">
                <a:solidFill>
                  <a:srgbClr val="5E746D"/>
                </a:solidFill>
                <a:latin typeface="Arial"/>
                <a:ea typeface="Arial"/>
                <a:cs typeface="Arial"/>
              </a:defRPr>
            </a:pPr>
            <a:r>
              <a:rPr sz="1200" b="0">
                <a:solidFill>
                  <a:srgbClr val="5E746D"/>
                </a:solidFill>
                <a:latin typeface="Arial"/>
                <a:ea typeface="Arial"/>
                <a:cs typeface="Arial"/>
              </a:rPr>
              <a:t>miền chặn trong bộ đo DNS isolated</a:t>
            </a:r>
          </a:p>
        </p:txBody>
      </p:sp>
      <p:sp>
        <p:nvSpPr>
          <p:cNvPr id="9" name="">
            <a:extLst xmlns:a="http://schemas.openxmlformats.org/drawingml/2006/main">
              <a:ext uri="{FF2B5EF4-FFF2-40B4-BE49-F238E27FC236}">
                <a16:creationId xmlns:a16="http://schemas.microsoft.com/office/drawing/2014/main" id="{FBC28716-0246-48CF-A107-DDE3079B8386}"/>
              </a:ext>
            </a:extLst>
          </p:cNvPr>
          <p:cNvSpPr>
            <a:spLocks xmlns:a="http://schemas.openxmlformats.org/drawingml/2006/main" noGrp="1"/>
          </p:cNvSpPr>
          <p:nvPr/>
        </p:nvSpPr>
        <p:spPr>
          <a:xfrm xmlns:a="http://schemas.openxmlformats.org/drawingml/2006/main">
            <a:off x="3181350" y="2114550"/>
            <a:ext cx="228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3600" b="1">
                <a:solidFill>
                  <a:srgbClr val="2795A8"/>
                </a:solidFill>
                <a:latin typeface="Arial"/>
                <a:ea typeface="Arial"/>
                <a:cs typeface="Arial"/>
              </a:defRPr>
            </a:defPPr>
            <a:lvl1pPr>
              <a:defRPr sz="3600" b="1">
                <a:solidFill>
                  <a:srgbClr val="2795A8"/>
                </a:solidFill>
                <a:latin typeface="Arial"/>
                <a:ea typeface="Arial"/>
                <a:cs typeface="Arial"/>
              </a:defRPr>
            </a:lvl1pPr>
            <a:lvl2pPr>
              <a:defRPr sz="3600" b="1">
                <a:solidFill>
                  <a:srgbClr val="2795A8"/>
                </a:solidFill>
                <a:latin typeface="Arial"/>
                <a:ea typeface="Arial"/>
                <a:cs typeface="Arial"/>
              </a:defRPr>
            </a:lvl2pPr>
            <a:lvl3pPr>
              <a:defRPr sz="3600" b="1">
                <a:solidFill>
                  <a:srgbClr val="2795A8"/>
                </a:solidFill>
                <a:latin typeface="Arial"/>
                <a:ea typeface="Arial"/>
                <a:cs typeface="Arial"/>
              </a:defRPr>
            </a:lvl3pPr>
            <a:lvl4pPr>
              <a:defRPr sz="3600" b="1">
                <a:solidFill>
                  <a:srgbClr val="2795A8"/>
                </a:solidFill>
                <a:latin typeface="Arial"/>
                <a:ea typeface="Arial"/>
                <a:cs typeface="Arial"/>
              </a:defRPr>
            </a:lvl4pPr>
            <a:lvl5pPr>
              <a:defRPr sz="3600" b="1">
                <a:solidFill>
                  <a:srgbClr val="2795A8"/>
                </a:solidFill>
                <a:latin typeface="Arial"/>
                <a:ea typeface="Arial"/>
                <a:cs typeface="Arial"/>
              </a:defRPr>
            </a:lvl5pPr>
            <a:lvl6pPr>
              <a:defRPr sz="3600" b="1">
                <a:solidFill>
                  <a:srgbClr val="2795A8"/>
                </a:solidFill>
                <a:latin typeface="Arial"/>
                <a:ea typeface="Arial"/>
                <a:cs typeface="Arial"/>
              </a:defRPr>
            </a:lvl6pPr>
            <a:lvl7pPr>
              <a:defRPr sz="3600" b="1">
                <a:solidFill>
                  <a:srgbClr val="2795A8"/>
                </a:solidFill>
                <a:latin typeface="Arial"/>
                <a:ea typeface="Arial"/>
                <a:cs typeface="Arial"/>
              </a:defRPr>
            </a:lvl7pPr>
            <a:lvl8pPr>
              <a:defRPr sz="3600" b="1">
                <a:solidFill>
                  <a:srgbClr val="2795A8"/>
                </a:solidFill>
                <a:latin typeface="Arial"/>
                <a:ea typeface="Arial"/>
                <a:cs typeface="Arial"/>
              </a:defRPr>
            </a:lvl8pPr>
            <a:lvl9pPr>
              <a:defRPr sz="3600" b="1">
                <a:solidFill>
                  <a:srgbClr val="2795A8"/>
                </a:solidFill>
                <a:latin typeface="Arial"/>
                <a:ea typeface="Arial"/>
                <a:cs typeface="Arial"/>
              </a:defRPr>
            </a:lvl9pPr>
          </a:lstStyle>
          <a:p xmlns:a="http://schemas.openxmlformats.org/drawingml/2006/main">
            <a:pPr>
              <a:defRPr sz="3600" b="1">
                <a:solidFill>
                  <a:srgbClr val="2795A8"/>
                </a:solidFill>
                <a:latin typeface="Arial"/>
                <a:ea typeface="Arial"/>
                <a:cs typeface="Arial"/>
              </a:defRPr>
            </a:pPr>
            <a:r>
              <a:rPr sz="3600" b="1">
                <a:solidFill>
                  <a:srgbClr val="2795A8"/>
                </a:solidFill>
                <a:latin typeface="Arial"/>
                <a:ea typeface="Arial"/>
                <a:cs typeface="Arial"/>
              </a:rPr>
              <a:t>20/20</a:t>
            </a:r>
          </a:p>
        </p:txBody>
      </p:sp>
      <p:sp>
        <p:nvSpPr>
          <p:cNvPr id="10" name="">
            <a:extLst xmlns:a="http://schemas.openxmlformats.org/drawingml/2006/main">
              <a:ext uri="{FF2B5EF4-FFF2-40B4-BE49-F238E27FC236}">
                <a16:creationId xmlns:a16="http://schemas.microsoft.com/office/drawing/2014/main" id="{604FB590-120B-497A-9F29-BCBA54DE76B0}"/>
              </a:ext>
            </a:extLst>
          </p:cNvPr>
          <p:cNvSpPr>
            <a:spLocks xmlns:a="http://schemas.openxmlformats.org/drawingml/2006/main" noGrp="1"/>
          </p:cNvSpPr>
          <p:nvPr/>
        </p:nvSpPr>
        <p:spPr>
          <a:xfrm xmlns:a="http://schemas.openxmlformats.org/drawingml/2006/main">
            <a:off x="3324225" y="2838450"/>
            <a:ext cx="200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00" b="0">
                <a:solidFill>
                  <a:srgbClr val="5E746D"/>
                </a:solidFill>
                <a:latin typeface="Arial"/>
                <a:ea typeface="Arial"/>
                <a:cs typeface="Arial"/>
              </a:defRPr>
            </a:defPPr>
            <a:lvl1pPr>
              <a:defRPr sz="1200" b="0">
                <a:solidFill>
                  <a:srgbClr val="5E746D"/>
                </a:solidFill>
                <a:latin typeface="Arial"/>
                <a:ea typeface="Arial"/>
                <a:cs typeface="Arial"/>
              </a:defRPr>
            </a:lvl1pPr>
            <a:lvl2pPr>
              <a:defRPr sz="1200" b="0">
                <a:solidFill>
                  <a:srgbClr val="5E746D"/>
                </a:solidFill>
                <a:latin typeface="Arial"/>
                <a:ea typeface="Arial"/>
                <a:cs typeface="Arial"/>
              </a:defRPr>
            </a:lvl2pPr>
            <a:lvl3pPr>
              <a:defRPr sz="1200" b="0">
                <a:solidFill>
                  <a:srgbClr val="5E746D"/>
                </a:solidFill>
                <a:latin typeface="Arial"/>
                <a:ea typeface="Arial"/>
                <a:cs typeface="Arial"/>
              </a:defRPr>
            </a:lvl3pPr>
            <a:lvl4pPr>
              <a:defRPr sz="1200" b="0">
                <a:solidFill>
                  <a:srgbClr val="5E746D"/>
                </a:solidFill>
                <a:latin typeface="Arial"/>
                <a:ea typeface="Arial"/>
                <a:cs typeface="Arial"/>
              </a:defRPr>
            </a:lvl4pPr>
            <a:lvl5pPr>
              <a:defRPr sz="1200" b="0">
                <a:solidFill>
                  <a:srgbClr val="5E746D"/>
                </a:solidFill>
                <a:latin typeface="Arial"/>
                <a:ea typeface="Arial"/>
                <a:cs typeface="Arial"/>
              </a:defRPr>
            </a:lvl5pPr>
            <a:lvl6pPr>
              <a:defRPr sz="1200" b="0">
                <a:solidFill>
                  <a:srgbClr val="5E746D"/>
                </a:solidFill>
                <a:latin typeface="Arial"/>
                <a:ea typeface="Arial"/>
                <a:cs typeface="Arial"/>
              </a:defRPr>
            </a:lvl6pPr>
            <a:lvl7pPr>
              <a:defRPr sz="1200" b="0">
                <a:solidFill>
                  <a:srgbClr val="5E746D"/>
                </a:solidFill>
                <a:latin typeface="Arial"/>
                <a:ea typeface="Arial"/>
                <a:cs typeface="Arial"/>
              </a:defRPr>
            </a:lvl7pPr>
            <a:lvl8pPr>
              <a:defRPr sz="1200" b="0">
                <a:solidFill>
                  <a:srgbClr val="5E746D"/>
                </a:solidFill>
                <a:latin typeface="Arial"/>
                <a:ea typeface="Arial"/>
                <a:cs typeface="Arial"/>
              </a:defRPr>
            </a:lvl8pPr>
            <a:lvl9pPr>
              <a:defRPr sz="1200" b="0">
                <a:solidFill>
                  <a:srgbClr val="5E746D"/>
                </a:solidFill>
                <a:latin typeface="Arial"/>
                <a:ea typeface="Arial"/>
                <a:cs typeface="Arial"/>
              </a:defRPr>
            </a:lvl9pPr>
          </a:lstStyle>
          <a:p xmlns:a="http://schemas.openxmlformats.org/drawingml/2006/main">
            <a:pPr>
              <a:defRPr sz="1200" b="0">
                <a:solidFill>
                  <a:srgbClr val="5E746D"/>
                </a:solidFill>
                <a:latin typeface="Arial"/>
                <a:ea typeface="Arial"/>
                <a:cs typeface="Arial"/>
              </a:defRPr>
            </a:pPr>
            <a:r>
              <a:rPr sz="1200" b="0">
                <a:solidFill>
                  <a:srgbClr val="5E746D"/>
                </a:solidFill>
                <a:latin typeface="Arial"/>
                <a:ea typeface="Arial"/>
                <a:cs typeface="Arial"/>
              </a:rPr>
              <a:t>miền giáo dục được phép</a:t>
            </a:r>
          </a:p>
        </p:txBody>
      </p:sp>
      <p:sp>
        <p:nvSpPr>
          <p:cNvPr id="11" name="">
            <a:extLst xmlns:a="http://schemas.openxmlformats.org/drawingml/2006/main">
              <a:ext uri="{FF2B5EF4-FFF2-40B4-BE49-F238E27FC236}">
                <a16:creationId xmlns:a16="http://schemas.microsoft.com/office/drawing/2014/main" id="{830065BB-1922-4E91-8CF6-196AB24BCCBA}"/>
              </a:ext>
            </a:extLst>
          </p:cNvPr>
          <p:cNvSpPr>
            <a:spLocks xmlns:a="http://schemas.openxmlformats.org/drawingml/2006/main" noGrp="1"/>
          </p:cNvSpPr>
          <p:nvPr/>
        </p:nvSpPr>
        <p:spPr>
          <a:xfrm xmlns:a="http://schemas.openxmlformats.org/drawingml/2006/main">
            <a:off x="5848350" y="2114550"/>
            <a:ext cx="228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3600" b="1">
                <a:solidFill>
                  <a:srgbClr val="C58A18"/>
                </a:solidFill>
                <a:latin typeface="Arial"/>
                <a:ea typeface="Arial"/>
                <a:cs typeface="Arial"/>
              </a:defRPr>
            </a:defPPr>
            <a:lvl1pPr>
              <a:defRPr sz="3600" b="1">
                <a:solidFill>
                  <a:srgbClr val="C58A18"/>
                </a:solidFill>
                <a:latin typeface="Arial"/>
                <a:ea typeface="Arial"/>
                <a:cs typeface="Arial"/>
              </a:defRPr>
            </a:lvl1pPr>
            <a:lvl2pPr>
              <a:defRPr sz="3600" b="1">
                <a:solidFill>
                  <a:srgbClr val="C58A18"/>
                </a:solidFill>
                <a:latin typeface="Arial"/>
                <a:ea typeface="Arial"/>
                <a:cs typeface="Arial"/>
              </a:defRPr>
            </a:lvl2pPr>
            <a:lvl3pPr>
              <a:defRPr sz="3600" b="1">
                <a:solidFill>
                  <a:srgbClr val="C58A18"/>
                </a:solidFill>
                <a:latin typeface="Arial"/>
                <a:ea typeface="Arial"/>
                <a:cs typeface="Arial"/>
              </a:defRPr>
            </a:lvl3pPr>
            <a:lvl4pPr>
              <a:defRPr sz="3600" b="1">
                <a:solidFill>
                  <a:srgbClr val="C58A18"/>
                </a:solidFill>
                <a:latin typeface="Arial"/>
                <a:ea typeface="Arial"/>
                <a:cs typeface="Arial"/>
              </a:defRPr>
            </a:lvl4pPr>
            <a:lvl5pPr>
              <a:defRPr sz="3600" b="1">
                <a:solidFill>
                  <a:srgbClr val="C58A18"/>
                </a:solidFill>
                <a:latin typeface="Arial"/>
                <a:ea typeface="Arial"/>
                <a:cs typeface="Arial"/>
              </a:defRPr>
            </a:lvl5pPr>
            <a:lvl6pPr>
              <a:defRPr sz="3600" b="1">
                <a:solidFill>
                  <a:srgbClr val="C58A18"/>
                </a:solidFill>
                <a:latin typeface="Arial"/>
                <a:ea typeface="Arial"/>
                <a:cs typeface="Arial"/>
              </a:defRPr>
            </a:lvl6pPr>
            <a:lvl7pPr>
              <a:defRPr sz="3600" b="1">
                <a:solidFill>
                  <a:srgbClr val="C58A18"/>
                </a:solidFill>
                <a:latin typeface="Arial"/>
                <a:ea typeface="Arial"/>
                <a:cs typeface="Arial"/>
              </a:defRPr>
            </a:lvl7pPr>
            <a:lvl8pPr>
              <a:defRPr sz="3600" b="1">
                <a:solidFill>
                  <a:srgbClr val="C58A18"/>
                </a:solidFill>
                <a:latin typeface="Arial"/>
                <a:ea typeface="Arial"/>
                <a:cs typeface="Arial"/>
              </a:defRPr>
            </a:lvl8pPr>
            <a:lvl9pPr>
              <a:defRPr sz="3600" b="1">
                <a:solidFill>
                  <a:srgbClr val="C58A18"/>
                </a:solidFill>
                <a:latin typeface="Arial"/>
                <a:ea typeface="Arial"/>
                <a:cs typeface="Arial"/>
              </a:defRPr>
            </a:lvl9pPr>
          </a:lstStyle>
          <a:p xmlns:a="http://schemas.openxmlformats.org/drawingml/2006/main">
            <a:pPr>
              <a:defRPr sz="3600" b="1">
                <a:solidFill>
                  <a:srgbClr val="C58A18"/>
                </a:solidFill>
                <a:latin typeface="Arial"/>
                <a:ea typeface="Arial"/>
                <a:cs typeface="Arial"/>
              </a:defRPr>
            </a:pPr>
            <a:r>
              <a:rPr sz="3600" b="1">
                <a:solidFill>
                  <a:srgbClr val="C58A18"/>
                </a:solidFill>
                <a:latin typeface="Arial"/>
                <a:ea typeface="Arial"/>
                <a:cs typeface="Arial"/>
              </a:rPr>
              <a:t>480</a:t>
            </a:r>
          </a:p>
        </p:txBody>
      </p:sp>
      <p:sp>
        <p:nvSpPr>
          <p:cNvPr id="12" name="">
            <a:extLst xmlns:a="http://schemas.openxmlformats.org/drawingml/2006/main">
              <a:ext uri="{FF2B5EF4-FFF2-40B4-BE49-F238E27FC236}">
                <a16:creationId xmlns:a16="http://schemas.microsoft.com/office/drawing/2014/main" id="{11CB348D-5955-4FD2-BFC6-AA70FA7D5C4D}"/>
              </a:ext>
            </a:extLst>
          </p:cNvPr>
          <p:cNvSpPr>
            <a:spLocks xmlns:a="http://schemas.openxmlformats.org/drawingml/2006/main" noGrp="1"/>
          </p:cNvSpPr>
          <p:nvPr/>
        </p:nvSpPr>
        <p:spPr>
          <a:xfrm xmlns:a="http://schemas.openxmlformats.org/drawingml/2006/main">
            <a:off x="5991225" y="2838450"/>
            <a:ext cx="200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00" b="0">
                <a:solidFill>
                  <a:srgbClr val="5E746D"/>
                </a:solidFill>
                <a:latin typeface="Arial"/>
                <a:ea typeface="Arial"/>
                <a:cs typeface="Arial"/>
              </a:defRPr>
            </a:defPPr>
            <a:lvl1pPr>
              <a:defRPr sz="1200" b="0">
                <a:solidFill>
                  <a:srgbClr val="5E746D"/>
                </a:solidFill>
                <a:latin typeface="Arial"/>
                <a:ea typeface="Arial"/>
                <a:cs typeface="Arial"/>
              </a:defRPr>
            </a:lvl1pPr>
            <a:lvl2pPr>
              <a:defRPr sz="1200" b="0">
                <a:solidFill>
                  <a:srgbClr val="5E746D"/>
                </a:solidFill>
                <a:latin typeface="Arial"/>
                <a:ea typeface="Arial"/>
                <a:cs typeface="Arial"/>
              </a:defRPr>
            </a:lvl2pPr>
            <a:lvl3pPr>
              <a:defRPr sz="1200" b="0">
                <a:solidFill>
                  <a:srgbClr val="5E746D"/>
                </a:solidFill>
                <a:latin typeface="Arial"/>
                <a:ea typeface="Arial"/>
                <a:cs typeface="Arial"/>
              </a:defRPr>
            </a:lvl3pPr>
            <a:lvl4pPr>
              <a:defRPr sz="1200" b="0">
                <a:solidFill>
                  <a:srgbClr val="5E746D"/>
                </a:solidFill>
                <a:latin typeface="Arial"/>
                <a:ea typeface="Arial"/>
                <a:cs typeface="Arial"/>
              </a:defRPr>
            </a:lvl4pPr>
            <a:lvl5pPr>
              <a:defRPr sz="1200" b="0">
                <a:solidFill>
                  <a:srgbClr val="5E746D"/>
                </a:solidFill>
                <a:latin typeface="Arial"/>
                <a:ea typeface="Arial"/>
                <a:cs typeface="Arial"/>
              </a:defRPr>
            </a:lvl5pPr>
            <a:lvl6pPr>
              <a:defRPr sz="1200" b="0">
                <a:solidFill>
                  <a:srgbClr val="5E746D"/>
                </a:solidFill>
                <a:latin typeface="Arial"/>
                <a:ea typeface="Arial"/>
                <a:cs typeface="Arial"/>
              </a:defRPr>
            </a:lvl6pPr>
            <a:lvl7pPr>
              <a:defRPr sz="1200" b="0">
                <a:solidFill>
                  <a:srgbClr val="5E746D"/>
                </a:solidFill>
                <a:latin typeface="Arial"/>
                <a:ea typeface="Arial"/>
                <a:cs typeface="Arial"/>
              </a:defRPr>
            </a:lvl7pPr>
            <a:lvl8pPr>
              <a:defRPr sz="1200" b="0">
                <a:solidFill>
                  <a:srgbClr val="5E746D"/>
                </a:solidFill>
                <a:latin typeface="Arial"/>
                <a:ea typeface="Arial"/>
                <a:cs typeface="Arial"/>
              </a:defRPr>
            </a:lvl8pPr>
            <a:lvl9pPr>
              <a:defRPr sz="1200" b="0">
                <a:solidFill>
                  <a:srgbClr val="5E746D"/>
                </a:solidFill>
                <a:latin typeface="Arial"/>
                <a:ea typeface="Arial"/>
                <a:cs typeface="Arial"/>
              </a:defRPr>
            </a:lvl9pPr>
          </a:lstStyle>
          <a:p xmlns:a="http://schemas.openxmlformats.org/drawingml/2006/main">
            <a:pPr>
              <a:defRPr sz="1200" b="0">
                <a:solidFill>
                  <a:srgbClr val="5E746D"/>
                </a:solidFill>
                <a:latin typeface="Arial"/>
                <a:ea typeface="Arial"/>
                <a:cs typeface="Arial"/>
              </a:defRPr>
            </a:pPr>
            <a:r>
              <a:rPr sz="1200" b="0">
                <a:solidFill>
                  <a:srgbClr val="5E746D"/>
                </a:solidFill>
                <a:latin typeface="Arial"/>
                <a:ea typeface="Arial"/>
                <a:cs typeface="Arial"/>
              </a:rPr>
              <a:t>truy vấn UDP/TCP trong bộ đo F2</a:t>
            </a:r>
          </a:p>
        </p:txBody>
      </p:sp>
      <p:sp>
        <p:nvSpPr>
          <p:cNvPr id="13" name="">
            <a:extLst xmlns:a="http://schemas.openxmlformats.org/drawingml/2006/main">
              <a:ext uri="{FF2B5EF4-FFF2-40B4-BE49-F238E27FC236}">
                <a16:creationId xmlns:a16="http://schemas.microsoft.com/office/drawing/2014/main" id="{D747C1D8-02FB-43F5-95BD-7434B1FFB424}"/>
              </a:ext>
            </a:extLst>
          </p:cNvPr>
          <p:cNvSpPr>
            <a:spLocks xmlns:a="http://schemas.openxmlformats.org/drawingml/2006/main" noGrp="1"/>
          </p:cNvSpPr>
          <p:nvPr/>
        </p:nvSpPr>
        <p:spPr>
          <a:xfrm xmlns:a="http://schemas.openxmlformats.org/drawingml/2006/main">
            <a:off x="8515350" y="2114550"/>
            <a:ext cx="228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3600" b="1">
                <a:solidFill>
                  <a:srgbClr val="123C52"/>
                </a:solidFill>
                <a:latin typeface="Arial"/>
                <a:ea typeface="Arial"/>
                <a:cs typeface="Arial"/>
              </a:defRPr>
            </a:defPPr>
            <a:lvl1pPr>
              <a:defRPr sz="3600" b="1">
                <a:solidFill>
                  <a:srgbClr val="123C52"/>
                </a:solidFill>
                <a:latin typeface="Arial"/>
                <a:ea typeface="Arial"/>
                <a:cs typeface="Arial"/>
              </a:defRPr>
            </a:lvl1pPr>
            <a:lvl2pPr>
              <a:defRPr sz="3600" b="1">
                <a:solidFill>
                  <a:srgbClr val="123C52"/>
                </a:solidFill>
                <a:latin typeface="Arial"/>
                <a:ea typeface="Arial"/>
                <a:cs typeface="Arial"/>
              </a:defRPr>
            </a:lvl2pPr>
            <a:lvl3pPr>
              <a:defRPr sz="3600" b="1">
                <a:solidFill>
                  <a:srgbClr val="123C52"/>
                </a:solidFill>
                <a:latin typeface="Arial"/>
                <a:ea typeface="Arial"/>
                <a:cs typeface="Arial"/>
              </a:defRPr>
            </a:lvl3pPr>
            <a:lvl4pPr>
              <a:defRPr sz="3600" b="1">
                <a:solidFill>
                  <a:srgbClr val="123C52"/>
                </a:solidFill>
                <a:latin typeface="Arial"/>
                <a:ea typeface="Arial"/>
                <a:cs typeface="Arial"/>
              </a:defRPr>
            </a:lvl4pPr>
            <a:lvl5pPr>
              <a:defRPr sz="3600" b="1">
                <a:solidFill>
                  <a:srgbClr val="123C52"/>
                </a:solidFill>
                <a:latin typeface="Arial"/>
                <a:ea typeface="Arial"/>
                <a:cs typeface="Arial"/>
              </a:defRPr>
            </a:lvl5pPr>
            <a:lvl6pPr>
              <a:defRPr sz="3600" b="1">
                <a:solidFill>
                  <a:srgbClr val="123C52"/>
                </a:solidFill>
                <a:latin typeface="Arial"/>
                <a:ea typeface="Arial"/>
                <a:cs typeface="Arial"/>
              </a:defRPr>
            </a:lvl6pPr>
            <a:lvl7pPr>
              <a:defRPr sz="3600" b="1">
                <a:solidFill>
                  <a:srgbClr val="123C52"/>
                </a:solidFill>
                <a:latin typeface="Arial"/>
                <a:ea typeface="Arial"/>
                <a:cs typeface="Arial"/>
              </a:defRPr>
            </a:lvl7pPr>
            <a:lvl8pPr>
              <a:defRPr sz="3600" b="1">
                <a:solidFill>
                  <a:srgbClr val="123C52"/>
                </a:solidFill>
                <a:latin typeface="Arial"/>
                <a:ea typeface="Arial"/>
                <a:cs typeface="Arial"/>
              </a:defRPr>
            </a:lvl8pPr>
            <a:lvl9pPr>
              <a:defRPr sz="3600" b="1">
                <a:solidFill>
                  <a:srgbClr val="123C52"/>
                </a:solidFill>
                <a:latin typeface="Arial"/>
                <a:ea typeface="Arial"/>
                <a:cs typeface="Arial"/>
              </a:defRPr>
            </a:lvl9pPr>
          </a:lstStyle>
          <a:p xmlns:a="http://schemas.openxmlformats.org/drawingml/2006/main">
            <a:pPr>
              <a:defRPr sz="3600" b="1">
                <a:solidFill>
                  <a:srgbClr val="123C52"/>
                </a:solidFill>
                <a:latin typeface="Arial"/>
                <a:ea typeface="Arial"/>
                <a:cs typeface="Arial"/>
              </a:defRPr>
            </a:pPr>
            <a:r>
              <a:rPr sz="3600" b="1">
                <a:solidFill>
                  <a:srgbClr val="123C52"/>
                </a:solidFill>
                <a:latin typeface="Arial"/>
                <a:ea typeface="Arial"/>
                <a:cs typeface="Arial"/>
              </a:rPr>
              <a:t>266</a:t>
            </a:r>
          </a:p>
        </p:txBody>
      </p:sp>
      <p:sp>
        <p:nvSpPr>
          <p:cNvPr id="14" name="">
            <a:extLst xmlns:a="http://schemas.openxmlformats.org/drawingml/2006/main">
              <a:ext uri="{FF2B5EF4-FFF2-40B4-BE49-F238E27FC236}">
                <a16:creationId xmlns:a16="http://schemas.microsoft.com/office/drawing/2014/main" id="{95F859E5-AC62-4F91-8CE6-AC1DCFE6486C}"/>
              </a:ext>
            </a:extLst>
          </p:cNvPr>
          <p:cNvSpPr>
            <a:spLocks xmlns:a="http://schemas.openxmlformats.org/drawingml/2006/main" noGrp="1"/>
          </p:cNvSpPr>
          <p:nvPr/>
        </p:nvSpPr>
        <p:spPr>
          <a:xfrm xmlns:a="http://schemas.openxmlformats.org/drawingml/2006/main">
            <a:off x="8658225" y="2838450"/>
            <a:ext cx="200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00" b="0">
                <a:solidFill>
                  <a:srgbClr val="5E746D"/>
                </a:solidFill>
                <a:latin typeface="Arial"/>
                <a:ea typeface="Arial"/>
                <a:cs typeface="Arial"/>
              </a:defRPr>
            </a:defPPr>
            <a:lvl1pPr>
              <a:defRPr sz="1200" b="0">
                <a:solidFill>
                  <a:srgbClr val="5E746D"/>
                </a:solidFill>
                <a:latin typeface="Arial"/>
                <a:ea typeface="Arial"/>
                <a:cs typeface="Arial"/>
              </a:defRPr>
            </a:lvl1pPr>
            <a:lvl2pPr>
              <a:defRPr sz="1200" b="0">
                <a:solidFill>
                  <a:srgbClr val="5E746D"/>
                </a:solidFill>
                <a:latin typeface="Arial"/>
                <a:ea typeface="Arial"/>
                <a:cs typeface="Arial"/>
              </a:defRPr>
            </a:lvl2pPr>
            <a:lvl3pPr>
              <a:defRPr sz="1200" b="0">
                <a:solidFill>
                  <a:srgbClr val="5E746D"/>
                </a:solidFill>
                <a:latin typeface="Arial"/>
                <a:ea typeface="Arial"/>
                <a:cs typeface="Arial"/>
              </a:defRPr>
            </a:lvl3pPr>
            <a:lvl4pPr>
              <a:defRPr sz="1200" b="0">
                <a:solidFill>
                  <a:srgbClr val="5E746D"/>
                </a:solidFill>
                <a:latin typeface="Arial"/>
                <a:ea typeface="Arial"/>
                <a:cs typeface="Arial"/>
              </a:defRPr>
            </a:lvl4pPr>
            <a:lvl5pPr>
              <a:defRPr sz="1200" b="0">
                <a:solidFill>
                  <a:srgbClr val="5E746D"/>
                </a:solidFill>
                <a:latin typeface="Arial"/>
                <a:ea typeface="Arial"/>
                <a:cs typeface="Arial"/>
              </a:defRPr>
            </a:lvl5pPr>
            <a:lvl6pPr>
              <a:defRPr sz="1200" b="0">
                <a:solidFill>
                  <a:srgbClr val="5E746D"/>
                </a:solidFill>
                <a:latin typeface="Arial"/>
                <a:ea typeface="Arial"/>
                <a:cs typeface="Arial"/>
              </a:defRPr>
            </a:lvl6pPr>
            <a:lvl7pPr>
              <a:defRPr sz="1200" b="0">
                <a:solidFill>
                  <a:srgbClr val="5E746D"/>
                </a:solidFill>
                <a:latin typeface="Arial"/>
                <a:ea typeface="Arial"/>
                <a:cs typeface="Arial"/>
              </a:defRPr>
            </a:lvl7pPr>
            <a:lvl8pPr>
              <a:defRPr sz="1200" b="0">
                <a:solidFill>
                  <a:srgbClr val="5E746D"/>
                </a:solidFill>
                <a:latin typeface="Arial"/>
                <a:ea typeface="Arial"/>
                <a:cs typeface="Arial"/>
              </a:defRPr>
            </a:lvl8pPr>
            <a:lvl9pPr>
              <a:defRPr sz="1200" b="0">
                <a:solidFill>
                  <a:srgbClr val="5E746D"/>
                </a:solidFill>
                <a:latin typeface="Arial"/>
                <a:ea typeface="Arial"/>
                <a:cs typeface="Arial"/>
              </a:defRPr>
            </a:lvl9pPr>
          </a:lstStyle>
          <a:p xmlns:a="http://schemas.openxmlformats.org/drawingml/2006/main">
            <a:pPr>
              <a:defRPr sz="1200" b="0">
                <a:solidFill>
                  <a:srgbClr val="5E746D"/>
                </a:solidFill>
                <a:latin typeface="Arial"/>
                <a:ea typeface="Arial"/>
                <a:cs typeface="Arial"/>
              </a:defRPr>
            </a:pPr>
            <a:r>
              <a:rPr sz="1200" b="0">
                <a:solidFill>
                  <a:srgbClr val="5E746D"/>
                </a:solidFill>
                <a:latin typeface="Arial"/>
                <a:ea typeface="Arial"/>
                <a:cs typeface="Arial"/>
              </a:rPr>
              <a:t>tests theo README tại mốc F5</a:t>
            </a:r>
          </a:p>
        </p:txBody>
      </p:sp>
      <p:sp>
        <p:nvSpPr>
          <p:cNvPr id="15" name="">
            <a:extLst xmlns:a="http://schemas.openxmlformats.org/drawingml/2006/main">
              <a:ext uri="{FF2B5EF4-FFF2-40B4-BE49-F238E27FC236}">
                <a16:creationId xmlns:a16="http://schemas.microsoft.com/office/drawing/2014/main" id="{9601AE18-70D1-42E5-A9BC-FF053E0D016B}"/>
              </a:ext>
            </a:extLst>
          </p:cNvPr>
          <p:cNvSpPr>
            <a:spLocks xmlns:a="http://schemas.openxmlformats.org/drawingml/2006/main" noGrp="1"/>
          </p:cNvSpPr>
          <p:nvPr/>
        </p:nvSpPr>
        <p:spPr>
          <a:xfrm xmlns:a="http://schemas.openxmlformats.org/drawingml/2006/main">
            <a:off x="514350" y="3714750"/>
            <a:ext cx="10515600" cy="9525"/>
          </a:xfrm>
          <a:prstGeom xmlns:a="http://schemas.openxmlformats.org/drawingml/2006/main" prst="rect">
            <a:avLst/>
          </a:prstGeom>
          <a:solidFill xmlns:a="http://schemas.openxmlformats.org/drawingml/2006/main">
            <a:srgbClr val="D7E3D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9E02EC0-77B6-481E-BD00-9272557E21A8}"/>
              </a:ext>
            </a:extLst>
          </p:cNvPr>
          <p:cNvSpPr>
            <a:spLocks xmlns:a="http://schemas.openxmlformats.org/drawingml/2006/main" noGrp="1"/>
          </p:cNvSpPr>
          <p:nvPr/>
        </p:nvSpPr>
        <p:spPr>
          <a:xfrm xmlns:a="http://schemas.openxmlformats.org/drawingml/2006/main">
            <a:off x="514350" y="4000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8406"/>
          </a:bodyPr>
          <a:lstStyle xmlns:a="http://schemas.openxmlformats.org/drawingml/2006/main">
            <a:defPPr>
              <a:defRPr sz="1725" b="1">
                <a:solidFill>
                  <a:srgbClr val="123C52"/>
                </a:solidFill>
                <a:latin typeface="Arial"/>
                <a:ea typeface="Arial"/>
                <a:cs typeface="Arial"/>
              </a:defRPr>
            </a:defPPr>
            <a:lvl1pPr>
              <a:defRPr sz="1725" b="1">
                <a:solidFill>
                  <a:srgbClr val="123C52"/>
                </a:solidFill>
                <a:latin typeface="Arial"/>
                <a:ea typeface="Arial"/>
                <a:cs typeface="Arial"/>
              </a:defRPr>
            </a:lvl1pPr>
            <a:lvl2pPr>
              <a:defRPr sz="1725" b="1">
                <a:solidFill>
                  <a:srgbClr val="123C52"/>
                </a:solidFill>
                <a:latin typeface="Arial"/>
                <a:ea typeface="Arial"/>
                <a:cs typeface="Arial"/>
              </a:defRPr>
            </a:lvl2pPr>
            <a:lvl3pPr>
              <a:defRPr sz="1725" b="1">
                <a:solidFill>
                  <a:srgbClr val="123C52"/>
                </a:solidFill>
                <a:latin typeface="Arial"/>
                <a:ea typeface="Arial"/>
                <a:cs typeface="Arial"/>
              </a:defRPr>
            </a:lvl3pPr>
            <a:lvl4pPr>
              <a:defRPr sz="1725" b="1">
                <a:solidFill>
                  <a:srgbClr val="123C52"/>
                </a:solidFill>
                <a:latin typeface="Arial"/>
                <a:ea typeface="Arial"/>
                <a:cs typeface="Arial"/>
              </a:defRPr>
            </a:lvl4pPr>
            <a:lvl5pPr>
              <a:defRPr sz="1725" b="1">
                <a:solidFill>
                  <a:srgbClr val="123C52"/>
                </a:solidFill>
                <a:latin typeface="Arial"/>
                <a:ea typeface="Arial"/>
                <a:cs typeface="Arial"/>
              </a:defRPr>
            </a:lvl5pPr>
            <a:lvl6pPr>
              <a:defRPr sz="1725" b="1">
                <a:solidFill>
                  <a:srgbClr val="123C52"/>
                </a:solidFill>
                <a:latin typeface="Arial"/>
                <a:ea typeface="Arial"/>
                <a:cs typeface="Arial"/>
              </a:defRPr>
            </a:lvl6pPr>
            <a:lvl7pPr>
              <a:defRPr sz="1725" b="1">
                <a:solidFill>
                  <a:srgbClr val="123C52"/>
                </a:solidFill>
                <a:latin typeface="Arial"/>
                <a:ea typeface="Arial"/>
                <a:cs typeface="Arial"/>
              </a:defRPr>
            </a:lvl7pPr>
            <a:lvl8pPr>
              <a:defRPr sz="1725" b="1">
                <a:solidFill>
                  <a:srgbClr val="123C52"/>
                </a:solidFill>
                <a:latin typeface="Arial"/>
                <a:ea typeface="Arial"/>
                <a:cs typeface="Arial"/>
              </a:defRPr>
            </a:lvl8pPr>
            <a:lvl9pPr>
              <a:defRPr sz="1725" b="1">
                <a:solidFill>
                  <a:srgbClr val="123C52"/>
                </a:solidFill>
                <a:latin typeface="Arial"/>
                <a:ea typeface="Arial"/>
                <a:cs typeface="Arial"/>
              </a:defRPr>
            </a:lvl9pPr>
          </a:lstStyle>
          <a:p xmlns:a="http://schemas.openxmlformats.org/drawingml/2006/main">
            <a:pPr>
              <a:defRPr sz="1725" b="1">
                <a:solidFill>
                  <a:srgbClr val="123C52"/>
                </a:solidFill>
                <a:latin typeface="Arial"/>
                <a:ea typeface="Arial"/>
                <a:cs typeface="Arial"/>
              </a:defRPr>
            </a:pPr>
            <a:r>
              <a:rPr sz="1725" b="1">
                <a:solidFill>
                  <a:srgbClr val="123C52"/>
                </a:solidFill>
                <a:latin typeface="Arial"/>
                <a:ea typeface="Arial"/>
                <a:cs typeface="Arial"/>
              </a:rPr>
              <a:t>Kịch bản demo</a:t>
            </a:r>
          </a:p>
        </p:txBody>
      </p:sp>
      <p:sp>
        <p:nvSpPr>
          <p:cNvPr id="17" name="">
            <a:extLst xmlns:a="http://schemas.openxmlformats.org/drawingml/2006/main">
              <a:ext uri="{FF2B5EF4-FFF2-40B4-BE49-F238E27FC236}">
                <a16:creationId xmlns:a16="http://schemas.microsoft.com/office/drawing/2014/main" id="{E2637A71-F711-431A-8B9E-614AB653BF45}"/>
              </a:ext>
            </a:extLst>
          </p:cNvPr>
          <p:cNvSpPr>
            <a:spLocks xmlns:a="http://schemas.openxmlformats.org/drawingml/2006/main" noGrp="1"/>
          </p:cNvSpPr>
          <p:nvPr/>
        </p:nvSpPr>
        <p:spPr>
          <a:xfrm xmlns:a="http://schemas.openxmlformats.org/drawingml/2006/main">
            <a:off x="514350" y="4572000"/>
            <a:ext cx="1428750" cy="723900"/>
          </a:xfrm>
          <a:prstGeom xmlns:a="http://schemas.openxmlformats.org/drawingml/2006/main" prst="roundRect">
            <a:avLst>
              <a:gd name="adj" fmla="val 15789"/>
            </a:avLst>
          </a:prstGeom>
          <a:solidFill xmlns:a="http://schemas.openxmlformats.org/drawingml/2006/main">
            <a:srgbClr val="DDF4EB"/>
          </a:solidFill>
          <a:ln xmlns:a="http://schemas.openxmlformats.org/drawingml/2006/main" w="9525">
            <a:solidFill>
              <a:srgbClr val="D7E3DE"/>
            </a:solidFill>
            <a:prstDash val="solid"/>
          </a:ln>
        </p:spPr>
      </p:sp>
      <p:sp>
        <p:nvSpPr>
          <p:cNvPr id="18" name="">
            <a:extLst xmlns:a="http://schemas.openxmlformats.org/drawingml/2006/main">
              <a:ext uri="{FF2B5EF4-FFF2-40B4-BE49-F238E27FC236}">
                <a16:creationId xmlns:a16="http://schemas.microsoft.com/office/drawing/2014/main" id="{E17D83A8-8D21-4144-A5F5-F51AE691B20F}"/>
              </a:ext>
            </a:extLst>
          </p:cNvPr>
          <p:cNvSpPr>
            <a:spLocks xmlns:a="http://schemas.openxmlformats.org/drawingml/2006/main" noGrp="1"/>
          </p:cNvSpPr>
          <p:nvPr/>
        </p:nvSpPr>
        <p:spPr>
          <a:xfrm xmlns:a="http://schemas.openxmlformats.org/drawingml/2006/main">
            <a:off x="609600" y="474345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75" b="1">
                <a:solidFill>
                  <a:srgbClr val="218D73"/>
                </a:solidFill>
                <a:latin typeface="Arial"/>
                <a:ea typeface="Arial"/>
                <a:cs typeface="Arial"/>
              </a:defRPr>
            </a:defPPr>
            <a:lvl1pPr>
              <a:defRPr sz="1275" b="1">
                <a:solidFill>
                  <a:srgbClr val="218D73"/>
                </a:solidFill>
                <a:latin typeface="Arial"/>
                <a:ea typeface="Arial"/>
                <a:cs typeface="Arial"/>
              </a:defRPr>
            </a:lvl1pPr>
            <a:lvl2pPr>
              <a:defRPr sz="1275" b="1">
                <a:solidFill>
                  <a:srgbClr val="218D73"/>
                </a:solidFill>
                <a:latin typeface="Arial"/>
                <a:ea typeface="Arial"/>
                <a:cs typeface="Arial"/>
              </a:defRPr>
            </a:lvl2pPr>
            <a:lvl3pPr>
              <a:defRPr sz="1275" b="1">
                <a:solidFill>
                  <a:srgbClr val="218D73"/>
                </a:solidFill>
                <a:latin typeface="Arial"/>
                <a:ea typeface="Arial"/>
                <a:cs typeface="Arial"/>
              </a:defRPr>
            </a:lvl3pPr>
            <a:lvl4pPr>
              <a:defRPr sz="1275" b="1">
                <a:solidFill>
                  <a:srgbClr val="218D73"/>
                </a:solidFill>
                <a:latin typeface="Arial"/>
                <a:ea typeface="Arial"/>
                <a:cs typeface="Arial"/>
              </a:defRPr>
            </a:lvl4pPr>
            <a:lvl5pPr>
              <a:defRPr sz="1275" b="1">
                <a:solidFill>
                  <a:srgbClr val="218D73"/>
                </a:solidFill>
                <a:latin typeface="Arial"/>
                <a:ea typeface="Arial"/>
                <a:cs typeface="Arial"/>
              </a:defRPr>
            </a:lvl5pPr>
            <a:lvl6pPr>
              <a:defRPr sz="1275" b="1">
                <a:solidFill>
                  <a:srgbClr val="218D73"/>
                </a:solidFill>
                <a:latin typeface="Arial"/>
                <a:ea typeface="Arial"/>
                <a:cs typeface="Arial"/>
              </a:defRPr>
            </a:lvl6pPr>
            <a:lvl7pPr>
              <a:defRPr sz="1275" b="1">
                <a:solidFill>
                  <a:srgbClr val="218D73"/>
                </a:solidFill>
                <a:latin typeface="Arial"/>
                <a:ea typeface="Arial"/>
                <a:cs typeface="Arial"/>
              </a:defRPr>
            </a:lvl7pPr>
            <a:lvl8pPr>
              <a:defRPr sz="1275" b="1">
                <a:solidFill>
                  <a:srgbClr val="218D73"/>
                </a:solidFill>
                <a:latin typeface="Arial"/>
                <a:ea typeface="Arial"/>
                <a:cs typeface="Arial"/>
              </a:defRPr>
            </a:lvl8pPr>
            <a:lvl9pPr>
              <a:defRPr sz="1275" b="1">
                <a:solidFill>
                  <a:srgbClr val="218D73"/>
                </a:solidFill>
                <a:latin typeface="Arial"/>
                <a:ea typeface="Arial"/>
                <a:cs typeface="Arial"/>
              </a:defRPr>
            </a:lvl9pPr>
          </a:lstStyle>
          <a:p xmlns:a="http://schemas.openxmlformats.org/drawingml/2006/main">
            <a:pPr>
              <a:defRPr sz="1275" b="1">
                <a:solidFill>
                  <a:srgbClr val="218D73"/>
                </a:solidFill>
                <a:latin typeface="Arial"/>
                <a:ea typeface="Arial"/>
                <a:cs typeface="Arial"/>
              </a:defRPr>
            </a:pPr>
            <a:r>
              <a:rPr sz="1275" b="1">
                <a:solidFill>
                  <a:srgbClr val="218D73"/>
                </a:solidFill>
                <a:latin typeface="Arial"/>
                <a:ea typeface="Arial"/>
                <a:cs typeface="Arial"/>
              </a:rPr>
              <a:t>1</a:t>
            </a:r>
          </a:p>
        </p:txBody>
      </p:sp>
      <p:sp>
        <p:nvSpPr>
          <p:cNvPr id="19" name="">
            <a:extLst xmlns:a="http://schemas.openxmlformats.org/drawingml/2006/main">
              <a:ext uri="{FF2B5EF4-FFF2-40B4-BE49-F238E27FC236}">
                <a16:creationId xmlns:a16="http://schemas.microsoft.com/office/drawing/2014/main" id="{408F30A1-1F8E-4878-9971-8E715EB2AF2E}"/>
              </a:ext>
            </a:extLst>
          </p:cNvPr>
          <p:cNvSpPr>
            <a:spLocks xmlns:a="http://schemas.openxmlformats.org/drawingml/2006/main" noGrp="1"/>
          </p:cNvSpPr>
          <p:nvPr/>
        </p:nvSpPr>
        <p:spPr>
          <a:xfrm xmlns:a="http://schemas.openxmlformats.org/drawingml/2006/main">
            <a:off x="914400" y="4648200"/>
            <a:ext cx="914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000"/>
          </a:bodyPr>
          <a:lstStyle xmlns:a="http://schemas.openxmlformats.org/drawingml/2006/main">
            <a:defPPr>
              <a:defRPr sz="1125" b="1">
                <a:solidFill>
                  <a:srgbClr val="17312C"/>
                </a:solidFill>
                <a:latin typeface="Arial"/>
                <a:ea typeface="Arial"/>
                <a:cs typeface="Arial"/>
              </a:defRPr>
            </a:defPPr>
            <a:lvl1pPr>
              <a:defRPr sz="1125" b="1">
                <a:solidFill>
                  <a:srgbClr val="17312C"/>
                </a:solidFill>
                <a:latin typeface="Arial"/>
                <a:ea typeface="Arial"/>
                <a:cs typeface="Arial"/>
              </a:defRPr>
            </a:lvl1pPr>
            <a:lvl2pPr>
              <a:defRPr sz="1125" b="1">
                <a:solidFill>
                  <a:srgbClr val="17312C"/>
                </a:solidFill>
                <a:latin typeface="Arial"/>
                <a:ea typeface="Arial"/>
                <a:cs typeface="Arial"/>
              </a:defRPr>
            </a:lvl2pPr>
            <a:lvl3pPr>
              <a:defRPr sz="1125" b="1">
                <a:solidFill>
                  <a:srgbClr val="17312C"/>
                </a:solidFill>
                <a:latin typeface="Arial"/>
                <a:ea typeface="Arial"/>
                <a:cs typeface="Arial"/>
              </a:defRPr>
            </a:lvl3pPr>
            <a:lvl4pPr>
              <a:defRPr sz="1125" b="1">
                <a:solidFill>
                  <a:srgbClr val="17312C"/>
                </a:solidFill>
                <a:latin typeface="Arial"/>
                <a:ea typeface="Arial"/>
                <a:cs typeface="Arial"/>
              </a:defRPr>
            </a:lvl4pPr>
            <a:lvl5pPr>
              <a:defRPr sz="1125" b="1">
                <a:solidFill>
                  <a:srgbClr val="17312C"/>
                </a:solidFill>
                <a:latin typeface="Arial"/>
                <a:ea typeface="Arial"/>
                <a:cs typeface="Arial"/>
              </a:defRPr>
            </a:lvl5pPr>
            <a:lvl6pPr>
              <a:defRPr sz="1125" b="1">
                <a:solidFill>
                  <a:srgbClr val="17312C"/>
                </a:solidFill>
                <a:latin typeface="Arial"/>
                <a:ea typeface="Arial"/>
                <a:cs typeface="Arial"/>
              </a:defRPr>
            </a:lvl6pPr>
            <a:lvl7pPr>
              <a:defRPr sz="1125" b="1">
                <a:solidFill>
                  <a:srgbClr val="17312C"/>
                </a:solidFill>
                <a:latin typeface="Arial"/>
                <a:ea typeface="Arial"/>
                <a:cs typeface="Arial"/>
              </a:defRPr>
            </a:lvl7pPr>
            <a:lvl8pPr>
              <a:defRPr sz="1125" b="1">
                <a:solidFill>
                  <a:srgbClr val="17312C"/>
                </a:solidFill>
                <a:latin typeface="Arial"/>
                <a:ea typeface="Arial"/>
                <a:cs typeface="Arial"/>
              </a:defRPr>
            </a:lvl8pPr>
            <a:lvl9pPr>
              <a:defRPr sz="1125" b="1">
                <a:solidFill>
                  <a:srgbClr val="17312C"/>
                </a:solidFill>
                <a:latin typeface="Arial"/>
                <a:ea typeface="Arial"/>
                <a:cs typeface="Arial"/>
              </a:defRPr>
            </a:lvl9pPr>
          </a:lstStyle>
          <a:p xmlns:a="http://schemas.openxmlformats.org/drawingml/2006/main">
            <a:pPr>
              <a:defRPr sz="1125" b="1">
                <a:solidFill>
                  <a:srgbClr val="17312C"/>
                </a:solidFill>
                <a:latin typeface="Arial"/>
                <a:ea typeface="Arial"/>
                <a:cs typeface="Arial"/>
              </a:defRPr>
            </a:pPr>
            <a:r>
              <a:rPr sz="1125" b="1">
                <a:solidFill>
                  <a:srgbClr val="17312C"/>
                </a:solidFill>
                <a:latin typeface="Arial"/>
                <a:ea typeface="Arial"/>
                <a:cs typeface="Arial"/>
              </a:rPr>
              <a:t>Ghép thiết bị</a:t>
            </a:r>
          </a:p>
        </p:txBody>
      </p:sp>
      <p:sp>
        <p:nvSpPr>
          <p:cNvPr id="20" name="">
            <a:extLst xmlns:a="http://schemas.openxmlformats.org/drawingml/2006/main">
              <a:ext uri="{FF2B5EF4-FFF2-40B4-BE49-F238E27FC236}">
                <a16:creationId xmlns:a16="http://schemas.microsoft.com/office/drawing/2014/main" id="{18AAD428-0AF5-4051-972A-6C8AC66EF4B1}"/>
              </a:ext>
            </a:extLst>
          </p:cNvPr>
          <p:cNvSpPr>
            <a:spLocks xmlns:a="http://schemas.openxmlformats.org/drawingml/2006/main" noGrp="1"/>
          </p:cNvSpPr>
          <p:nvPr/>
        </p:nvSpPr>
        <p:spPr>
          <a:xfrm xmlns:a="http://schemas.openxmlformats.org/drawingml/2006/main">
            <a:off x="1943100" y="4914900"/>
            <a:ext cx="323850" cy="38100"/>
          </a:xfrm>
          <a:prstGeom xmlns:a="http://schemas.openxmlformats.org/drawingml/2006/main" prst="rect">
            <a:avLst/>
          </a:prstGeom>
          <a:solidFill xmlns:a="http://schemas.openxmlformats.org/drawingml/2006/main">
            <a:srgbClr val="218D73"/>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A27FCD6-DC02-42EA-BB89-04DC929EA0F9}"/>
              </a:ext>
            </a:extLst>
          </p:cNvPr>
          <p:cNvSpPr>
            <a:spLocks xmlns:a="http://schemas.openxmlformats.org/drawingml/2006/main" noGrp="1"/>
          </p:cNvSpPr>
          <p:nvPr/>
        </p:nvSpPr>
        <p:spPr>
          <a:xfrm xmlns:a="http://schemas.openxmlformats.org/drawingml/2006/main">
            <a:off x="2266950" y="4572000"/>
            <a:ext cx="1428750" cy="723900"/>
          </a:xfrm>
          <a:prstGeom xmlns:a="http://schemas.openxmlformats.org/drawingml/2006/main" prst="roundRect">
            <a:avLst>
              <a:gd name="adj" fmla="val 15789"/>
            </a:avLst>
          </a:prstGeom>
          <a:solidFill xmlns:a="http://schemas.openxmlformats.org/drawingml/2006/main">
            <a:srgbClr val="DDF4EB"/>
          </a:solidFill>
          <a:ln xmlns:a="http://schemas.openxmlformats.org/drawingml/2006/main" w="9525">
            <a:solidFill>
              <a:srgbClr val="D7E3DE"/>
            </a:solidFill>
            <a:prstDash val="solid"/>
          </a:ln>
        </p:spPr>
      </p:sp>
      <p:sp>
        <p:nvSpPr>
          <p:cNvPr id="22" name="">
            <a:extLst xmlns:a="http://schemas.openxmlformats.org/drawingml/2006/main">
              <a:ext uri="{FF2B5EF4-FFF2-40B4-BE49-F238E27FC236}">
                <a16:creationId xmlns:a16="http://schemas.microsoft.com/office/drawing/2014/main" id="{2F88C4FD-B51D-400E-8C66-C73BA651DEDE}"/>
              </a:ext>
            </a:extLst>
          </p:cNvPr>
          <p:cNvSpPr>
            <a:spLocks xmlns:a="http://schemas.openxmlformats.org/drawingml/2006/main" noGrp="1"/>
          </p:cNvSpPr>
          <p:nvPr/>
        </p:nvSpPr>
        <p:spPr>
          <a:xfrm xmlns:a="http://schemas.openxmlformats.org/drawingml/2006/main">
            <a:off x="2362200" y="474345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75" b="1">
                <a:solidFill>
                  <a:srgbClr val="218D73"/>
                </a:solidFill>
                <a:latin typeface="Arial"/>
                <a:ea typeface="Arial"/>
                <a:cs typeface="Arial"/>
              </a:defRPr>
            </a:defPPr>
            <a:lvl1pPr>
              <a:defRPr sz="1275" b="1">
                <a:solidFill>
                  <a:srgbClr val="218D73"/>
                </a:solidFill>
                <a:latin typeface="Arial"/>
                <a:ea typeface="Arial"/>
                <a:cs typeface="Arial"/>
              </a:defRPr>
            </a:lvl1pPr>
            <a:lvl2pPr>
              <a:defRPr sz="1275" b="1">
                <a:solidFill>
                  <a:srgbClr val="218D73"/>
                </a:solidFill>
                <a:latin typeface="Arial"/>
                <a:ea typeface="Arial"/>
                <a:cs typeface="Arial"/>
              </a:defRPr>
            </a:lvl2pPr>
            <a:lvl3pPr>
              <a:defRPr sz="1275" b="1">
                <a:solidFill>
                  <a:srgbClr val="218D73"/>
                </a:solidFill>
                <a:latin typeface="Arial"/>
                <a:ea typeface="Arial"/>
                <a:cs typeface="Arial"/>
              </a:defRPr>
            </a:lvl3pPr>
            <a:lvl4pPr>
              <a:defRPr sz="1275" b="1">
                <a:solidFill>
                  <a:srgbClr val="218D73"/>
                </a:solidFill>
                <a:latin typeface="Arial"/>
                <a:ea typeface="Arial"/>
                <a:cs typeface="Arial"/>
              </a:defRPr>
            </a:lvl4pPr>
            <a:lvl5pPr>
              <a:defRPr sz="1275" b="1">
                <a:solidFill>
                  <a:srgbClr val="218D73"/>
                </a:solidFill>
                <a:latin typeface="Arial"/>
                <a:ea typeface="Arial"/>
                <a:cs typeface="Arial"/>
              </a:defRPr>
            </a:lvl5pPr>
            <a:lvl6pPr>
              <a:defRPr sz="1275" b="1">
                <a:solidFill>
                  <a:srgbClr val="218D73"/>
                </a:solidFill>
                <a:latin typeface="Arial"/>
                <a:ea typeface="Arial"/>
                <a:cs typeface="Arial"/>
              </a:defRPr>
            </a:lvl6pPr>
            <a:lvl7pPr>
              <a:defRPr sz="1275" b="1">
                <a:solidFill>
                  <a:srgbClr val="218D73"/>
                </a:solidFill>
                <a:latin typeface="Arial"/>
                <a:ea typeface="Arial"/>
                <a:cs typeface="Arial"/>
              </a:defRPr>
            </a:lvl7pPr>
            <a:lvl8pPr>
              <a:defRPr sz="1275" b="1">
                <a:solidFill>
                  <a:srgbClr val="218D73"/>
                </a:solidFill>
                <a:latin typeface="Arial"/>
                <a:ea typeface="Arial"/>
                <a:cs typeface="Arial"/>
              </a:defRPr>
            </a:lvl8pPr>
            <a:lvl9pPr>
              <a:defRPr sz="1275" b="1">
                <a:solidFill>
                  <a:srgbClr val="218D73"/>
                </a:solidFill>
                <a:latin typeface="Arial"/>
                <a:ea typeface="Arial"/>
                <a:cs typeface="Arial"/>
              </a:defRPr>
            </a:lvl9pPr>
          </a:lstStyle>
          <a:p xmlns:a="http://schemas.openxmlformats.org/drawingml/2006/main">
            <a:pPr>
              <a:defRPr sz="1275" b="1">
                <a:solidFill>
                  <a:srgbClr val="218D73"/>
                </a:solidFill>
                <a:latin typeface="Arial"/>
                <a:ea typeface="Arial"/>
                <a:cs typeface="Arial"/>
              </a:defRPr>
            </a:pPr>
            <a:r>
              <a:rPr sz="1275" b="1">
                <a:solidFill>
                  <a:srgbClr val="218D73"/>
                </a:solidFill>
                <a:latin typeface="Arial"/>
                <a:ea typeface="Arial"/>
                <a:cs typeface="Arial"/>
              </a:rPr>
              <a:t>2</a:t>
            </a:r>
          </a:p>
        </p:txBody>
      </p:sp>
      <p:sp>
        <p:nvSpPr>
          <p:cNvPr id="23" name="">
            <a:extLst xmlns:a="http://schemas.openxmlformats.org/drawingml/2006/main">
              <a:ext uri="{FF2B5EF4-FFF2-40B4-BE49-F238E27FC236}">
                <a16:creationId xmlns:a16="http://schemas.microsoft.com/office/drawing/2014/main" id="{24252166-4292-4B5E-B1DE-1BF62A08CCFA}"/>
              </a:ext>
            </a:extLst>
          </p:cNvPr>
          <p:cNvSpPr>
            <a:spLocks xmlns:a="http://schemas.openxmlformats.org/drawingml/2006/main" noGrp="1"/>
          </p:cNvSpPr>
          <p:nvPr/>
        </p:nvSpPr>
        <p:spPr>
          <a:xfrm xmlns:a="http://schemas.openxmlformats.org/drawingml/2006/main">
            <a:off x="2667000" y="4648200"/>
            <a:ext cx="914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000"/>
          </a:bodyPr>
          <a:lstStyle xmlns:a="http://schemas.openxmlformats.org/drawingml/2006/main">
            <a:defPPr>
              <a:defRPr sz="1125" b="1">
                <a:solidFill>
                  <a:srgbClr val="17312C"/>
                </a:solidFill>
                <a:latin typeface="Arial"/>
                <a:ea typeface="Arial"/>
                <a:cs typeface="Arial"/>
              </a:defRPr>
            </a:defPPr>
            <a:lvl1pPr>
              <a:defRPr sz="1125" b="1">
                <a:solidFill>
                  <a:srgbClr val="17312C"/>
                </a:solidFill>
                <a:latin typeface="Arial"/>
                <a:ea typeface="Arial"/>
                <a:cs typeface="Arial"/>
              </a:defRPr>
            </a:lvl1pPr>
            <a:lvl2pPr>
              <a:defRPr sz="1125" b="1">
                <a:solidFill>
                  <a:srgbClr val="17312C"/>
                </a:solidFill>
                <a:latin typeface="Arial"/>
                <a:ea typeface="Arial"/>
                <a:cs typeface="Arial"/>
              </a:defRPr>
            </a:lvl2pPr>
            <a:lvl3pPr>
              <a:defRPr sz="1125" b="1">
                <a:solidFill>
                  <a:srgbClr val="17312C"/>
                </a:solidFill>
                <a:latin typeface="Arial"/>
                <a:ea typeface="Arial"/>
                <a:cs typeface="Arial"/>
              </a:defRPr>
            </a:lvl3pPr>
            <a:lvl4pPr>
              <a:defRPr sz="1125" b="1">
                <a:solidFill>
                  <a:srgbClr val="17312C"/>
                </a:solidFill>
                <a:latin typeface="Arial"/>
                <a:ea typeface="Arial"/>
                <a:cs typeface="Arial"/>
              </a:defRPr>
            </a:lvl4pPr>
            <a:lvl5pPr>
              <a:defRPr sz="1125" b="1">
                <a:solidFill>
                  <a:srgbClr val="17312C"/>
                </a:solidFill>
                <a:latin typeface="Arial"/>
                <a:ea typeface="Arial"/>
                <a:cs typeface="Arial"/>
              </a:defRPr>
            </a:lvl5pPr>
            <a:lvl6pPr>
              <a:defRPr sz="1125" b="1">
                <a:solidFill>
                  <a:srgbClr val="17312C"/>
                </a:solidFill>
                <a:latin typeface="Arial"/>
                <a:ea typeface="Arial"/>
                <a:cs typeface="Arial"/>
              </a:defRPr>
            </a:lvl6pPr>
            <a:lvl7pPr>
              <a:defRPr sz="1125" b="1">
                <a:solidFill>
                  <a:srgbClr val="17312C"/>
                </a:solidFill>
                <a:latin typeface="Arial"/>
                <a:ea typeface="Arial"/>
                <a:cs typeface="Arial"/>
              </a:defRPr>
            </a:lvl7pPr>
            <a:lvl8pPr>
              <a:defRPr sz="1125" b="1">
                <a:solidFill>
                  <a:srgbClr val="17312C"/>
                </a:solidFill>
                <a:latin typeface="Arial"/>
                <a:ea typeface="Arial"/>
                <a:cs typeface="Arial"/>
              </a:defRPr>
            </a:lvl8pPr>
            <a:lvl9pPr>
              <a:defRPr sz="1125" b="1">
                <a:solidFill>
                  <a:srgbClr val="17312C"/>
                </a:solidFill>
                <a:latin typeface="Arial"/>
                <a:ea typeface="Arial"/>
                <a:cs typeface="Arial"/>
              </a:defRPr>
            </a:lvl9pPr>
          </a:lstStyle>
          <a:p xmlns:a="http://schemas.openxmlformats.org/drawingml/2006/main">
            <a:pPr>
              <a:defRPr sz="1125" b="1">
                <a:solidFill>
                  <a:srgbClr val="17312C"/>
                </a:solidFill>
                <a:latin typeface="Arial"/>
                <a:ea typeface="Arial"/>
                <a:cs typeface="Arial"/>
              </a:defRPr>
            </a:pPr>
            <a:r>
              <a:rPr sz="1125" b="1">
                <a:solidFill>
                  <a:srgbClr val="17312C"/>
                </a:solidFill>
                <a:latin typeface="Arial"/>
                <a:ea typeface="Arial"/>
                <a:cs typeface="Arial"/>
              </a:rPr>
              <a:t>Đăng nhập trẻ</a:t>
            </a:r>
          </a:p>
        </p:txBody>
      </p:sp>
      <p:sp>
        <p:nvSpPr>
          <p:cNvPr id="24" name="">
            <a:extLst xmlns:a="http://schemas.openxmlformats.org/drawingml/2006/main">
              <a:ext uri="{FF2B5EF4-FFF2-40B4-BE49-F238E27FC236}">
                <a16:creationId xmlns:a16="http://schemas.microsoft.com/office/drawing/2014/main" id="{51C3C170-24C7-4121-B71C-45A165A28B07}"/>
              </a:ext>
            </a:extLst>
          </p:cNvPr>
          <p:cNvSpPr>
            <a:spLocks xmlns:a="http://schemas.openxmlformats.org/drawingml/2006/main" noGrp="1"/>
          </p:cNvSpPr>
          <p:nvPr/>
        </p:nvSpPr>
        <p:spPr>
          <a:xfrm xmlns:a="http://schemas.openxmlformats.org/drawingml/2006/main">
            <a:off x="3695700" y="4914900"/>
            <a:ext cx="323850" cy="38100"/>
          </a:xfrm>
          <a:prstGeom xmlns:a="http://schemas.openxmlformats.org/drawingml/2006/main" prst="rect">
            <a:avLst/>
          </a:prstGeom>
          <a:solidFill xmlns:a="http://schemas.openxmlformats.org/drawingml/2006/main">
            <a:srgbClr val="218D73"/>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D58105C-4B5B-4269-AF3E-0685D2625465}"/>
              </a:ext>
            </a:extLst>
          </p:cNvPr>
          <p:cNvSpPr>
            <a:spLocks xmlns:a="http://schemas.openxmlformats.org/drawingml/2006/main" noGrp="1"/>
          </p:cNvSpPr>
          <p:nvPr/>
        </p:nvSpPr>
        <p:spPr>
          <a:xfrm xmlns:a="http://schemas.openxmlformats.org/drawingml/2006/main">
            <a:off x="4019550" y="4572000"/>
            <a:ext cx="1428750" cy="723900"/>
          </a:xfrm>
          <a:prstGeom xmlns:a="http://schemas.openxmlformats.org/drawingml/2006/main" prst="roundRect">
            <a:avLst>
              <a:gd name="adj" fmla="val 15789"/>
            </a:avLst>
          </a:prstGeom>
          <a:solidFill xmlns:a="http://schemas.openxmlformats.org/drawingml/2006/main">
            <a:srgbClr val="DDF4EB"/>
          </a:solidFill>
          <a:ln xmlns:a="http://schemas.openxmlformats.org/drawingml/2006/main" w="9525">
            <a:solidFill>
              <a:srgbClr val="D7E3DE"/>
            </a:solidFill>
            <a:prstDash val="solid"/>
          </a:ln>
        </p:spPr>
      </p:sp>
      <p:sp>
        <p:nvSpPr>
          <p:cNvPr id="26" name="">
            <a:extLst xmlns:a="http://schemas.openxmlformats.org/drawingml/2006/main">
              <a:ext uri="{FF2B5EF4-FFF2-40B4-BE49-F238E27FC236}">
                <a16:creationId xmlns:a16="http://schemas.microsoft.com/office/drawing/2014/main" id="{00A8EB4C-DDE7-4D9E-80C9-6C1104F62EFA}"/>
              </a:ext>
            </a:extLst>
          </p:cNvPr>
          <p:cNvSpPr>
            <a:spLocks xmlns:a="http://schemas.openxmlformats.org/drawingml/2006/main" noGrp="1"/>
          </p:cNvSpPr>
          <p:nvPr/>
        </p:nvSpPr>
        <p:spPr>
          <a:xfrm xmlns:a="http://schemas.openxmlformats.org/drawingml/2006/main">
            <a:off x="4114800" y="474345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75" b="1">
                <a:solidFill>
                  <a:srgbClr val="218D73"/>
                </a:solidFill>
                <a:latin typeface="Arial"/>
                <a:ea typeface="Arial"/>
                <a:cs typeface="Arial"/>
              </a:defRPr>
            </a:defPPr>
            <a:lvl1pPr>
              <a:defRPr sz="1275" b="1">
                <a:solidFill>
                  <a:srgbClr val="218D73"/>
                </a:solidFill>
                <a:latin typeface="Arial"/>
                <a:ea typeface="Arial"/>
                <a:cs typeface="Arial"/>
              </a:defRPr>
            </a:lvl1pPr>
            <a:lvl2pPr>
              <a:defRPr sz="1275" b="1">
                <a:solidFill>
                  <a:srgbClr val="218D73"/>
                </a:solidFill>
                <a:latin typeface="Arial"/>
                <a:ea typeface="Arial"/>
                <a:cs typeface="Arial"/>
              </a:defRPr>
            </a:lvl2pPr>
            <a:lvl3pPr>
              <a:defRPr sz="1275" b="1">
                <a:solidFill>
                  <a:srgbClr val="218D73"/>
                </a:solidFill>
                <a:latin typeface="Arial"/>
                <a:ea typeface="Arial"/>
                <a:cs typeface="Arial"/>
              </a:defRPr>
            </a:lvl3pPr>
            <a:lvl4pPr>
              <a:defRPr sz="1275" b="1">
                <a:solidFill>
                  <a:srgbClr val="218D73"/>
                </a:solidFill>
                <a:latin typeface="Arial"/>
                <a:ea typeface="Arial"/>
                <a:cs typeface="Arial"/>
              </a:defRPr>
            </a:lvl4pPr>
            <a:lvl5pPr>
              <a:defRPr sz="1275" b="1">
                <a:solidFill>
                  <a:srgbClr val="218D73"/>
                </a:solidFill>
                <a:latin typeface="Arial"/>
                <a:ea typeface="Arial"/>
                <a:cs typeface="Arial"/>
              </a:defRPr>
            </a:lvl5pPr>
            <a:lvl6pPr>
              <a:defRPr sz="1275" b="1">
                <a:solidFill>
                  <a:srgbClr val="218D73"/>
                </a:solidFill>
                <a:latin typeface="Arial"/>
                <a:ea typeface="Arial"/>
                <a:cs typeface="Arial"/>
              </a:defRPr>
            </a:lvl6pPr>
            <a:lvl7pPr>
              <a:defRPr sz="1275" b="1">
                <a:solidFill>
                  <a:srgbClr val="218D73"/>
                </a:solidFill>
                <a:latin typeface="Arial"/>
                <a:ea typeface="Arial"/>
                <a:cs typeface="Arial"/>
              </a:defRPr>
            </a:lvl7pPr>
            <a:lvl8pPr>
              <a:defRPr sz="1275" b="1">
                <a:solidFill>
                  <a:srgbClr val="218D73"/>
                </a:solidFill>
                <a:latin typeface="Arial"/>
                <a:ea typeface="Arial"/>
                <a:cs typeface="Arial"/>
              </a:defRPr>
            </a:lvl8pPr>
            <a:lvl9pPr>
              <a:defRPr sz="1275" b="1">
                <a:solidFill>
                  <a:srgbClr val="218D73"/>
                </a:solidFill>
                <a:latin typeface="Arial"/>
                <a:ea typeface="Arial"/>
                <a:cs typeface="Arial"/>
              </a:defRPr>
            </a:lvl9pPr>
          </a:lstStyle>
          <a:p xmlns:a="http://schemas.openxmlformats.org/drawingml/2006/main">
            <a:pPr>
              <a:defRPr sz="1275" b="1">
                <a:solidFill>
                  <a:srgbClr val="218D73"/>
                </a:solidFill>
                <a:latin typeface="Arial"/>
                <a:ea typeface="Arial"/>
                <a:cs typeface="Arial"/>
              </a:defRPr>
            </a:pPr>
            <a:r>
              <a:rPr sz="1275" b="1">
                <a:solidFill>
                  <a:srgbClr val="218D73"/>
                </a:solidFill>
                <a:latin typeface="Arial"/>
                <a:ea typeface="Arial"/>
                <a:cs typeface="Arial"/>
              </a:rPr>
              <a:t>3</a:t>
            </a:r>
          </a:p>
        </p:txBody>
      </p:sp>
      <p:sp>
        <p:nvSpPr>
          <p:cNvPr id="27" name="">
            <a:extLst xmlns:a="http://schemas.openxmlformats.org/drawingml/2006/main">
              <a:ext uri="{FF2B5EF4-FFF2-40B4-BE49-F238E27FC236}">
                <a16:creationId xmlns:a16="http://schemas.microsoft.com/office/drawing/2014/main" id="{787121BA-ACB9-4086-AE3A-F0F0354408EC}"/>
              </a:ext>
            </a:extLst>
          </p:cNvPr>
          <p:cNvSpPr>
            <a:spLocks xmlns:a="http://schemas.openxmlformats.org/drawingml/2006/main" noGrp="1"/>
          </p:cNvSpPr>
          <p:nvPr/>
        </p:nvSpPr>
        <p:spPr>
          <a:xfrm xmlns:a="http://schemas.openxmlformats.org/drawingml/2006/main">
            <a:off x="4419600" y="4648200"/>
            <a:ext cx="914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125" b="1">
                <a:solidFill>
                  <a:srgbClr val="17312C"/>
                </a:solidFill>
                <a:latin typeface="Arial"/>
                <a:ea typeface="Arial"/>
                <a:cs typeface="Arial"/>
              </a:defRPr>
            </a:defPPr>
            <a:lvl1pPr>
              <a:defRPr sz="1125" b="1">
                <a:solidFill>
                  <a:srgbClr val="17312C"/>
                </a:solidFill>
                <a:latin typeface="Arial"/>
                <a:ea typeface="Arial"/>
                <a:cs typeface="Arial"/>
              </a:defRPr>
            </a:lvl1pPr>
            <a:lvl2pPr>
              <a:defRPr sz="1125" b="1">
                <a:solidFill>
                  <a:srgbClr val="17312C"/>
                </a:solidFill>
                <a:latin typeface="Arial"/>
                <a:ea typeface="Arial"/>
                <a:cs typeface="Arial"/>
              </a:defRPr>
            </a:lvl2pPr>
            <a:lvl3pPr>
              <a:defRPr sz="1125" b="1">
                <a:solidFill>
                  <a:srgbClr val="17312C"/>
                </a:solidFill>
                <a:latin typeface="Arial"/>
                <a:ea typeface="Arial"/>
                <a:cs typeface="Arial"/>
              </a:defRPr>
            </a:lvl3pPr>
            <a:lvl4pPr>
              <a:defRPr sz="1125" b="1">
                <a:solidFill>
                  <a:srgbClr val="17312C"/>
                </a:solidFill>
                <a:latin typeface="Arial"/>
                <a:ea typeface="Arial"/>
                <a:cs typeface="Arial"/>
              </a:defRPr>
            </a:lvl4pPr>
            <a:lvl5pPr>
              <a:defRPr sz="1125" b="1">
                <a:solidFill>
                  <a:srgbClr val="17312C"/>
                </a:solidFill>
                <a:latin typeface="Arial"/>
                <a:ea typeface="Arial"/>
                <a:cs typeface="Arial"/>
              </a:defRPr>
            </a:lvl5pPr>
            <a:lvl6pPr>
              <a:defRPr sz="1125" b="1">
                <a:solidFill>
                  <a:srgbClr val="17312C"/>
                </a:solidFill>
                <a:latin typeface="Arial"/>
                <a:ea typeface="Arial"/>
                <a:cs typeface="Arial"/>
              </a:defRPr>
            </a:lvl6pPr>
            <a:lvl7pPr>
              <a:defRPr sz="1125" b="1">
                <a:solidFill>
                  <a:srgbClr val="17312C"/>
                </a:solidFill>
                <a:latin typeface="Arial"/>
                <a:ea typeface="Arial"/>
                <a:cs typeface="Arial"/>
              </a:defRPr>
            </a:lvl7pPr>
            <a:lvl8pPr>
              <a:defRPr sz="1125" b="1">
                <a:solidFill>
                  <a:srgbClr val="17312C"/>
                </a:solidFill>
                <a:latin typeface="Arial"/>
                <a:ea typeface="Arial"/>
                <a:cs typeface="Arial"/>
              </a:defRPr>
            </a:lvl8pPr>
            <a:lvl9pPr>
              <a:defRPr sz="1125" b="1">
                <a:solidFill>
                  <a:srgbClr val="17312C"/>
                </a:solidFill>
                <a:latin typeface="Arial"/>
                <a:ea typeface="Arial"/>
                <a:cs typeface="Arial"/>
              </a:defRPr>
            </a:lvl9pPr>
          </a:lstStyle>
          <a:p xmlns:a="http://schemas.openxmlformats.org/drawingml/2006/main">
            <a:pPr>
              <a:defRPr sz="1125" b="1">
                <a:solidFill>
                  <a:srgbClr val="17312C"/>
                </a:solidFill>
                <a:latin typeface="Arial"/>
                <a:ea typeface="Arial"/>
                <a:cs typeface="Arial"/>
              </a:defRPr>
            </a:pPr>
            <a:r>
              <a:rPr sz="1125" b="1">
                <a:solidFill>
                  <a:srgbClr val="17312C"/>
                </a:solidFill>
                <a:latin typeface="Arial"/>
                <a:ea typeface="Arial"/>
                <a:cs typeface="Arial"/>
              </a:rPr>
              <a:t>Bật luật F2</a:t>
            </a:r>
          </a:p>
        </p:txBody>
      </p:sp>
      <p:sp>
        <p:nvSpPr>
          <p:cNvPr id="28" name="">
            <a:extLst xmlns:a="http://schemas.openxmlformats.org/drawingml/2006/main">
              <a:ext uri="{FF2B5EF4-FFF2-40B4-BE49-F238E27FC236}">
                <a16:creationId xmlns:a16="http://schemas.microsoft.com/office/drawing/2014/main" id="{A183D614-A0DF-48F3-9F2C-CB508BF3FC35}"/>
              </a:ext>
            </a:extLst>
          </p:cNvPr>
          <p:cNvSpPr>
            <a:spLocks xmlns:a="http://schemas.openxmlformats.org/drawingml/2006/main" noGrp="1"/>
          </p:cNvSpPr>
          <p:nvPr/>
        </p:nvSpPr>
        <p:spPr>
          <a:xfrm xmlns:a="http://schemas.openxmlformats.org/drawingml/2006/main">
            <a:off x="5448300" y="4914900"/>
            <a:ext cx="323850" cy="38100"/>
          </a:xfrm>
          <a:prstGeom xmlns:a="http://schemas.openxmlformats.org/drawingml/2006/main" prst="rect">
            <a:avLst/>
          </a:prstGeom>
          <a:solidFill xmlns:a="http://schemas.openxmlformats.org/drawingml/2006/main">
            <a:srgbClr val="218D73"/>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AE4BE3A-053B-4396-BF12-B3D186459D61}"/>
              </a:ext>
            </a:extLst>
          </p:cNvPr>
          <p:cNvSpPr>
            <a:spLocks xmlns:a="http://schemas.openxmlformats.org/drawingml/2006/main" noGrp="1"/>
          </p:cNvSpPr>
          <p:nvPr/>
        </p:nvSpPr>
        <p:spPr>
          <a:xfrm xmlns:a="http://schemas.openxmlformats.org/drawingml/2006/main">
            <a:off x="5772150" y="4572000"/>
            <a:ext cx="1428750" cy="723900"/>
          </a:xfrm>
          <a:prstGeom xmlns:a="http://schemas.openxmlformats.org/drawingml/2006/main" prst="roundRect">
            <a:avLst>
              <a:gd name="adj" fmla="val 15789"/>
            </a:avLst>
          </a:prstGeom>
          <a:solidFill xmlns:a="http://schemas.openxmlformats.org/drawingml/2006/main">
            <a:srgbClr val="DFF3F7"/>
          </a:solidFill>
          <a:ln xmlns:a="http://schemas.openxmlformats.org/drawingml/2006/main" w="9525">
            <a:solidFill>
              <a:srgbClr val="D7E3DE"/>
            </a:solidFill>
            <a:prstDash val="solid"/>
          </a:ln>
        </p:spPr>
      </p:sp>
      <p:sp>
        <p:nvSpPr>
          <p:cNvPr id="30" name="">
            <a:extLst xmlns:a="http://schemas.openxmlformats.org/drawingml/2006/main">
              <a:ext uri="{FF2B5EF4-FFF2-40B4-BE49-F238E27FC236}">
                <a16:creationId xmlns:a16="http://schemas.microsoft.com/office/drawing/2014/main" id="{1BA9A29D-323C-4015-BBE5-292D249C5996}"/>
              </a:ext>
            </a:extLst>
          </p:cNvPr>
          <p:cNvSpPr>
            <a:spLocks xmlns:a="http://schemas.openxmlformats.org/drawingml/2006/main" noGrp="1"/>
          </p:cNvSpPr>
          <p:nvPr/>
        </p:nvSpPr>
        <p:spPr>
          <a:xfrm xmlns:a="http://schemas.openxmlformats.org/drawingml/2006/main">
            <a:off x="5867400" y="474345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75" b="1">
                <a:solidFill>
                  <a:srgbClr val="218D73"/>
                </a:solidFill>
                <a:latin typeface="Arial"/>
                <a:ea typeface="Arial"/>
                <a:cs typeface="Arial"/>
              </a:defRPr>
            </a:defPPr>
            <a:lvl1pPr>
              <a:defRPr sz="1275" b="1">
                <a:solidFill>
                  <a:srgbClr val="218D73"/>
                </a:solidFill>
                <a:latin typeface="Arial"/>
                <a:ea typeface="Arial"/>
                <a:cs typeface="Arial"/>
              </a:defRPr>
            </a:lvl1pPr>
            <a:lvl2pPr>
              <a:defRPr sz="1275" b="1">
                <a:solidFill>
                  <a:srgbClr val="218D73"/>
                </a:solidFill>
                <a:latin typeface="Arial"/>
                <a:ea typeface="Arial"/>
                <a:cs typeface="Arial"/>
              </a:defRPr>
            </a:lvl2pPr>
            <a:lvl3pPr>
              <a:defRPr sz="1275" b="1">
                <a:solidFill>
                  <a:srgbClr val="218D73"/>
                </a:solidFill>
                <a:latin typeface="Arial"/>
                <a:ea typeface="Arial"/>
                <a:cs typeface="Arial"/>
              </a:defRPr>
            </a:lvl3pPr>
            <a:lvl4pPr>
              <a:defRPr sz="1275" b="1">
                <a:solidFill>
                  <a:srgbClr val="218D73"/>
                </a:solidFill>
                <a:latin typeface="Arial"/>
                <a:ea typeface="Arial"/>
                <a:cs typeface="Arial"/>
              </a:defRPr>
            </a:lvl4pPr>
            <a:lvl5pPr>
              <a:defRPr sz="1275" b="1">
                <a:solidFill>
                  <a:srgbClr val="218D73"/>
                </a:solidFill>
                <a:latin typeface="Arial"/>
                <a:ea typeface="Arial"/>
                <a:cs typeface="Arial"/>
              </a:defRPr>
            </a:lvl5pPr>
            <a:lvl6pPr>
              <a:defRPr sz="1275" b="1">
                <a:solidFill>
                  <a:srgbClr val="218D73"/>
                </a:solidFill>
                <a:latin typeface="Arial"/>
                <a:ea typeface="Arial"/>
                <a:cs typeface="Arial"/>
              </a:defRPr>
            </a:lvl6pPr>
            <a:lvl7pPr>
              <a:defRPr sz="1275" b="1">
                <a:solidFill>
                  <a:srgbClr val="218D73"/>
                </a:solidFill>
                <a:latin typeface="Arial"/>
                <a:ea typeface="Arial"/>
                <a:cs typeface="Arial"/>
              </a:defRPr>
            </a:lvl7pPr>
            <a:lvl8pPr>
              <a:defRPr sz="1275" b="1">
                <a:solidFill>
                  <a:srgbClr val="218D73"/>
                </a:solidFill>
                <a:latin typeface="Arial"/>
                <a:ea typeface="Arial"/>
                <a:cs typeface="Arial"/>
              </a:defRPr>
            </a:lvl8pPr>
            <a:lvl9pPr>
              <a:defRPr sz="1275" b="1">
                <a:solidFill>
                  <a:srgbClr val="218D73"/>
                </a:solidFill>
                <a:latin typeface="Arial"/>
                <a:ea typeface="Arial"/>
                <a:cs typeface="Arial"/>
              </a:defRPr>
            </a:lvl9pPr>
          </a:lstStyle>
          <a:p xmlns:a="http://schemas.openxmlformats.org/drawingml/2006/main">
            <a:pPr>
              <a:defRPr sz="1275" b="1">
                <a:solidFill>
                  <a:srgbClr val="218D73"/>
                </a:solidFill>
                <a:latin typeface="Arial"/>
                <a:ea typeface="Arial"/>
                <a:cs typeface="Arial"/>
              </a:defRPr>
            </a:pPr>
            <a:r>
              <a:rPr sz="1275" b="1">
                <a:solidFill>
                  <a:srgbClr val="218D73"/>
                </a:solidFill>
                <a:latin typeface="Arial"/>
                <a:ea typeface="Arial"/>
                <a:cs typeface="Arial"/>
              </a:rPr>
              <a:t>4</a:t>
            </a:r>
          </a:p>
        </p:txBody>
      </p:sp>
      <p:sp>
        <p:nvSpPr>
          <p:cNvPr id="31" name="">
            <a:extLst xmlns:a="http://schemas.openxmlformats.org/drawingml/2006/main">
              <a:ext uri="{FF2B5EF4-FFF2-40B4-BE49-F238E27FC236}">
                <a16:creationId xmlns:a16="http://schemas.microsoft.com/office/drawing/2014/main" id="{90F3D873-8EF8-4F5A-8434-2C0FD48C37C4}"/>
              </a:ext>
            </a:extLst>
          </p:cNvPr>
          <p:cNvSpPr>
            <a:spLocks xmlns:a="http://schemas.openxmlformats.org/drawingml/2006/main" noGrp="1"/>
          </p:cNvSpPr>
          <p:nvPr/>
        </p:nvSpPr>
        <p:spPr>
          <a:xfrm xmlns:a="http://schemas.openxmlformats.org/drawingml/2006/main">
            <a:off x="6172200" y="4648200"/>
            <a:ext cx="914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000"/>
          </a:bodyPr>
          <a:lstStyle xmlns:a="http://schemas.openxmlformats.org/drawingml/2006/main">
            <a:defPPr>
              <a:defRPr sz="1125" b="1">
                <a:solidFill>
                  <a:srgbClr val="17312C"/>
                </a:solidFill>
                <a:latin typeface="Arial"/>
                <a:ea typeface="Arial"/>
                <a:cs typeface="Arial"/>
              </a:defRPr>
            </a:defPPr>
            <a:lvl1pPr>
              <a:defRPr sz="1125" b="1">
                <a:solidFill>
                  <a:srgbClr val="17312C"/>
                </a:solidFill>
                <a:latin typeface="Arial"/>
                <a:ea typeface="Arial"/>
                <a:cs typeface="Arial"/>
              </a:defRPr>
            </a:lvl1pPr>
            <a:lvl2pPr>
              <a:defRPr sz="1125" b="1">
                <a:solidFill>
                  <a:srgbClr val="17312C"/>
                </a:solidFill>
                <a:latin typeface="Arial"/>
                <a:ea typeface="Arial"/>
                <a:cs typeface="Arial"/>
              </a:defRPr>
            </a:lvl2pPr>
            <a:lvl3pPr>
              <a:defRPr sz="1125" b="1">
                <a:solidFill>
                  <a:srgbClr val="17312C"/>
                </a:solidFill>
                <a:latin typeface="Arial"/>
                <a:ea typeface="Arial"/>
                <a:cs typeface="Arial"/>
              </a:defRPr>
            </a:lvl3pPr>
            <a:lvl4pPr>
              <a:defRPr sz="1125" b="1">
                <a:solidFill>
                  <a:srgbClr val="17312C"/>
                </a:solidFill>
                <a:latin typeface="Arial"/>
                <a:ea typeface="Arial"/>
                <a:cs typeface="Arial"/>
              </a:defRPr>
            </a:lvl4pPr>
            <a:lvl5pPr>
              <a:defRPr sz="1125" b="1">
                <a:solidFill>
                  <a:srgbClr val="17312C"/>
                </a:solidFill>
                <a:latin typeface="Arial"/>
                <a:ea typeface="Arial"/>
                <a:cs typeface="Arial"/>
              </a:defRPr>
            </a:lvl5pPr>
            <a:lvl6pPr>
              <a:defRPr sz="1125" b="1">
                <a:solidFill>
                  <a:srgbClr val="17312C"/>
                </a:solidFill>
                <a:latin typeface="Arial"/>
                <a:ea typeface="Arial"/>
                <a:cs typeface="Arial"/>
              </a:defRPr>
            </a:lvl6pPr>
            <a:lvl7pPr>
              <a:defRPr sz="1125" b="1">
                <a:solidFill>
                  <a:srgbClr val="17312C"/>
                </a:solidFill>
                <a:latin typeface="Arial"/>
                <a:ea typeface="Arial"/>
                <a:cs typeface="Arial"/>
              </a:defRPr>
            </a:lvl7pPr>
            <a:lvl8pPr>
              <a:defRPr sz="1125" b="1">
                <a:solidFill>
                  <a:srgbClr val="17312C"/>
                </a:solidFill>
                <a:latin typeface="Arial"/>
                <a:ea typeface="Arial"/>
                <a:cs typeface="Arial"/>
              </a:defRPr>
            </a:lvl8pPr>
            <a:lvl9pPr>
              <a:defRPr sz="1125" b="1">
                <a:solidFill>
                  <a:srgbClr val="17312C"/>
                </a:solidFill>
                <a:latin typeface="Arial"/>
                <a:ea typeface="Arial"/>
                <a:cs typeface="Arial"/>
              </a:defRPr>
            </a:lvl9pPr>
          </a:lstStyle>
          <a:p xmlns:a="http://schemas.openxmlformats.org/drawingml/2006/main">
            <a:pPr>
              <a:defRPr sz="1125" b="1">
                <a:solidFill>
                  <a:srgbClr val="17312C"/>
                </a:solidFill>
                <a:latin typeface="Arial"/>
                <a:ea typeface="Arial"/>
                <a:cs typeface="Arial"/>
              </a:defRPr>
            </a:pPr>
            <a:r>
              <a:rPr sz="1125" b="1">
                <a:solidFill>
                  <a:srgbClr val="17312C"/>
                </a:solidFill>
                <a:latin typeface="Arial"/>
                <a:ea typeface="Arial"/>
                <a:cs typeface="Arial"/>
              </a:rPr>
              <a:t>Tạo hoạt động</a:t>
            </a:r>
          </a:p>
        </p:txBody>
      </p:sp>
      <p:sp>
        <p:nvSpPr>
          <p:cNvPr id="32" name="">
            <a:extLst xmlns:a="http://schemas.openxmlformats.org/drawingml/2006/main">
              <a:ext uri="{FF2B5EF4-FFF2-40B4-BE49-F238E27FC236}">
                <a16:creationId xmlns:a16="http://schemas.microsoft.com/office/drawing/2014/main" id="{D3EEDCC2-10E4-414A-A0CD-03839E12E98F}"/>
              </a:ext>
            </a:extLst>
          </p:cNvPr>
          <p:cNvSpPr>
            <a:spLocks xmlns:a="http://schemas.openxmlformats.org/drawingml/2006/main" noGrp="1"/>
          </p:cNvSpPr>
          <p:nvPr/>
        </p:nvSpPr>
        <p:spPr>
          <a:xfrm xmlns:a="http://schemas.openxmlformats.org/drawingml/2006/main">
            <a:off x="7200900" y="4914900"/>
            <a:ext cx="323850" cy="38100"/>
          </a:xfrm>
          <a:prstGeom xmlns:a="http://schemas.openxmlformats.org/drawingml/2006/main" prst="rect">
            <a:avLst/>
          </a:prstGeom>
          <a:solidFill xmlns:a="http://schemas.openxmlformats.org/drawingml/2006/main">
            <a:srgbClr val="218D73"/>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3548D5EE-8105-40EA-8052-F250D00C21A4}"/>
              </a:ext>
            </a:extLst>
          </p:cNvPr>
          <p:cNvSpPr>
            <a:spLocks xmlns:a="http://schemas.openxmlformats.org/drawingml/2006/main" noGrp="1"/>
          </p:cNvSpPr>
          <p:nvPr/>
        </p:nvSpPr>
        <p:spPr>
          <a:xfrm xmlns:a="http://schemas.openxmlformats.org/drawingml/2006/main">
            <a:off x="7524750" y="4572000"/>
            <a:ext cx="1428750" cy="723900"/>
          </a:xfrm>
          <a:prstGeom xmlns:a="http://schemas.openxmlformats.org/drawingml/2006/main" prst="roundRect">
            <a:avLst>
              <a:gd name="adj" fmla="val 15789"/>
            </a:avLst>
          </a:prstGeom>
          <a:solidFill xmlns:a="http://schemas.openxmlformats.org/drawingml/2006/main">
            <a:srgbClr val="DFF3F7"/>
          </a:solidFill>
          <a:ln xmlns:a="http://schemas.openxmlformats.org/drawingml/2006/main" w="9525">
            <a:solidFill>
              <a:srgbClr val="D7E3DE"/>
            </a:solidFill>
            <a:prstDash val="solid"/>
          </a:ln>
        </p:spPr>
      </p:sp>
      <p:sp>
        <p:nvSpPr>
          <p:cNvPr id="34" name="">
            <a:extLst xmlns:a="http://schemas.openxmlformats.org/drawingml/2006/main">
              <a:ext uri="{FF2B5EF4-FFF2-40B4-BE49-F238E27FC236}">
                <a16:creationId xmlns:a16="http://schemas.microsoft.com/office/drawing/2014/main" id="{BBF34B55-FDB0-479D-8960-4F0BA2A7D8F1}"/>
              </a:ext>
            </a:extLst>
          </p:cNvPr>
          <p:cNvSpPr>
            <a:spLocks xmlns:a="http://schemas.openxmlformats.org/drawingml/2006/main" noGrp="1"/>
          </p:cNvSpPr>
          <p:nvPr/>
        </p:nvSpPr>
        <p:spPr>
          <a:xfrm xmlns:a="http://schemas.openxmlformats.org/drawingml/2006/main">
            <a:off x="7620000" y="474345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75" b="1">
                <a:solidFill>
                  <a:srgbClr val="218D73"/>
                </a:solidFill>
                <a:latin typeface="Arial"/>
                <a:ea typeface="Arial"/>
                <a:cs typeface="Arial"/>
              </a:defRPr>
            </a:defPPr>
            <a:lvl1pPr>
              <a:defRPr sz="1275" b="1">
                <a:solidFill>
                  <a:srgbClr val="218D73"/>
                </a:solidFill>
                <a:latin typeface="Arial"/>
                <a:ea typeface="Arial"/>
                <a:cs typeface="Arial"/>
              </a:defRPr>
            </a:lvl1pPr>
            <a:lvl2pPr>
              <a:defRPr sz="1275" b="1">
                <a:solidFill>
                  <a:srgbClr val="218D73"/>
                </a:solidFill>
                <a:latin typeface="Arial"/>
                <a:ea typeface="Arial"/>
                <a:cs typeface="Arial"/>
              </a:defRPr>
            </a:lvl2pPr>
            <a:lvl3pPr>
              <a:defRPr sz="1275" b="1">
                <a:solidFill>
                  <a:srgbClr val="218D73"/>
                </a:solidFill>
                <a:latin typeface="Arial"/>
                <a:ea typeface="Arial"/>
                <a:cs typeface="Arial"/>
              </a:defRPr>
            </a:lvl3pPr>
            <a:lvl4pPr>
              <a:defRPr sz="1275" b="1">
                <a:solidFill>
                  <a:srgbClr val="218D73"/>
                </a:solidFill>
                <a:latin typeface="Arial"/>
                <a:ea typeface="Arial"/>
                <a:cs typeface="Arial"/>
              </a:defRPr>
            </a:lvl4pPr>
            <a:lvl5pPr>
              <a:defRPr sz="1275" b="1">
                <a:solidFill>
                  <a:srgbClr val="218D73"/>
                </a:solidFill>
                <a:latin typeface="Arial"/>
                <a:ea typeface="Arial"/>
                <a:cs typeface="Arial"/>
              </a:defRPr>
            </a:lvl5pPr>
            <a:lvl6pPr>
              <a:defRPr sz="1275" b="1">
                <a:solidFill>
                  <a:srgbClr val="218D73"/>
                </a:solidFill>
                <a:latin typeface="Arial"/>
                <a:ea typeface="Arial"/>
                <a:cs typeface="Arial"/>
              </a:defRPr>
            </a:lvl6pPr>
            <a:lvl7pPr>
              <a:defRPr sz="1275" b="1">
                <a:solidFill>
                  <a:srgbClr val="218D73"/>
                </a:solidFill>
                <a:latin typeface="Arial"/>
                <a:ea typeface="Arial"/>
                <a:cs typeface="Arial"/>
              </a:defRPr>
            </a:lvl7pPr>
            <a:lvl8pPr>
              <a:defRPr sz="1275" b="1">
                <a:solidFill>
                  <a:srgbClr val="218D73"/>
                </a:solidFill>
                <a:latin typeface="Arial"/>
                <a:ea typeface="Arial"/>
                <a:cs typeface="Arial"/>
              </a:defRPr>
            </a:lvl8pPr>
            <a:lvl9pPr>
              <a:defRPr sz="1275" b="1">
                <a:solidFill>
                  <a:srgbClr val="218D73"/>
                </a:solidFill>
                <a:latin typeface="Arial"/>
                <a:ea typeface="Arial"/>
                <a:cs typeface="Arial"/>
              </a:defRPr>
            </a:lvl9pPr>
          </a:lstStyle>
          <a:p xmlns:a="http://schemas.openxmlformats.org/drawingml/2006/main">
            <a:pPr>
              <a:defRPr sz="1275" b="1">
                <a:solidFill>
                  <a:srgbClr val="218D73"/>
                </a:solidFill>
                <a:latin typeface="Arial"/>
                <a:ea typeface="Arial"/>
                <a:cs typeface="Arial"/>
              </a:defRPr>
            </a:pPr>
            <a:r>
              <a:rPr sz="1275" b="1">
                <a:solidFill>
                  <a:srgbClr val="218D73"/>
                </a:solidFill>
                <a:latin typeface="Arial"/>
                <a:ea typeface="Arial"/>
                <a:cs typeface="Arial"/>
              </a:rPr>
              <a:t>5</a:t>
            </a:r>
          </a:p>
        </p:txBody>
      </p:sp>
      <p:sp>
        <p:nvSpPr>
          <p:cNvPr id="35" name="">
            <a:extLst xmlns:a="http://schemas.openxmlformats.org/drawingml/2006/main">
              <a:ext uri="{FF2B5EF4-FFF2-40B4-BE49-F238E27FC236}">
                <a16:creationId xmlns:a16="http://schemas.microsoft.com/office/drawing/2014/main" id="{66A47386-506A-49AD-A54D-874664EEE6C1}"/>
              </a:ext>
            </a:extLst>
          </p:cNvPr>
          <p:cNvSpPr>
            <a:spLocks xmlns:a="http://schemas.openxmlformats.org/drawingml/2006/main" noGrp="1"/>
          </p:cNvSpPr>
          <p:nvPr/>
        </p:nvSpPr>
        <p:spPr>
          <a:xfrm xmlns:a="http://schemas.openxmlformats.org/drawingml/2006/main">
            <a:off x="7924800" y="4648200"/>
            <a:ext cx="914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000"/>
          </a:bodyPr>
          <a:lstStyle xmlns:a="http://schemas.openxmlformats.org/drawingml/2006/main">
            <a:defPPr>
              <a:defRPr sz="1125" b="1">
                <a:solidFill>
                  <a:srgbClr val="17312C"/>
                </a:solidFill>
                <a:latin typeface="Arial"/>
                <a:ea typeface="Arial"/>
                <a:cs typeface="Arial"/>
              </a:defRPr>
            </a:defPPr>
            <a:lvl1pPr>
              <a:defRPr sz="1125" b="1">
                <a:solidFill>
                  <a:srgbClr val="17312C"/>
                </a:solidFill>
                <a:latin typeface="Arial"/>
                <a:ea typeface="Arial"/>
                <a:cs typeface="Arial"/>
              </a:defRPr>
            </a:lvl1pPr>
            <a:lvl2pPr>
              <a:defRPr sz="1125" b="1">
                <a:solidFill>
                  <a:srgbClr val="17312C"/>
                </a:solidFill>
                <a:latin typeface="Arial"/>
                <a:ea typeface="Arial"/>
                <a:cs typeface="Arial"/>
              </a:defRPr>
            </a:lvl2pPr>
            <a:lvl3pPr>
              <a:defRPr sz="1125" b="1">
                <a:solidFill>
                  <a:srgbClr val="17312C"/>
                </a:solidFill>
                <a:latin typeface="Arial"/>
                <a:ea typeface="Arial"/>
                <a:cs typeface="Arial"/>
              </a:defRPr>
            </a:lvl3pPr>
            <a:lvl4pPr>
              <a:defRPr sz="1125" b="1">
                <a:solidFill>
                  <a:srgbClr val="17312C"/>
                </a:solidFill>
                <a:latin typeface="Arial"/>
                <a:ea typeface="Arial"/>
                <a:cs typeface="Arial"/>
              </a:defRPr>
            </a:lvl4pPr>
            <a:lvl5pPr>
              <a:defRPr sz="1125" b="1">
                <a:solidFill>
                  <a:srgbClr val="17312C"/>
                </a:solidFill>
                <a:latin typeface="Arial"/>
                <a:ea typeface="Arial"/>
                <a:cs typeface="Arial"/>
              </a:defRPr>
            </a:lvl5pPr>
            <a:lvl6pPr>
              <a:defRPr sz="1125" b="1">
                <a:solidFill>
                  <a:srgbClr val="17312C"/>
                </a:solidFill>
                <a:latin typeface="Arial"/>
                <a:ea typeface="Arial"/>
                <a:cs typeface="Arial"/>
              </a:defRPr>
            </a:lvl6pPr>
            <a:lvl7pPr>
              <a:defRPr sz="1125" b="1">
                <a:solidFill>
                  <a:srgbClr val="17312C"/>
                </a:solidFill>
                <a:latin typeface="Arial"/>
                <a:ea typeface="Arial"/>
                <a:cs typeface="Arial"/>
              </a:defRPr>
            </a:lvl7pPr>
            <a:lvl8pPr>
              <a:defRPr sz="1125" b="1">
                <a:solidFill>
                  <a:srgbClr val="17312C"/>
                </a:solidFill>
                <a:latin typeface="Arial"/>
                <a:ea typeface="Arial"/>
                <a:cs typeface="Arial"/>
              </a:defRPr>
            </a:lvl8pPr>
            <a:lvl9pPr>
              <a:defRPr sz="1125" b="1">
                <a:solidFill>
                  <a:srgbClr val="17312C"/>
                </a:solidFill>
                <a:latin typeface="Arial"/>
                <a:ea typeface="Arial"/>
                <a:cs typeface="Arial"/>
              </a:defRPr>
            </a:lvl9pPr>
          </a:lstStyle>
          <a:p xmlns:a="http://schemas.openxmlformats.org/drawingml/2006/main">
            <a:pPr>
              <a:defRPr sz="1125" b="1">
                <a:solidFill>
                  <a:srgbClr val="17312C"/>
                </a:solidFill>
                <a:latin typeface="Arial"/>
                <a:ea typeface="Arial"/>
                <a:cs typeface="Arial"/>
              </a:defRPr>
            </a:pPr>
            <a:r>
              <a:rPr sz="1125" b="1">
                <a:solidFill>
                  <a:srgbClr val="17312C"/>
                </a:solidFill>
                <a:latin typeface="Arial"/>
                <a:ea typeface="Arial"/>
                <a:cs typeface="Arial"/>
              </a:rPr>
              <a:t>Xem báo cáo F3</a:t>
            </a:r>
          </a:p>
        </p:txBody>
      </p:sp>
      <p:sp>
        <p:nvSpPr>
          <p:cNvPr id="36" name="">
            <a:extLst xmlns:a="http://schemas.openxmlformats.org/drawingml/2006/main">
              <a:ext uri="{FF2B5EF4-FFF2-40B4-BE49-F238E27FC236}">
                <a16:creationId xmlns:a16="http://schemas.microsoft.com/office/drawing/2014/main" id="{5AE25B7C-92C2-4996-B72C-1C5FB428BFA5}"/>
              </a:ext>
            </a:extLst>
          </p:cNvPr>
          <p:cNvSpPr>
            <a:spLocks xmlns:a="http://schemas.openxmlformats.org/drawingml/2006/main" noGrp="1"/>
          </p:cNvSpPr>
          <p:nvPr/>
        </p:nvSpPr>
        <p:spPr>
          <a:xfrm xmlns:a="http://schemas.openxmlformats.org/drawingml/2006/main">
            <a:off x="8953500" y="4914900"/>
            <a:ext cx="323850" cy="38100"/>
          </a:xfrm>
          <a:prstGeom xmlns:a="http://schemas.openxmlformats.org/drawingml/2006/main" prst="rect">
            <a:avLst/>
          </a:prstGeom>
          <a:solidFill xmlns:a="http://schemas.openxmlformats.org/drawingml/2006/main">
            <a:srgbClr val="218D73"/>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2B2F6BFD-DB81-4F50-8996-A66F140F8011}"/>
              </a:ext>
            </a:extLst>
          </p:cNvPr>
          <p:cNvSpPr>
            <a:spLocks xmlns:a="http://schemas.openxmlformats.org/drawingml/2006/main" noGrp="1"/>
          </p:cNvSpPr>
          <p:nvPr/>
        </p:nvSpPr>
        <p:spPr>
          <a:xfrm xmlns:a="http://schemas.openxmlformats.org/drawingml/2006/main">
            <a:off x="9277350" y="4572000"/>
            <a:ext cx="1428750" cy="723900"/>
          </a:xfrm>
          <a:prstGeom xmlns:a="http://schemas.openxmlformats.org/drawingml/2006/main" prst="roundRect">
            <a:avLst>
              <a:gd name="adj" fmla="val 15789"/>
            </a:avLst>
          </a:prstGeom>
          <a:solidFill xmlns:a="http://schemas.openxmlformats.org/drawingml/2006/main">
            <a:srgbClr val="F8E7BF"/>
          </a:solidFill>
          <a:ln xmlns:a="http://schemas.openxmlformats.org/drawingml/2006/main" w="9525">
            <a:solidFill>
              <a:srgbClr val="D7E3DE"/>
            </a:solidFill>
            <a:prstDash val="solid"/>
          </a:ln>
        </p:spPr>
      </p:sp>
      <p:sp>
        <p:nvSpPr>
          <p:cNvPr id="38" name="">
            <a:extLst xmlns:a="http://schemas.openxmlformats.org/drawingml/2006/main">
              <a:ext uri="{FF2B5EF4-FFF2-40B4-BE49-F238E27FC236}">
                <a16:creationId xmlns:a16="http://schemas.microsoft.com/office/drawing/2014/main" id="{C9340FDE-C181-4D9D-A11F-54FEC882A8E3}"/>
              </a:ext>
            </a:extLst>
          </p:cNvPr>
          <p:cNvSpPr>
            <a:spLocks xmlns:a="http://schemas.openxmlformats.org/drawingml/2006/main" noGrp="1"/>
          </p:cNvSpPr>
          <p:nvPr/>
        </p:nvSpPr>
        <p:spPr>
          <a:xfrm xmlns:a="http://schemas.openxmlformats.org/drawingml/2006/main">
            <a:off x="9372600" y="4743450"/>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75" b="1">
                <a:solidFill>
                  <a:srgbClr val="218D73"/>
                </a:solidFill>
                <a:latin typeface="Arial"/>
                <a:ea typeface="Arial"/>
                <a:cs typeface="Arial"/>
              </a:defRPr>
            </a:defPPr>
            <a:lvl1pPr>
              <a:defRPr sz="1275" b="1">
                <a:solidFill>
                  <a:srgbClr val="218D73"/>
                </a:solidFill>
                <a:latin typeface="Arial"/>
                <a:ea typeface="Arial"/>
                <a:cs typeface="Arial"/>
              </a:defRPr>
            </a:lvl1pPr>
            <a:lvl2pPr>
              <a:defRPr sz="1275" b="1">
                <a:solidFill>
                  <a:srgbClr val="218D73"/>
                </a:solidFill>
                <a:latin typeface="Arial"/>
                <a:ea typeface="Arial"/>
                <a:cs typeface="Arial"/>
              </a:defRPr>
            </a:lvl2pPr>
            <a:lvl3pPr>
              <a:defRPr sz="1275" b="1">
                <a:solidFill>
                  <a:srgbClr val="218D73"/>
                </a:solidFill>
                <a:latin typeface="Arial"/>
                <a:ea typeface="Arial"/>
                <a:cs typeface="Arial"/>
              </a:defRPr>
            </a:lvl3pPr>
            <a:lvl4pPr>
              <a:defRPr sz="1275" b="1">
                <a:solidFill>
                  <a:srgbClr val="218D73"/>
                </a:solidFill>
                <a:latin typeface="Arial"/>
                <a:ea typeface="Arial"/>
                <a:cs typeface="Arial"/>
              </a:defRPr>
            </a:lvl4pPr>
            <a:lvl5pPr>
              <a:defRPr sz="1275" b="1">
                <a:solidFill>
                  <a:srgbClr val="218D73"/>
                </a:solidFill>
                <a:latin typeface="Arial"/>
                <a:ea typeface="Arial"/>
                <a:cs typeface="Arial"/>
              </a:defRPr>
            </a:lvl5pPr>
            <a:lvl6pPr>
              <a:defRPr sz="1275" b="1">
                <a:solidFill>
                  <a:srgbClr val="218D73"/>
                </a:solidFill>
                <a:latin typeface="Arial"/>
                <a:ea typeface="Arial"/>
                <a:cs typeface="Arial"/>
              </a:defRPr>
            </a:lvl6pPr>
            <a:lvl7pPr>
              <a:defRPr sz="1275" b="1">
                <a:solidFill>
                  <a:srgbClr val="218D73"/>
                </a:solidFill>
                <a:latin typeface="Arial"/>
                <a:ea typeface="Arial"/>
                <a:cs typeface="Arial"/>
              </a:defRPr>
            </a:lvl7pPr>
            <a:lvl8pPr>
              <a:defRPr sz="1275" b="1">
                <a:solidFill>
                  <a:srgbClr val="218D73"/>
                </a:solidFill>
                <a:latin typeface="Arial"/>
                <a:ea typeface="Arial"/>
                <a:cs typeface="Arial"/>
              </a:defRPr>
            </a:lvl8pPr>
            <a:lvl9pPr>
              <a:defRPr sz="1275" b="1">
                <a:solidFill>
                  <a:srgbClr val="218D73"/>
                </a:solidFill>
                <a:latin typeface="Arial"/>
                <a:ea typeface="Arial"/>
                <a:cs typeface="Arial"/>
              </a:defRPr>
            </a:lvl9pPr>
          </a:lstStyle>
          <a:p xmlns:a="http://schemas.openxmlformats.org/drawingml/2006/main">
            <a:pPr>
              <a:defRPr sz="1275" b="1">
                <a:solidFill>
                  <a:srgbClr val="218D73"/>
                </a:solidFill>
                <a:latin typeface="Arial"/>
                <a:ea typeface="Arial"/>
                <a:cs typeface="Arial"/>
              </a:defRPr>
            </a:pPr>
            <a:r>
              <a:rPr sz="1275" b="1">
                <a:solidFill>
                  <a:srgbClr val="218D73"/>
                </a:solidFill>
                <a:latin typeface="Arial"/>
                <a:ea typeface="Arial"/>
                <a:cs typeface="Arial"/>
              </a:rPr>
              <a:t>6</a:t>
            </a:r>
          </a:p>
        </p:txBody>
      </p:sp>
      <p:sp>
        <p:nvSpPr>
          <p:cNvPr id="39" name="">
            <a:extLst xmlns:a="http://schemas.openxmlformats.org/drawingml/2006/main">
              <a:ext uri="{FF2B5EF4-FFF2-40B4-BE49-F238E27FC236}">
                <a16:creationId xmlns:a16="http://schemas.microsoft.com/office/drawing/2014/main" id="{F775762D-CF99-43B6-9F3E-85C1C4667977}"/>
              </a:ext>
            </a:extLst>
          </p:cNvPr>
          <p:cNvSpPr>
            <a:spLocks xmlns:a="http://schemas.openxmlformats.org/drawingml/2006/main" noGrp="1"/>
          </p:cNvSpPr>
          <p:nvPr/>
        </p:nvSpPr>
        <p:spPr>
          <a:xfrm xmlns:a="http://schemas.openxmlformats.org/drawingml/2006/main">
            <a:off x="9677400" y="4648200"/>
            <a:ext cx="914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0000"/>
          </a:bodyPr>
          <a:lstStyle xmlns:a="http://schemas.openxmlformats.org/drawingml/2006/main">
            <a:defPPr>
              <a:defRPr sz="1125" b="1">
                <a:solidFill>
                  <a:srgbClr val="17312C"/>
                </a:solidFill>
                <a:latin typeface="Arial"/>
                <a:ea typeface="Arial"/>
                <a:cs typeface="Arial"/>
              </a:defRPr>
            </a:defPPr>
            <a:lvl1pPr>
              <a:defRPr sz="1125" b="1">
                <a:solidFill>
                  <a:srgbClr val="17312C"/>
                </a:solidFill>
                <a:latin typeface="Arial"/>
                <a:ea typeface="Arial"/>
                <a:cs typeface="Arial"/>
              </a:defRPr>
            </a:lvl1pPr>
            <a:lvl2pPr>
              <a:defRPr sz="1125" b="1">
                <a:solidFill>
                  <a:srgbClr val="17312C"/>
                </a:solidFill>
                <a:latin typeface="Arial"/>
                <a:ea typeface="Arial"/>
                <a:cs typeface="Arial"/>
              </a:defRPr>
            </a:lvl2pPr>
            <a:lvl3pPr>
              <a:defRPr sz="1125" b="1">
                <a:solidFill>
                  <a:srgbClr val="17312C"/>
                </a:solidFill>
                <a:latin typeface="Arial"/>
                <a:ea typeface="Arial"/>
                <a:cs typeface="Arial"/>
              </a:defRPr>
            </a:lvl3pPr>
            <a:lvl4pPr>
              <a:defRPr sz="1125" b="1">
                <a:solidFill>
                  <a:srgbClr val="17312C"/>
                </a:solidFill>
                <a:latin typeface="Arial"/>
                <a:ea typeface="Arial"/>
                <a:cs typeface="Arial"/>
              </a:defRPr>
            </a:lvl4pPr>
            <a:lvl5pPr>
              <a:defRPr sz="1125" b="1">
                <a:solidFill>
                  <a:srgbClr val="17312C"/>
                </a:solidFill>
                <a:latin typeface="Arial"/>
                <a:ea typeface="Arial"/>
                <a:cs typeface="Arial"/>
              </a:defRPr>
            </a:lvl5pPr>
            <a:lvl6pPr>
              <a:defRPr sz="1125" b="1">
                <a:solidFill>
                  <a:srgbClr val="17312C"/>
                </a:solidFill>
                <a:latin typeface="Arial"/>
                <a:ea typeface="Arial"/>
                <a:cs typeface="Arial"/>
              </a:defRPr>
            </a:lvl6pPr>
            <a:lvl7pPr>
              <a:defRPr sz="1125" b="1">
                <a:solidFill>
                  <a:srgbClr val="17312C"/>
                </a:solidFill>
                <a:latin typeface="Arial"/>
                <a:ea typeface="Arial"/>
                <a:cs typeface="Arial"/>
              </a:defRPr>
            </a:lvl7pPr>
            <a:lvl8pPr>
              <a:defRPr sz="1125" b="1">
                <a:solidFill>
                  <a:srgbClr val="17312C"/>
                </a:solidFill>
                <a:latin typeface="Arial"/>
                <a:ea typeface="Arial"/>
                <a:cs typeface="Arial"/>
              </a:defRPr>
            </a:lvl8pPr>
            <a:lvl9pPr>
              <a:defRPr sz="1125" b="1">
                <a:solidFill>
                  <a:srgbClr val="17312C"/>
                </a:solidFill>
                <a:latin typeface="Arial"/>
                <a:ea typeface="Arial"/>
                <a:cs typeface="Arial"/>
              </a:defRPr>
            </a:lvl9pPr>
          </a:lstStyle>
          <a:p xmlns:a="http://schemas.openxmlformats.org/drawingml/2006/main">
            <a:pPr>
              <a:defRPr sz="1125" b="1">
                <a:solidFill>
                  <a:srgbClr val="17312C"/>
                </a:solidFill>
                <a:latin typeface="Arial"/>
                <a:ea typeface="Arial"/>
                <a:cs typeface="Arial"/>
              </a:defRPr>
            </a:pPr>
            <a:r>
              <a:rPr sz="1125" b="1">
                <a:solidFill>
                  <a:srgbClr val="17312C"/>
                </a:solidFill>
                <a:latin typeface="Arial"/>
                <a:ea typeface="Arial"/>
                <a:cs typeface="Arial"/>
              </a:rPr>
              <a:t>Thu hồi theo F5</a:t>
            </a:r>
          </a:p>
        </p:txBody>
      </p:sp>
      <p:sp>
        <p:nvSpPr>
          <p:cNvPr id="40" name="">
            <a:extLst xmlns:a="http://schemas.openxmlformats.org/drawingml/2006/main">
              <a:ext uri="{FF2B5EF4-FFF2-40B4-BE49-F238E27FC236}">
                <a16:creationId xmlns:a16="http://schemas.microsoft.com/office/drawing/2014/main" id="{668EA424-C186-40C7-93A3-3C50CA3217AB}"/>
              </a:ext>
            </a:extLst>
          </p:cNvPr>
          <p:cNvSpPr>
            <a:spLocks xmlns:a="http://schemas.openxmlformats.org/drawingml/2006/main" noGrp="1"/>
          </p:cNvSpPr>
          <p:nvPr/>
        </p:nvSpPr>
        <p:spPr>
          <a:xfrm xmlns:a="http://schemas.openxmlformats.org/drawingml/2006/main">
            <a:off x="514350" y="5734050"/>
            <a:ext cx="10515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5833"/>
          </a:bodyPr>
          <a:lstStyle xmlns:a="http://schemas.openxmlformats.org/drawingml/2006/main">
            <a:defPPr>
              <a:defRPr sz="1200" b="1">
                <a:solidFill>
                  <a:srgbClr val="A8484F"/>
                </a:solidFill>
                <a:latin typeface="Arial"/>
                <a:ea typeface="Arial"/>
                <a:cs typeface="Arial"/>
              </a:defRPr>
            </a:defPPr>
            <a:lvl1pPr>
              <a:defRPr sz="1200" b="1">
                <a:solidFill>
                  <a:srgbClr val="A8484F"/>
                </a:solidFill>
                <a:latin typeface="Arial"/>
                <a:ea typeface="Arial"/>
                <a:cs typeface="Arial"/>
              </a:defRPr>
            </a:lvl1pPr>
            <a:lvl2pPr>
              <a:defRPr sz="1200" b="1">
                <a:solidFill>
                  <a:srgbClr val="A8484F"/>
                </a:solidFill>
                <a:latin typeface="Arial"/>
                <a:ea typeface="Arial"/>
                <a:cs typeface="Arial"/>
              </a:defRPr>
            </a:lvl2pPr>
            <a:lvl3pPr>
              <a:defRPr sz="1200" b="1">
                <a:solidFill>
                  <a:srgbClr val="A8484F"/>
                </a:solidFill>
                <a:latin typeface="Arial"/>
                <a:ea typeface="Arial"/>
                <a:cs typeface="Arial"/>
              </a:defRPr>
            </a:lvl3pPr>
            <a:lvl4pPr>
              <a:defRPr sz="1200" b="1">
                <a:solidFill>
                  <a:srgbClr val="A8484F"/>
                </a:solidFill>
                <a:latin typeface="Arial"/>
                <a:ea typeface="Arial"/>
                <a:cs typeface="Arial"/>
              </a:defRPr>
            </a:lvl4pPr>
            <a:lvl5pPr>
              <a:defRPr sz="1200" b="1">
                <a:solidFill>
                  <a:srgbClr val="A8484F"/>
                </a:solidFill>
                <a:latin typeface="Arial"/>
                <a:ea typeface="Arial"/>
                <a:cs typeface="Arial"/>
              </a:defRPr>
            </a:lvl5pPr>
            <a:lvl6pPr>
              <a:defRPr sz="1200" b="1">
                <a:solidFill>
                  <a:srgbClr val="A8484F"/>
                </a:solidFill>
                <a:latin typeface="Arial"/>
                <a:ea typeface="Arial"/>
                <a:cs typeface="Arial"/>
              </a:defRPr>
            </a:lvl6pPr>
            <a:lvl7pPr>
              <a:defRPr sz="1200" b="1">
                <a:solidFill>
                  <a:srgbClr val="A8484F"/>
                </a:solidFill>
                <a:latin typeface="Arial"/>
                <a:ea typeface="Arial"/>
                <a:cs typeface="Arial"/>
              </a:defRPr>
            </a:lvl7pPr>
            <a:lvl8pPr>
              <a:defRPr sz="1200" b="1">
                <a:solidFill>
                  <a:srgbClr val="A8484F"/>
                </a:solidFill>
                <a:latin typeface="Arial"/>
                <a:ea typeface="Arial"/>
                <a:cs typeface="Arial"/>
              </a:defRPr>
            </a:lvl8pPr>
            <a:lvl9pPr>
              <a:defRPr sz="1200" b="1">
                <a:solidFill>
                  <a:srgbClr val="A8484F"/>
                </a:solidFill>
                <a:latin typeface="Arial"/>
                <a:ea typeface="Arial"/>
                <a:cs typeface="Arial"/>
              </a:defRPr>
            </a:lvl9pPr>
          </a:lstStyle>
          <a:p xmlns:a="http://schemas.openxmlformats.org/drawingml/2006/main">
            <a:pPr>
              <a:defRPr sz="1200" b="1">
                <a:solidFill>
                  <a:srgbClr val="A8484F"/>
                </a:solidFill>
                <a:latin typeface="Arial"/>
                <a:ea typeface="Arial"/>
                <a:cs typeface="Arial"/>
              </a:defRPr>
            </a:pPr>
            <a:r>
              <a:rPr sz="1200" b="1">
                <a:solidFill>
                  <a:srgbClr val="A8484F"/>
                </a:solidFill>
                <a:latin typeface="Arial"/>
                <a:ea typeface="Arial"/>
                <a:cs typeface="Arial"/>
              </a:rPr>
              <a:t>Nghiệm thu thật cần kiểm tra DNS/DoH, tiến trình bị chặn, LockWorkStation, TLS/pin, DPAPI và phục hồi mạng.</a:t>
            </a:r>
          </a:p>
        </p:txBody>
      </p:sp>
    </p:spTree>
    <p:extLst>
      <p:ext uri="{BB962C8B-B14F-4D97-AF65-F5344CB8AC3E}">
        <p14:creationId xmlns:p14="http://schemas.microsoft.com/office/powerpoint/2010/main" val="2056391348"/>
      </p:ext>
    </p:extLst>
  </p:cSld>
</p:sld>
</file>

<file path=ppt/slides/slide17.xml><?xml version="1.0" encoding="utf-8"?>
<p:sld xmlns:p="http://schemas.openxmlformats.org/presentationml/2006/main">
  <p:cSld>
    <p:bg>
      <p:bgPr>
        <a:solidFill xmlns:a="http://schemas.openxmlformats.org/drawingml/2006/main">
          <a:srgbClr val="FBFC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A54E13A-7834-4D97-A907-9B862C393F2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18D7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A2886CA-AA02-41C9-AC7C-BAE20B5C02C2}"/>
              </a:ext>
            </a:extLst>
          </p:cNvPr>
          <p:cNvSpPr>
            <a:spLocks xmlns:a="http://schemas.openxmlformats.org/drawingml/2006/main" noGrp="1"/>
          </p:cNvSpPr>
          <p:nvPr/>
        </p:nvSpPr>
        <p:spPr>
          <a:xfrm xmlns:a="http://schemas.openxmlformats.org/drawingml/2006/main">
            <a:off x="514350" y="257175"/>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398"/>
          </a:bodyPr>
          <a:lstStyle xmlns:a="http://schemas.openxmlformats.org/drawingml/2006/main">
            <a:defPPr>
              <a:defRPr sz="653" b="1">
                <a:solidFill>
                  <a:srgbClr val="218D73"/>
                </a:solidFill>
                <a:latin typeface="Arial"/>
                <a:ea typeface="Arial"/>
                <a:cs typeface="Arial"/>
              </a:defRPr>
            </a:defPPr>
            <a:lvl1pPr>
              <a:defRPr sz="653" b="1">
                <a:solidFill>
                  <a:srgbClr val="218D73"/>
                </a:solidFill>
                <a:latin typeface="Arial"/>
                <a:ea typeface="Arial"/>
                <a:cs typeface="Arial"/>
              </a:defRPr>
            </a:lvl1pPr>
            <a:lvl2pPr>
              <a:defRPr sz="653" b="1">
                <a:solidFill>
                  <a:srgbClr val="218D73"/>
                </a:solidFill>
                <a:latin typeface="Arial"/>
                <a:ea typeface="Arial"/>
                <a:cs typeface="Arial"/>
              </a:defRPr>
            </a:lvl2pPr>
            <a:lvl3pPr>
              <a:defRPr sz="653" b="1">
                <a:solidFill>
                  <a:srgbClr val="218D73"/>
                </a:solidFill>
                <a:latin typeface="Arial"/>
                <a:ea typeface="Arial"/>
                <a:cs typeface="Arial"/>
              </a:defRPr>
            </a:lvl3pPr>
            <a:lvl4pPr>
              <a:defRPr sz="653" b="1">
                <a:solidFill>
                  <a:srgbClr val="218D73"/>
                </a:solidFill>
                <a:latin typeface="Arial"/>
                <a:ea typeface="Arial"/>
                <a:cs typeface="Arial"/>
              </a:defRPr>
            </a:lvl4pPr>
            <a:lvl5pPr>
              <a:defRPr sz="653" b="1">
                <a:solidFill>
                  <a:srgbClr val="218D73"/>
                </a:solidFill>
                <a:latin typeface="Arial"/>
                <a:ea typeface="Arial"/>
                <a:cs typeface="Arial"/>
              </a:defRPr>
            </a:lvl5pPr>
            <a:lvl6pPr>
              <a:defRPr sz="653" b="1">
                <a:solidFill>
                  <a:srgbClr val="218D73"/>
                </a:solidFill>
                <a:latin typeface="Arial"/>
                <a:ea typeface="Arial"/>
                <a:cs typeface="Arial"/>
              </a:defRPr>
            </a:lvl6pPr>
            <a:lvl7pPr>
              <a:defRPr sz="653" b="1">
                <a:solidFill>
                  <a:srgbClr val="218D73"/>
                </a:solidFill>
                <a:latin typeface="Arial"/>
                <a:ea typeface="Arial"/>
                <a:cs typeface="Arial"/>
              </a:defRPr>
            </a:lvl7pPr>
            <a:lvl8pPr>
              <a:defRPr sz="653" b="1">
                <a:solidFill>
                  <a:srgbClr val="218D73"/>
                </a:solidFill>
                <a:latin typeface="Arial"/>
                <a:ea typeface="Arial"/>
                <a:cs typeface="Arial"/>
              </a:defRPr>
            </a:lvl8pPr>
            <a:lvl9pPr>
              <a:defRPr sz="653" b="1">
                <a:solidFill>
                  <a:srgbClr val="218D73"/>
                </a:solidFill>
                <a:latin typeface="Arial"/>
                <a:ea typeface="Arial"/>
                <a:cs typeface="Arial"/>
              </a:defRPr>
            </a:lvl9pPr>
          </a:lstStyle>
          <a:p xmlns:a="http://schemas.openxmlformats.org/drawingml/2006/main">
            <a:pPr>
              <a:defRPr sz="653" b="1">
                <a:solidFill>
                  <a:srgbClr val="218D73"/>
                </a:solidFill>
                <a:latin typeface="Arial"/>
                <a:ea typeface="Arial"/>
                <a:cs typeface="Arial"/>
              </a:defRPr>
            </a:pPr>
            <a:r>
              <a:rPr sz="653" b="1">
                <a:solidFill>
                  <a:srgbClr val="218D73"/>
                </a:solidFill>
                <a:latin typeface="Arial"/>
                <a:ea typeface="Arial"/>
                <a:cs typeface="Arial"/>
              </a:rPr>
              <a:t>OPEN GUARD KIDS  |  BÁO CÁO F2, F3 VÀ F5</a:t>
            </a:r>
          </a:p>
        </p:txBody>
      </p:sp>
      <p:sp>
        <p:nvSpPr>
          <p:cNvPr id="3" name="">
            <a:extLst xmlns:a="http://schemas.openxmlformats.org/drawingml/2006/main">
              <a:ext uri="{FF2B5EF4-FFF2-40B4-BE49-F238E27FC236}">
                <a16:creationId xmlns:a16="http://schemas.microsoft.com/office/drawing/2014/main" id="{5F0AE61C-5A50-458F-86C2-AE7DBC0509A0}"/>
              </a:ext>
            </a:extLst>
          </p:cNvPr>
          <p:cNvSpPr>
            <a:spLocks xmlns:a="http://schemas.openxmlformats.org/drawingml/2006/main" noGrp="1"/>
          </p:cNvSpPr>
          <p:nvPr/>
        </p:nvSpPr>
        <p:spPr>
          <a:xfrm xmlns:a="http://schemas.openxmlformats.org/drawingml/2006/main">
            <a:off x="514350" y="55245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2400" b="1">
                <a:solidFill>
                  <a:srgbClr val="123C52"/>
                </a:solidFill>
                <a:latin typeface="Arial"/>
                <a:ea typeface="Arial"/>
                <a:cs typeface="Arial"/>
              </a:defRPr>
            </a:defPPr>
            <a:lvl1pPr>
              <a:defRPr sz="2400" b="1">
                <a:solidFill>
                  <a:srgbClr val="123C52"/>
                </a:solidFill>
                <a:latin typeface="Arial"/>
                <a:ea typeface="Arial"/>
                <a:cs typeface="Arial"/>
              </a:defRPr>
            </a:lvl1pPr>
            <a:lvl2pPr>
              <a:defRPr sz="2400" b="1">
                <a:solidFill>
                  <a:srgbClr val="123C52"/>
                </a:solidFill>
                <a:latin typeface="Arial"/>
                <a:ea typeface="Arial"/>
                <a:cs typeface="Arial"/>
              </a:defRPr>
            </a:lvl2pPr>
            <a:lvl3pPr>
              <a:defRPr sz="2400" b="1">
                <a:solidFill>
                  <a:srgbClr val="123C52"/>
                </a:solidFill>
                <a:latin typeface="Arial"/>
                <a:ea typeface="Arial"/>
                <a:cs typeface="Arial"/>
              </a:defRPr>
            </a:lvl3pPr>
            <a:lvl4pPr>
              <a:defRPr sz="2400" b="1">
                <a:solidFill>
                  <a:srgbClr val="123C52"/>
                </a:solidFill>
                <a:latin typeface="Arial"/>
                <a:ea typeface="Arial"/>
                <a:cs typeface="Arial"/>
              </a:defRPr>
            </a:lvl4pPr>
            <a:lvl5pPr>
              <a:defRPr sz="2400" b="1">
                <a:solidFill>
                  <a:srgbClr val="123C52"/>
                </a:solidFill>
                <a:latin typeface="Arial"/>
                <a:ea typeface="Arial"/>
                <a:cs typeface="Arial"/>
              </a:defRPr>
            </a:lvl5pPr>
            <a:lvl6pPr>
              <a:defRPr sz="2400" b="1">
                <a:solidFill>
                  <a:srgbClr val="123C52"/>
                </a:solidFill>
                <a:latin typeface="Arial"/>
                <a:ea typeface="Arial"/>
                <a:cs typeface="Arial"/>
              </a:defRPr>
            </a:lvl6pPr>
            <a:lvl7pPr>
              <a:defRPr sz="2400" b="1">
                <a:solidFill>
                  <a:srgbClr val="123C52"/>
                </a:solidFill>
                <a:latin typeface="Arial"/>
                <a:ea typeface="Arial"/>
                <a:cs typeface="Arial"/>
              </a:defRPr>
            </a:lvl7pPr>
            <a:lvl8pPr>
              <a:defRPr sz="2400" b="1">
                <a:solidFill>
                  <a:srgbClr val="123C52"/>
                </a:solidFill>
                <a:latin typeface="Arial"/>
                <a:ea typeface="Arial"/>
                <a:cs typeface="Arial"/>
              </a:defRPr>
            </a:lvl8pPr>
            <a:lvl9pPr>
              <a:defRPr sz="2400" b="1">
                <a:solidFill>
                  <a:srgbClr val="123C52"/>
                </a:solidFill>
                <a:latin typeface="Arial"/>
                <a:ea typeface="Arial"/>
                <a:cs typeface="Arial"/>
              </a:defRPr>
            </a:lvl9pPr>
          </a:lstStyle>
          <a:p xmlns:a="http://schemas.openxmlformats.org/drawingml/2006/main">
            <a:pPr>
              <a:defRPr sz="2400" b="1">
                <a:solidFill>
                  <a:srgbClr val="123C52"/>
                </a:solidFill>
                <a:latin typeface="Arial"/>
                <a:ea typeface="Arial"/>
                <a:cs typeface="Arial"/>
              </a:defRPr>
            </a:pPr>
            <a:r>
              <a:rPr sz="2400" b="1">
                <a:solidFill>
                  <a:srgbClr val="123C52"/>
                </a:solidFill>
                <a:latin typeface="Arial"/>
                <a:ea typeface="Arial"/>
                <a:cs typeface="Arial"/>
              </a:rPr>
              <a:t>Triển khai và cập nhật agent trong LAN</a:t>
            </a:r>
          </a:p>
        </p:txBody>
      </p:sp>
      <p:sp>
        <p:nvSpPr>
          <p:cNvPr id="4" name="">
            <a:extLst xmlns:a="http://schemas.openxmlformats.org/drawingml/2006/main">
              <a:ext uri="{FF2B5EF4-FFF2-40B4-BE49-F238E27FC236}">
                <a16:creationId xmlns:a16="http://schemas.microsoft.com/office/drawing/2014/main" id="{FDBF4AF3-153D-4D2B-B6EB-F96801313C51}"/>
              </a:ext>
            </a:extLst>
          </p:cNvPr>
          <p:cNvSpPr>
            <a:spLocks xmlns:a="http://schemas.openxmlformats.org/drawingml/2006/main" noGrp="1"/>
          </p:cNvSpPr>
          <p:nvPr/>
        </p:nvSpPr>
        <p:spPr>
          <a:xfrm xmlns:a="http://schemas.openxmlformats.org/drawingml/2006/main">
            <a:off x="514350" y="1143000"/>
            <a:ext cx="11163300" cy="9525"/>
          </a:xfrm>
          <a:prstGeom xmlns:a="http://schemas.openxmlformats.org/drawingml/2006/main" prst="rect">
            <a:avLst/>
          </a:prstGeom>
          <a:solidFill xmlns:a="http://schemas.openxmlformats.org/drawingml/2006/main">
            <a:srgbClr val="D7E3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607379F-FC77-444E-A2AA-E9D79BFDF7CC}"/>
              </a:ext>
            </a:extLst>
          </p:cNvPr>
          <p:cNvSpPr>
            <a:spLocks xmlns:a="http://schemas.openxmlformats.org/drawingml/2006/main" noGrp="1"/>
          </p:cNvSpPr>
          <p:nvPr/>
        </p:nvSpPr>
        <p:spPr>
          <a:xfrm xmlns:a="http://schemas.openxmlformats.org/drawingml/2006/main">
            <a:off x="11096625" y="2571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398"/>
          </a:bodyPr>
          <a:lstStyle xmlns:a="http://schemas.openxmlformats.org/drawingml/2006/main">
            <a:defPPr>
              <a:defRPr sz="653" b="1">
                <a:solidFill>
                  <a:srgbClr val="218D73"/>
                </a:solidFill>
                <a:latin typeface="Arial"/>
                <a:ea typeface="Arial"/>
                <a:cs typeface="Arial"/>
              </a:defRPr>
            </a:defPPr>
            <a:lvl1pPr>
              <a:defRPr sz="653" b="1">
                <a:solidFill>
                  <a:srgbClr val="218D73"/>
                </a:solidFill>
                <a:latin typeface="Arial"/>
                <a:ea typeface="Arial"/>
                <a:cs typeface="Arial"/>
              </a:defRPr>
            </a:lvl1pPr>
            <a:lvl2pPr>
              <a:defRPr sz="653" b="1">
                <a:solidFill>
                  <a:srgbClr val="218D73"/>
                </a:solidFill>
                <a:latin typeface="Arial"/>
                <a:ea typeface="Arial"/>
                <a:cs typeface="Arial"/>
              </a:defRPr>
            </a:lvl2pPr>
            <a:lvl3pPr>
              <a:defRPr sz="653" b="1">
                <a:solidFill>
                  <a:srgbClr val="218D73"/>
                </a:solidFill>
                <a:latin typeface="Arial"/>
                <a:ea typeface="Arial"/>
                <a:cs typeface="Arial"/>
              </a:defRPr>
            </a:lvl3pPr>
            <a:lvl4pPr>
              <a:defRPr sz="653" b="1">
                <a:solidFill>
                  <a:srgbClr val="218D73"/>
                </a:solidFill>
                <a:latin typeface="Arial"/>
                <a:ea typeface="Arial"/>
                <a:cs typeface="Arial"/>
              </a:defRPr>
            </a:lvl4pPr>
            <a:lvl5pPr>
              <a:defRPr sz="653" b="1">
                <a:solidFill>
                  <a:srgbClr val="218D73"/>
                </a:solidFill>
                <a:latin typeface="Arial"/>
                <a:ea typeface="Arial"/>
                <a:cs typeface="Arial"/>
              </a:defRPr>
            </a:lvl5pPr>
            <a:lvl6pPr>
              <a:defRPr sz="653" b="1">
                <a:solidFill>
                  <a:srgbClr val="218D73"/>
                </a:solidFill>
                <a:latin typeface="Arial"/>
                <a:ea typeface="Arial"/>
                <a:cs typeface="Arial"/>
              </a:defRPr>
            </a:lvl6pPr>
            <a:lvl7pPr>
              <a:defRPr sz="653" b="1">
                <a:solidFill>
                  <a:srgbClr val="218D73"/>
                </a:solidFill>
                <a:latin typeface="Arial"/>
                <a:ea typeface="Arial"/>
                <a:cs typeface="Arial"/>
              </a:defRPr>
            </a:lvl7pPr>
            <a:lvl8pPr>
              <a:defRPr sz="653" b="1">
                <a:solidFill>
                  <a:srgbClr val="218D73"/>
                </a:solidFill>
                <a:latin typeface="Arial"/>
                <a:ea typeface="Arial"/>
                <a:cs typeface="Arial"/>
              </a:defRPr>
            </a:lvl8pPr>
            <a:lvl9pPr>
              <a:defRPr sz="653" b="1">
                <a:solidFill>
                  <a:srgbClr val="218D73"/>
                </a:solidFill>
                <a:latin typeface="Arial"/>
                <a:ea typeface="Arial"/>
                <a:cs typeface="Arial"/>
              </a:defRPr>
            </a:lvl9pPr>
          </a:lstStyle>
          <a:p xmlns:a="http://schemas.openxmlformats.org/drawingml/2006/main">
            <a:pPr>
              <a:defRPr sz="653" b="1">
                <a:solidFill>
                  <a:srgbClr val="218D73"/>
                </a:solidFill>
                <a:latin typeface="Arial"/>
                <a:ea typeface="Arial"/>
                <a:cs typeface="Arial"/>
              </a:defRPr>
            </a:pPr>
            <a:r>
              <a:rPr sz="653" b="1">
                <a:solidFill>
                  <a:srgbClr val="218D73"/>
                </a:solidFill>
                <a:latin typeface="Arial"/>
                <a:ea typeface="Arial"/>
                <a:cs typeface="Arial"/>
              </a:rPr>
              <a:t>17</a:t>
            </a:r>
          </a:p>
        </p:txBody>
      </p:sp>
      <p:sp>
        <p:nvSpPr>
          <p:cNvPr id="6" name="">
            <a:extLst xmlns:a="http://schemas.openxmlformats.org/drawingml/2006/main">
              <a:ext uri="{FF2B5EF4-FFF2-40B4-BE49-F238E27FC236}">
                <a16:creationId xmlns:a16="http://schemas.microsoft.com/office/drawing/2014/main" id="{191F4B29-F2EB-4EB2-B80B-A2113672674F}"/>
              </a:ext>
            </a:extLst>
          </p:cNvPr>
          <p:cNvSpPr>
            <a:spLocks xmlns:a="http://schemas.openxmlformats.org/drawingml/2006/main" noGrp="1"/>
          </p:cNvSpPr>
          <p:nvPr/>
        </p:nvSpPr>
        <p:spPr>
          <a:xfrm xmlns:a="http://schemas.openxmlformats.org/drawingml/2006/main">
            <a:off x="514350" y="1323975"/>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75" b="0">
                <a:solidFill>
                  <a:srgbClr val="5E746D"/>
                </a:solidFill>
                <a:latin typeface="Arial"/>
                <a:ea typeface="Arial"/>
                <a:cs typeface="Arial"/>
              </a:defRPr>
            </a:defPPr>
            <a:lvl1pPr>
              <a:defRPr sz="1275" b="0">
                <a:solidFill>
                  <a:srgbClr val="5E746D"/>
                </a:solidFill>
                <a:latin typeface="Arial"/>
                <a:ea typeface="Arial"/>
                <a:cs typeface="Arial"/>
              </a:defRPr>
            </a:lvl1pPr>
            <a:lvl2pPr>
              <a:defRPr sz="1275" b="0">
                <a:solidFill>
                  <a:srgbClr val="5E746D"/>
                </a:solidFill>
                <a:latin typeface="Arial"/>
                <a:ea typeface="Arial"/>
                <a:cs typeface="Arial"/>
              </a:defRPr>
            </a:lvl2pPr>
            <a:lvl3pPr>
              <a:defRPr sz="1275" b="0">
                <a:solidFill>
                  <a:srgbClr val="5E746D"/>
                </a:solidFill>
                <a:latin typeface="Arial"/>
                <a:ea typeface="Arial"/>
                <a:cs typeface="Arial"/>
              </a:defRPr>
            </a:lvl3pPr>
            <a:lvl4pPr>
              <a:defRPr sz="1275" b="0">
                <a:solidFill>
                  <a:srgbClr val="5E746D"/>
                </a:solidFill>
                <a:latin typeface="Arial"/>
                <a:ea typeface="Arial"/>
                <a:cs typeface="Arial"/>
              </a:defRPr>
            </a:lvl4pPr>
            <a:lvl5pPr>
              <a:defRPr sz="1275" b="0">
                <a:solidFill>
                  <a:srgbClr val="5E746D"/>
                </a:solidFill>
                <a:latin typeface="Arial"/>
                <a:ea typeface="Arial"/>
                <a:cs typeface="Arial"/>
              </a:defRPr>
            </a:lvl5pPr>
            <a:lvl6pPr>
              <a:defRPr sz="1275" b="0">
                <a:solidFill>
                  <a:srgbClr val="5E746D"/>
                </a:solidFill>
                <a:latin typeface="Arial"/>
                <a:ea typeface="Arial"/>
                <a:cs typeface="Arial"/>
              </a:defRPr>
            </a:lvl6pPr>
            <a:lvl7pPr>
              <a:defRPr sz="1275" b="0">
                <a:solidFill>
                  <a:srgbClr val="5E746D"/>
                </a:solidFill>
                <a:latin typeface="Arial"/>
                <a:ea typeface="Arial"/>
                <a:cs typeface="Arial"/>
              </a:defRPr>
            </a:lvl7pPr>
            <a:lvl8pPr>
              <a:defRPr sz="1275" b="0">
                <a:solidFill>
                  <a:srgbClr val="5E746D"/>
                </a:solidFill>
                <a:latin typeface="Arial"/>
                <a:ea typeface="Arial"/>
                <a:cs typeface="Arial"/>
              </a:defRPr>
            </a:lvl8pPr>
            <a:lvl9pPr>
              <a:defRPr sz="1275" b="0">
                <a:solidFill>
                  <a:srgbClr val="5E746D"/>
                </a:solidFill>
                <a:latin typeface="Arial"/>
                <a:ea typeface="Arial"/>
                <a:cs typeface="Arial"/>
              </a:defRPr>
            </a:lvl9pPr>
          </a:lstStyle>
          <a:p xmlns:a="http://schemas.openxmlformats.org/drawingml/2006/main">
            <a:pPr>
              <a:defRPr sz="1275" b="0">
                <a:solidFill>
                  <a:srgbClr val="5E746D"/>
                </a:solidFill>
                <a:latin typeface="Arial"/>
                <a:ea typeface="Arial"/>
                <a:cs typeface="Arial"/>
              </a:defRPr>
            </a:pPr>
            <a:r>
              <a:rPr sz="1275" b="0">
                <a:solidFill>
                  <a:srgbClr val="5E746D"/>
                </a:solidFill>
                <a:latin typeface="Arial"/>
                <a:ea typeface="Arial"/>
                <a:cs typeface="Arial"/>
              </a:rPr>
              <a:t>Dashboard và server chạy trên máy phụ huynh; Windows Service và Tray chạy trên máy trẻ trong cùng mạng.</a:t>
            </a:r>
          </a:p>
        </p:txBody>
      </p:sp>
      <p:sp>
        <p:nvSpPr>
          <p:cNvPr id="7" name="">
            <a:extLst xmlns:a="http://schemas.openxmlformats.org/drawingml/2006/main">
              <a:ext uri="{FF2B5EF4-FFF2-40B4-BE49-F238E27FC236}">
                <a16:creationId xmlns:a16="http://schemas.microsoft.com/office/drawing/2014/main" id="{763BA6B4-3317-43E4-B0B2-CB50FF937BCD}"/>
              </a:ext>
            </a:extLst>
          </p:cNvPr>
          <p:cNvSpPr>
            <a:spLocks xmlns:a="http://schemas.openxmlformats.org/drawingml/2006/main" noGrp="1"/>
          </p:cNvSpPr>
          <p:nvPr/>
        </p:nvSpPr>
        <p:spPr>
          <a:xfrm xmlns:a="http://schemas.openxmlformats.org/drawingml/2006/main">
            <a:off x="514350" y="2038350"/>
            <a:ext cx="4953000" cy="3143250"/>
          </a:xfrm>
          <a:prstGeom xmlns:a="http://schemas.openxmlformats.org/drawingml/2006/main" prst="roundRect">
            <a:avLst>
              <a:gd name="adj" fmla="val 3636"/>
            </a:avLst>
          </a:prstGeom>
          <a:solidFill xmlns:a="http://schemas.openxmlformats.org/drawingml/2006/main">
            <a:srgbClr val="DFF3F7"/>
          </a:solidFill>
          <a:ln xmlns:a="http://schemas.openxmlformats.org/drawingml/2006/main" w="9525">
            <a:solidFill>
              <a:srgbClr val="D7E3DE"/>
            </a:solidFill>
            <a:prstDash val="solid"/>
          </a:ln>
        </p:spPr>
      </p:sp>
      <p:sp>
        <p:nvSpPr>
          <p:cNvPr id="8" name="">
            <a:extLst xmlns:a="http://schemas.openxmlformats.org/drawingml/2006/main">
              <a:ext uri="{FF2B5EF4-FFF2-40B4-BE49-F238E27FC236}">
                <a16:creationId xmlns:a16="http://schemas.microsoft.com/office/drawing/2014/main" id="{F85368B5-512A-4FB1-B727-B26D224CED3B}"/>
              </a:ext>
            </a:extLst>
          </p:cNvPr>
          <p:cNvSpPr>
            <a:spLocks xmlns:a="http://schemas.openxmlformats.org/drawingml/2006/main" noGrp="1"/>
          </p:cNvSpPr>
          <p:nvPr/>
        </p:nvSpPr>
        <p:spPr>
          <a:xfrm xmlns:a="http://schemas.openxmlformats.org/drawingml/2006/main">
            <a:off x="800100" y="23050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611"/>
          </a:bodyPr>
          <a:lstStyle xmlns:a="http://schemas.openxmlformats.org/drawingml/2006/main">
            <a:defPPr>
              <a:defRPr sz="1800" b="1">
                <a:solidFill>
                  <a:srgbClr val="123C52"/>
                </a:solidFill>
                <a:latin typeface="Arial"/>
                <a:ea typeface="Arial"/>
                <a:cs typeface="Arial"/>
              </a:defRPr>
            </a:defPPr>
            <a:lvl1pPr>
              <a:defRPr sz="1800" b="1">
                <a:solidFill>
                  <a:srgbClr val="123C52"/>
                </a:solidFill>
                <a:latin typeface="Arial"/>
                <a:ea typeface="Arial"/>
                <a:cs typeface="Arial"/>
              </a:defRPr>
            </a:lvl1pPr>
            <a:lvl2pPr>
              <a:defRPr sz="1800" b="1">
                <a:solidFill>
                  <a:srgbClr val="123C52"/>
                </a:solidFill>
                <a:latin typeface="Arial"/>
                <a:ea typeface="Arial"/>
                <a:cs typeface="Arial"/>
              </a:defRPr>
            </a:lvl2pPr>
            <a:lvl3pPr>
              <a:defRPr sz="1800" b="1">
                <a:solidFill>
                  <a:srgbClr val="123C52"/>
                </a:solidFill>
                <a:latin typeface="Arial"/>
                <a:ea typeface="Arial"/>
                <a:cs typeface="Arial"/>
              </a:defRPr>
            </a:lvl3pPr>
            <a:lvl4pPr>
              <a:defRPr sz="1800" b="1">
                <a:solidFill>
                  <a:srgbClr val="123C52"/>
                </a:solidFill>
                <a:latin typeface="Arial"/>
                <a:ea typeface="Arial"/>
                <a:cs typeface="Arial"/>
              </a:defRPr>
            </a:lvl4pPr>
            <a:lvl5pPr>
              <a:defRPr sz="1800" b="1">
                <a:solidFill>
                  <a:srgbClr val="123C52"/>
                </a:solidFill>
                <a:latin typeface="Arial"/>
                <a:ea typeface="Arial"/>
                <a:cs typeface="Arial"/>
              </a:defRPr>
            </a:lvl5pPr>
            <a:lvl6pPr>
              <a:defRPr sz="1800" b="1">
                <a:solidFill>
                  <a:srgbClr val="123C52"/>
                </a:solidFill>
                <a:latin typeface="Arial"/>
                <a:ea typeface="Arial"/>
                <a:cs typeface="Arial"/>
              </a:defRPr>
            </a:lvl6pPr>
            <a:lvl7pPr>
              <a:defRPr sz="1800" b="1">
                <a:solidFill>
                  <a:srgbClr val="123C52"/>
                </a:solidFill>
                <a:latin typeface="Arial"/>
                <a:ea typeface="Arial"/>
                <a:cs typeface="Arial"/>
              </a:defRPr>
            </a:lvl7pPr>
            <a:lvl8pPr>
              <a:defRPr sz="1800" b="1">
                <a:solidFill>
                  <a:srgbClr val="123C52"/>
                </a:solidFill>
                <a:latin typeface="Arial"/>
                <a:ea typeface="Arial"/>
                <a:cs typeface="Arial"/>
              </a:defRPr>
            </a:lvl8pPr>
            <a:lvl9pPr>
              <a:defRPr sz="1800" b="1">
                <a:solidFill>
                  <a:srgbClr val="123C52"/>
                </a:solidFill>
                <a:latin typeface="Arial"/>
                <a:ea typeface="Arial"/>
                <a:cs typeface="Arial"/>
              </a:defRPr>
            </a:lvl9pPr>
          </a:lstStyle>
          <a:p xmlns:a="http://schemas.openxmlformats.org/drawingml/2006/main">
            <a:pPr>
              <a:defRPr sz="1800" b="1">
                <a:solidFill>
                  <a:srgbClr val="123C52"/>
                </a:solidFill>
                <a:latin typeface="Arial"/>
                <a:ea typeface="Arial"/>
                <a:cs typeface="Arial"/>
              </a:defRPr>
            </a:pPr>
            <a:r>
              <a:rPr sz="1800" b="1">
                <a:solidFill>
                  <a:srgbClr val="123C52"/>
                </a:solidFill>
                <a:latin typeface="Arial"/>
                <a:ea typeface="Arial"/>
                <a:cs typeface="Arial"/>
              </a:rPr>
              <a:t>Máy phụ huynh</a:t>
            </a:r>
          </a:p>
        </p:txBody>
      </p:sp>
      <p:sp>
        <p:nvSpPr>
          <p:cNvPr id="9" name="">
            <a:extLst xmlns:a="http://schemas.openxmlformats.org/drawingml/2006/main">
              <a:ext uri="{FF2B5EF4-FFF2-40B4-BE49-F238E27FC236}">
                <a16:creationId xmlns:a16="http://schemas.microsoft.com/office/drawing/2014/main" id="{02F29898-C763-4250-8499-3B71337ED83C}"/>
              </a:ext>
            </a:extLst>
          </p:cNvPr>
          <p:cNvSpPr>
            <a:spLocks xmlns:a="http://schemas.openxmlformats.org/drawingml/2006/main" noGrp="1"/>
          </p:cNvSpPr>
          <p:nvPr/>
        </p:nvSpPr>
        <p:spPr>
          <a:xfrm xmlns:a="http://schemas.openxmlformats.org/drawingml/2006/main">
            <a:off x="800100" y="2981325"/>
            <a:ext cx="85725" cy="85725"/>
          </a:xfrm>
          <a:prstGeom xmlns:a="http://schemas.openxmlformats.org/drawingml/2006/main" prst="roundRect">
            <a:avLst>
              <a:gd name="adj" fmla="val 50000"/>
            </a:avLst>
          </a:prstGeom>
          <a:solidFill xmlns:a="http://schemas.openxmlformats.org/drawingml/2006/main">
            <a:srgbClr val="2795A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1DBA54F-967D-440D-BCE8-B72C33A855BB}"/>
              </a:ext>
            </a:extLst>
          </p:cNvPr>
          <p:cNvSpPr>
            <a:spLocks xmlns:a="http://schemas.openxmlformats.org/drawingml/2006/main" noGrp="1"/>
          </p:cNvSpPr>
          <p:nvPr/>
        </p:nvSpPr>
        <p:spPr>
          <a:xfrm xmlns:a="http://schemas.openxmlformats.org/drawingml/2006/main">
            <a:off x="1009650" y="2895600"/>
            <a:ext cx="3886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defRPr sz="1500" b="1">
                <a:solidFill>
                  <a:srgbClr val="123C52"/>
                </a:solidFill>
                <a:latin typeface="Arial"/>
                <a:ea typeface="Arial"/>
                <a:cs typeface="Arial"/>
              </a:defRPr>
            </a:defPPr>
            <a:lvl1pPr>
              <a:defRPr sz="1500" b="1">
                <a:solidFill>
                  <a:srgbClr val="123C52"/>
                </a:solidFill>
                <a:latin typeface="Arial"/>
                <a:ea typeface="Arial"/>
                <a:cs typeface="Arial"/>
              </a:defRPr>
            </a:lvl1pPr>
            <a:lvl2pPr>
              <a:defRPr sz="1500" b="1">
                <a:solidFill>
                  <a:srgbClr val="123C52"/>
                </a:solidFill>
                <a:latin typeface="Arial"/>
                <a:ea typeface="Arial"/>
                <a:cs typeface="Arial"/>
              </a:defRPr>
            </a:lvl2pPr>
            <a:lvl3pPr>
              <a:defRPr sz="1500" b="1">
                <a:solidFill>
                  <a:srgbClr val="123C52"/>
                </a:solidFill>
                <a:latin typeface="Arial"/>
                <a:ea typeface="Arial"/>
                <a:cs typeface="Arial"/>
              </a:defRPr>
            </a:lvl3pPr>
            <a:lvl4pPr>
              <a:defRPr sz="1500" b="1">
                <a:solidFill>
                  <a:srgbClr val="123C52"/>
                </a:solidFill>
                <a:latin typeface="Arial"/>
                <a:ea typeface="Arial"/>
                <a:cs typeface="Arial"/>
              </a:defRPr>
            </a:lvl4pPr>
            <a:lvl5pPr>
              <a:defRPr sz="1500" b="1">
                <a:solidFill>
                  <a:srgbClr val="123C52"/>
                </a:solidFill>
                <a:latin typeface="Arial"/>
                <a:ea typeface="Arial"/>
                <a:cs typeface="Arial"/>
              </a:defRPr>
            </a:lvl5pPr>
            <a:lvl6pPr>
              <a:defRPr sz="1500" b="1">
                <a:solidFill>
                  <a:srgbClr val="123C52"/>
                </a:solidFill>
                <a:latin typeface="Arial"/>
                <a:ea typeface="Arial"/>
                <a:cs typeface="Arial"/>
              </a:defRPr>
            </a:lvl6pPr>
            <a:lvl7pPr>
              <a:defRPr sz="1500" b="1">
                <a:solidFill>
                  <a:srgbClr val="123C52"/>
                </a:solidFill>
                <a:latin typeface="Arial"/>
                <a:ea typeface="Arial"/>
                <a:cs typeface="Arial"/>
              </a:defRPr>
            </a:lvl7pPr>
            <a:lvl8pPr>
              <a:defRPr sz="1500" b="1">
                <a:solidFill>
                  <a:srgbClr val="123C52"/>
                </a:solidFill>
                <a:latin typeface="Arial"/>
                <a:ea typeface="Arial"/>
                <a:cs typeface="Arial"/>
              </a:defRPr>
            </a:lvl8pPr>
            <a:lvl9pPr>
              <a:defRPr sz="1500" b="1">
                <a:solidFill>
                  <a:srgbClr val="123C52"/>
                </a:solidFill>
                <a:latin typeface="Arial"/>
                <a:ea typeface="Arial"/>
                <a:cs typeface="Arial"/>
              </a:defRPr>
            </a:lvl9pPr>
          </a:lstStyle>
          <a:p xmlns:a="http://schemas.openxmlformats.org/drawingml/2006/main">
            <a:pPr>
              <a:defRPr sz="1500" b="1">
                <a:solidFill>
                  <a:srgbClr val="123C52"/>
                </a:solidFill>
                <a:latin typeface="Arial"/>
                <a:ea typeface="Arial"/>
                <a:cs typeface="Arial"/>
              </a:defRPr>
            </a:pPr>
            <a:r>
              <a:rPr sz="1500" b="1">
                <a:solidFill>
                  <a:srgbClr val="123C52"/>
                </a:solidFill>
                <a:latin typeface="Arial"/>
                <a:ea typeface="Arial"/>
                <a:cs typeface="Arial"/>
              </a:rPr>
              <a:t>Server</a:t>
            </a:r>
          </a:p>
        </p:txBody>
      </p:sp>
      <p:sp>
        <p:nvSpPr>
          <p:cNvPr id="11" name="">
            <a:extLst xmlns:a="http://schemas.openxmlformats.org/drawingml/2006/main">
              <a:ext uri="{FF2B5EF4-FFF2-40B4-BE49-F238E27FC236}">
                <a16:creationId xmlns:a16="http://schemas.microsoft.com/office/drawing/2014/main" id="{D9167EFB-FF44-4636-B68F-FD38B5D2F6B4}"/>
              </a:ext>
            </a:extLst>
          </p:cNvPr>
          <p:cNvSpPr>
            <a:spLocks xmlns:a="http://schemas.openxmlformats.org/drawingml/2006/main" noGrp="1"/>
          </p:cNvSpPr>
          <p:nvPr/>
        </p:nvSpPr>
        <p:spPr>
          <a:xfrm xmlns:a="http://schemas.openxmlformats.org/drawingml/2006/main">
            <a:off x="1009650" y="3181350"/>
            <a:ext cx="3886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187"/>
          </a:bodyPr>
          <a:lstStyle xmlns:a="http://schemas.openxmlformats.org/drawingml/2006/main">
            <a:defPPr>
              <a:defRPr sz="1200" b="0">
                <a:solidFill>
                  <a:srgbClr val="5E746D"/>
                </a:solidFill>
                <a:latin typeface="Arial"/>
                <a:ea typeface="Arial"/>
                <a:cs typeface="Arial"/>
              </a:defRPr>
            </a:defPPr>
            <a:lvl1pPr>
              <a:defRPr sz="1200" b="0">
                <a:solidFill>
                  <a:srgbClr val="5E746D"/>
                </a:solidFill>
                <a:latin typeface="Arial"/>
                <a:ea typeface="Arial"/>
                <a:cs typeface="Arial"/>
              </a:defRPr>
            </a:lvl1pPr>
            <a:lvl2pPr>
              <a:defRPr sz="1200" b="0">
                <a:solidFill>
                  <a:srgbClr val="5E746D"/>
                </a:solidFill>
                <a:latin typeface="Arial"/>
                <a:ea typeface="Arial"/>
                <a:cs typeface="Arial"/>
              </a:defRPr>
            </a:lvl2pPr>
            <a:lvl3pPr>
              <a:defRPr sz="1200" b="0">
                <a:solidFill>
                  <a:srgbClr val="5E746D"/>
                </a:solidFill>
                <a:latin typeface="Arial"/>
                <a:ea typeface="Arial"/>
                <a:cs typeface="Arial"/>
              </a:defRPr>
            </a:lvl3pPr>
            <a:lvl4pPr>
              <a:defRPr sz="1200" b="0">
                <a:solidFill>
                  <a:srgbClr val="5E746D"/>
                </a:solidFill>
                <a:latin typeface="Arial"/>
                <a:ea typeface="Arial"/>
                <a:cs typeface="Arial"/>
              </a:defRPr>
            </a:lvl4pPr>
            <a:lvl5pPr>
              <a:defRPr sz="1200" b="0">
                <a:solidFill>
                  <a:srgbClr val="5E746D"/>
                </a:solidFill>
                <a:latin typeface="Arial"/>
                <a:ea typeface="Arial"/>
                <a:cs typeface="Arial"/>
              </a:defRPr>
            </a:lvl5pPr>
            <a:lvl6pPr>
              <a:defRPr sz="1200" b="0">
                <a:solidFill>
                  <a:srgbClr val="5E746D"/>
                </a:solidFill>
                <a:latin typeface="Arial"/>
                <a:ea typeface="Arial"/>
                <a:cs typeface="Arial"/>
              </a:defRPr>
            </a:lvl6pPr>
            <a:lvl7pPr>
              <a:defRPr sz="1200" b="0">
                <a:solidFill>
                  <a:srgbClr val="5E746D"/>
                </a:solidFill>
                <a:latin typeface="Arial"/>
                <a:ea typeface="Arial"/>
                <a:cs typeface="Arial"/>
              </a:defRPr>
            </a:lvl7pPr>
            <a:lvl8pPr>
              <a:defRPr sz="1200" b="0">
                <a:solidFill>
                  <a:srgbClr val="5E746D"/>
                </a:solidFill>
                <a:latin typeface="Arial"/>
                <a:ea typeface="Arial"/>
                <a:cs typeface="Arial"/>
              </a:defRPr>
            </a:lvl8pPr>
            <a:lvl9pPr>
              <a:defRPr sz="1200" b="0">
                <a:solidFill>
                  <a:srgbClr val="5E746D"/>
                </a:solidFill>
                <a:latin typeface="Arial"/>
                <a:ea typeface="Arial"/>
                <a:cs typeface="Arial"/>
              </a:defRPr>
            </a:lvl9pPr>
          </a:lstStyle>
          <a:p xmlns:a="http://schemas.openxmlformats.org/drawingml/2006/main">
            <a:pPr>
              <a:defRPr sz="1200" b="0">
                <a:solidFill>
                  <a:srgbClr val="5E746D"/>
                </a:solidFill>
                <a:latin typeface="Arial"/>
                <a:ea typeface="Arial"/>
                <a:cs typeface="Arial"/>
              </a:defRPr>
            </a:pPr>
            <a:r>
              <a:rPr sz="1200" b="0">
                <a:solidFill>
                  <a:srgbClr val="5E746D"/>
                </a:solidFill>
                <a:latin typeface="Arial"/>
                <a:ea typeface="Arial"/>
                <a:cs typeface="Arial"/>
              </a:rPr>
              <a:t>Lắng nghe trên 0.0.0.0:8000 và cho phép cổng trên mạng Private.</a:t>
            </a:r>
          </a:p>
        </p:txBody>
      </p:sp>
      <p:sp>
        <p:nvSpPr>
          <p:cNvPr id="12" name="">
            <a:extLst xmlns:a="http://schemas.openxmlformats.org/drawingml/2006/main">
              <a:ext uri="{FF2B5EF4-FFF2-40B4-BE49-F238E27FC236}">
                <a16:creationId xmlns:a16="http://schemas.microsoft.com/office/drawing/2014/main" id="{86CE8C3E-5B4A-4A2C-A9C8-9807AC55DD3C}"/>
              </a:ext>
            </a:extLst>
          </p:cNvPr>
          <p:cNvSpPr>
            <a:spLocks xmlns:a="http://schemas.openxmlformats.org/drawingml/2006/main" noGrp="1"/>
          </p:cNvSpPr>
          <p:nvPr/>
        </p:nvSpPr>
        <p:spPr>
          <a:xfrm xmlns:a="http://schemas.openxmlformats.org/drawingml/2006/main">
            <a:off x="800100" y="3914775"/>
            <a:ext cx="85725" cy="85725"/>
          </a:xfrm>
          <a:prstGeom xmlns:a="http://schemas.openxmlformats.org/drawingml/2006/main" prst="roundRect">
            <a:avLst>
              <a:gd name="adj" fmla="val 50000"/>
            </a:avLst>
          </a:prstGeom>
          <a:solidFill xmlns:a="http://schemas.openxmlformats.org/drawingml/2006/main">
            <a:srgbClr val="2795A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80C6BBE-EDC5-484B-8B65-C9B226BB275E}"/>
              </a:ext>
            </a:extLst>
          </p:cNvPr>
          <p:cNvSpPr>
            <a:spLocks xmlns:a="http://schemas.openxmlformats.org/drawingml/2006/main" noGrp="1"/>
          </p:cNvSpPr>
          <p:nvPr/>
        </p:nvSpPr>
        <p:spPr>
          <a:xfrm xmlns:a="http://schemas.openxmlformats.org/drawingml/2006/main">
            <a:off x="1009650" y="3829050"/>
            <a:ext cx="3886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defRPr sz="1500" b="1">
                <a:solidFill>
                  <a:srgbClr val="123C52"/>
                </a:solidFill>
                <a:latin typeface="Arial"/>
                <a:ea typeface="Arial"/>
                <a:cs typeface="Arial"/>
              </a:defRPr>
            </a:defPPr>
            <a:lvl1pPr>
              <a:defRPr sz="1500" b="1">
                <a:solidFill>
                  <a:srgbClr val="123C52"/>
                </a:solidFill>
                <a:latin typeface="Arial"/>
                <a:ea typeface="Arial"/>
                <a:cs typeface="Arial"/>
              </a:defRPr>
            </a:lvl1pPr>
            <a:lvl2pPr>
              <a:defRPr sz="1500" b="1">
                <a:solidFill>
                  <a:srgbClr val="123C52"/>
                </a:solidFill>
                <a:latin typeface="Arial"/>
                <a:ea typeface="Arial"/>
                <a:cs typeface="Arial"/>
              </a:defRPr>
            </a:lvl2pPr>
            <a:lvl3pPr>
              <a:defRPr sz="1500" b="1">
                <a:solidFill>
                  <a:srgbClr val="123C52"/>
                </a:solidFill>
                <a:latin typeface="Arial"/>
                <a:ea typeface="Arial"/>
                <a:cs typeface="Arial"/>
              </a:defRPr>
            </a:lvl3pPr>
            <a:lvl4pPr>
              <a:defRPr sz="1500" b="1">
                <a:solidFill>
                  <a:srgbClr val="123C52"/>
                </a:solidFill>
                <a:latin typeface="Arial"/>
                <a:ea typeface="Arial"/>
                <a:cs typeface="Arial"/>
              </a:defRPr>
            </a:lvl4pPr>
            <a:lvl5pPr>
              <a:defRPr sz="1500" b="1">
                <a:solidFill>
                  <a:srgbClr val="123C52"/>
                </a:solidFill>
                <a:latin typeface="Arial"/>
                <a:ea typeface="Arial"/>
                <a:cs typeface="Arial"/>
              </a:defRPr>
            </a:lvl5pPr>
            <a:lvl6pPr>
              <a:defRPr sz="1500" b="1">
                <a:solidFill>
                  <a:srgbClr val="123C52"/>
                </a:solidFill>
                <a:latin typeface="Arial"/>
                <a:ea typeface="Arial"/>
                <a:cs typeface="Arial"/>
              </a:defRPr>
            </a:lvl6pPr>
            <a:lvl7pPr>
              <a:defRPr sz="1500" b="1">
                <a:solidFill>
                  <a:srgbClr val="123C52"/>
                </a:solidFill>
                <a:latin typeface="Arial"/>
                <a:ea typeface="Arial"/>
                <a:cs typeface="Arial"/>
              </a:defRPr>
            </a:lvl7pPr>
            <a:lvl8pPr>
              <a:defRPr sz="1500" b="1">
                <a:solidFill>
                  <a:srgbClr val="123C52"/>
                </a:solidFill>
                <a:latin typeface="Arial"/>
                <a:ea typeface="Arial"/>
                <a:cs typeface="Arial"/>
              </a:defRPr>
            </a:lvl8pPr>
            <a:lvl9pPr>
              <a:defRPr sz="1500" b="1">
                <a:solidFill>
                  <a:srgbClr val="123C52"/>
                </a:solidFill>
                <a:latin typeface="Arial"/>
                <a:ea typeface="Arial"/>
                <a:cs typeface="Arial"/>
              </a:defRPr>
            </a:lvl9pPr>
          </a:lstStyle>
          <a:p xmlns:a="http://schemas.openxmlformats.org/drawingml/2006/main">
            <a:pPr>
              <a:defRPr sz="1500" b="1">
                <a:solidFill>
                  <a:srgbClr val="123C52"/>
                </a:solidFill>
                <a:latin typeface="Arial"/>
                <a:ea typeface="Arial"/>
                <a:cs typeface="Arial"/>
              </a:defRPr>
            </a:pPr>
            <a:r>
              <a:rPr sz="1500" b="1">
                <a:solidFill>
                  <a:srgbClr val="123C52"/>
                </a:solidFill>
                <a:latin typeface="Arial"/>
                <a:ea typeface="Arial"/>
                <a:cs typeface="Arial"/>
              </a:rPr>
              <a:t>Địa chỉ</a:t>
            </a:r>
          </a:p>
        </p:txBody>
      </p:sp>
      <p:sp>
        <p:nvSpPr>
          <p:cNvPr id="14" name="">
            <a:extLst xmlns:a="http://schemas.openxmlformats.org/drawingml/2006/main">
              <a:ext uri="{FF2B5EF4-FFF2-40B4-BE49-F238E27FC236}">
                <a16:creationId xmlns:a16="http://schemas.microsoft.com/office/drawing/2014/main" id="{8FC9872A-9A95-4521-A72C-B0429C75CF83}"/>
              </a:ext>
            </a:extLst>
          </p:cNvPr>
          <p:cNvSpPr>
            <a:spLocks xmlns:a="http://schemas.openxmlformats.org/drawingml/2006/main" noGrp="1"/>
          </p:cNvSpPr>
          <p:nvPr/>
        </p:nvSpPr>
        <p:spPr>
          <a:xfrm xmlns:a="http://schemas.openxmlformats.org/drawingml/2006/main">
            <a:off x="1009650" y="4114800"/>
            <a:ext cx="3886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187"/>
          </a:bodyPr>
          <a:lstStyle xmlns:a="http://schemas.openxmlformats.org/drawingml/2006/main">
            <a:defPPr>
              <a:defRPr sz="1200" b="0">
                <a:solidFill>
                  <a:srgbClr val="5E746D"/>
                </a:solidFill>
                <a:latin typeface="Arial"/>
                <a:ea typeface="Arial"/>
                <a:cs typeface="Arial"/>
              </a:defRPr>
            </a:defPPr>
            <a:lvl1pPr>
              <a:defRPr sz="1200" b="0">
                <a:solidFill>
                  <a:srgbClr val="5E746D"/>
                </a:solidFill>
                <a:latin typeface="Arial"/>
                <a:ea typeface="Arial"/>
                <a:cs typeface="Arial"/>
              </a:defRPr>
            </a:lvl1pPr>
            <a:lvl2pPr>
              <a:defRPr sz="1200" b="0">
                <a:solidFill>
                  <a:srgbClr val="5E746D"/>
                </a:solidFill>
                <a:latin typeface="Arial"/>
                <a:ea typeface="Arial"/>
                <a:cs typeface="Arial"/>
              </a:defRPr>
            </a:lvl2pPr>
            <a:lvl3pPr>
              <a:defRPr sz="1200" b="0">
                <a:solidFill>
                  <a:srgbClr val="5E746D"/>
                </a:solidFill>
                <a:latin typeface="Arial"/>
                <a:ea typeface="Arial"/>
                <a:cs typeface="Arial"/>
              </a:defRPr>
            </a:lvl3pPr>
            <a:lvl4pPr>
              <a:defRPr sz="1200" b="0">
                <a:solidFill>
                  <a:srgbClr val="5E746D"/>
                </a:solidFill>
                <a:latin typeface="Arial"/>
                <a:ea typeface="Arial"/>
                <a:cs typeface="Arial"/>
              </a:defRPr>
            </a:lvl4pPr>
            <a:lvl5pPr>
              <a:defRPr sz="1200" b="0">
                <a:solidFill>
                  <a:srgbClr val="5E746D"/>
                </a:solidFill>
                <a:latin typeface="Arial"/>
                <a:ea typeface="Arial"/>
                <a:cs typeface="Arial"/>
              </a:defRPr>
            </a:lvl5pPr>
            <a:lvl6pPr>
              <a:defRPr sz="1200" b="0">
                <a:solidFill>
                  <a:srgbClr val="5E746D"/>
                </a:solidFill>
                <a:latin typeface="Arial"/>
                <a:ea typeface="Arial"/>
                <a:cs typeface="Arial"/>
              </a:defRPr>
            </a:lvl6pPr>
            <a:lvl7pPr>
              <a:defRPr sz="1200" b="0">
                <a:solidFill>
                  <a:srgbClr val="5E746D"/>
                </a:solidFill>
                <a:latin typeface="Arial"/>
                <a:ea typeface="Arial"/>
                <a:cs typeface="Arial"/>
              </a:defRPr>
            </a:lvl7pPr>
            <a:lvl8pPr>
              <a:defRPr sz="1200" b="0">
                <a:solidFill>
                  <a:srgbClr val="5E746D"/>
                </a:solidFill>
                <a:latin typeface="Arial"/>
                <a:ea typeface="Arial"/>
                <a:cs typeface="Arial"/>
              </a:defRPr>
            </a:lvl8pPr>
            <a:lvl9pPr>
              <a:defRPr sz="1200" b="0">
                <a:solidFill>
                  <a:srgbClr val="5E746D"/>
                </a:solidFill>
                <a:latin typeface="Arial"/>
                <a:ea typeface="Arial"/>
                <a:cs typeface="Arial"/>
              </a:defRPr>
            </a:lvl9pPr>
          </a:lstStyle>
          <a:p xmlns:a="http://schemas.openxmlformats.org/drawingml/2006/main">
            <a:pPr>
              <a:defRPr sz="1200" b="0">
                <a:solidFill>
                  <a:srgbClr val="5E746D"/>
                </a:solidFill>
                <a:latin typeface="Arial"/>
                <a:ea typeface="Arial"/>
                <a:cs typeface="Arial"/>
              </a:defRPr>
            </a:pPr>
            <a:r>
              <a:rPr sz="1200" b="0">
                <a:solidFill>
                  <a:srgbClr val="5E746D"/>
                </a:solidFill>
                <a:latin typeface="Arial"/>
                <a:ea typeface="Arial"/>
                <a:cs typeface="Arial"/>
              </a:rPr>
              <a:t>Dùng IP LAN hoặc hostname ổn định. DHCP reservation giúp tránh gán IP thủ công.</a:t>
            </a:r>
          </a:p>
        </p:txBody>
      </p:sp>
      <p:sp>
        <p:nvSpPr>
          <p:cNvPr id="15" name="">
            <a:extLst xmlns:a="http://schemas.openxmlformats.org/drawingml/2006/main">
              <a:ext uri="{FF2B5EF4-FFF2-40B4-BE49-F238E27FC236}">
                <a16:creationId xmlns:a16="http://schemas.microsoft.com/office/drawing/2014/main" id="{2469D585-E912-4F7C-853F-9775750981F0}"/>
              </a:ext>
            </a:extLst>
          </p:cNvPr>
          <p:cNvSpPr>
            <a:spLocks xmlns:a="http://schemas.openxmlformats.org/drawingml/2006/main" noGrp="1"/>
          </p:cNvSpPr>
          <p:nvPr/>
        </p:nvSpPr>
        <p:spPr>
          <a:xfrm xmlns:a="http://schemas.openxmlformats.org/drawingml/2006/main">
            <a:off x="6076950" y="2038350"/>
            <a:ext cx="4953000" cy="3143250"/>
          </a:xfrm>
          <a:prstGeom xmlns:a="http://schemas.openxmlformats.org/drawingml/2006/main" prst="roundRect">
            <a:avLst>
              <a:gd name="adj" fmla="val 3636"/>
            </a:avLst>
          </a:prstGeom>
          <a:solidFill xmlns:a="http://schemas.openxmlformats.org/drawingml/2006/main">
            <a:srgbClr val="DDF4EB"/>
          </a:solidFill>
          <a:ln xmlns:a="http://schemas.openxmlformats.org/drawingml/2006/main" w="9525">
            <a:solidFill>
              <a:srgbClr val="D7E3DE"/>
            </a:solidFill>
            <a:prstDash val="solid"/>
          </a:ln>
        </p:spPr>
      </p:sp>
      <p:sp>
        <p:nvSpPr>
          <p:cNvPr id="16" name="">
            <a:extLst xmlns:a="http://schemas.openxmlformats.org/drawingml/2006/main">
              <a:ext uri="{FF2B5EF4-FFF2-40B4-BE49-F238E27FC236}">
                <a16:creationId xmlns:a16="http://schemas.microsoft.com/office/drawing/2014/main" id="{B7C845FD-8ADF-456F-8849-737D6F93FAA5}"/>
              </a:ext>
            </a:extLst>
          </p:cNvPr>
          <p:cNvSpPr>
            <a:spLocks xmlns:a="http://schemas.openxmlformats.org/drawingml/2006/main" noGrp="1"/>
          </p:cNvSpPr>
          <p:nvPr/>
        </p:nvSpPr>
        <p:spPr>
          <a:xfrm xmlns:a="http://schemas.openxmlformats.org/drawingml/2006/main">
            <a:off x="6362700" y="23050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611"/>
          </a:bodyPr>
          <a:lstStyle xmlns:a="http://schemas.openxmlformats.org/drawingml/2006/main">
            <a:defPPr>
              <a:defRPr sz="1800" b="1">
                <a:solidFill>
                  <a:srgbClr val="123C52"/>
                </a:solidFill>
                <a:latin typeface="Arial"/>
                <a:ea typeface="Arial"/>
                <a:cs typeface="Arial"/>
              </a:defRPr>
            </a:defPPr>
            <a:lvl1pPr>
              <a:defRPr sz="1800" b="1">
                <a:solidFill>
                  <a:srgbClr val="123C52"/>
                </a:solidFill>
                <a:latin typeface="Arial"/>
                <a:ea typeface="Arial"/>
                <a:cs typeface="Arial"/>
              </a:defRPr>
            </a:lvl1pPr>
            <a:lvl2pPr>
              <a:defRPr sz="1800" b="1">
                <a:solidFill>
                  <a:srgbClr val="123C52"/>
                </a:solidFill>
                <a:latin typeface="Arial"/>
                <a:ea typeface="Arial"/>
                <a:cs typeface="Arial"/>
              </a:defRPr>
            </a:lvl2pPr>
            <a:lvl3pPr>
              <a:defRPr sz="1800" b="1">
                <a:solidFill>
                  <a:srgbClr val="123C52"/>
                </a:solidFill>
                <a:latin typeface="Arial"/>
                <a:ea typeface="Arial"/>
                <a:cs typeface="Arial"/>
              </a:defRPr>
            </a:lvl3pPr>
            <a:lvl4pPr>
              <a:defRPr sz="1800" b="1">
                <a:solidFill>
                  <a:srgbClr val="123C52"/>
                </a:solidFill>
                <a:latin typeface="Arial"/>
                <a:ea typeface="Arial"/>
                <a:cs typeface="Arial"/>
              </a:defRPr>
            </a:lvl4pPr>
            <a:lvl5pPr>
              <a:defRPr sz="1800" b="1">
                <a:solidFill>
                  <a:srgbClr val="123C52"/>
                </a:solidFill>
                <a:latin typeface="Arial"/>
                <a:ea typeface="Arial"/>
                <a:cs typeface="Arial"/>
              </a:defRPr>
            </a:lvl5pPr>
            <a:lvl6pPr>
              <a:defRPr sz="1800" b="1">
                <a:solidFill>
                  <a:srgbClr val="123C52"/>
                </a:solidFill>
                <a:latin typeface="Arial"/>
                <a:ea typeface="Arial"/>
                <a:cs typeface="Arial"/>
              </a:defRPr>
            </a:lvl6pPr>
            <a:lvl7pPr>
              <a:defRPr sz="1800" b="1">
                <a:solidFill>
                  <a:srgbClr val="123C52"/>
                </a:solidFill>
                <a:latin typeface="Arial"/>
                <a:ea typeface="Arial"/>
                <a:cs typeface="Arial"/>
              </a:defRPr>
            </a:lvl7pPr>
            <a:lvl8pPr>
              <a:defRPr sz="1800" b="1">
                <a:solidFill>
                  <a:srgbClr val="123C52"/>
                </a:solidFill>
                <a:latin typeface="Arial"/>
                <a:ea typeface="Arial"/>
                <a:cs typeface="Arial"/>
              </a:defRPr>
            </a:lvl8pPr>
            <a:lvl9pPr>
              <a:defRPr sz="1800" b="1">
                <a:solidFill>
                  <a:srgbClr val="123C52"/>
                </a:solidFill>
                <a:latin typeface="Arial"/>
                <a:ea typeface="Arial"/>
                <a:cs typeface="Arial"/>
              </a:defRPr>
            </a:lvl9pPr>
          </a:lstStyle>
          <a:p xmlns:a="http://schemas.openxmlformats.org/drawingml/2006/main">
            <a:pPr>
              <a:defRPr sz="1800" b="1">
                <a:solidFill>
                  <a:srgbClr val="123C52"/>
                </a:solidFill>
                <a:latin typeface="Arial"/>
                <a:ea typeface="Arial"/>
                <a:cs typeface="Arial"/>
              </a:defRPr>
            </a:pPr>
            <a:r>
              <a:rPr sz="1800" b="1">
                <a:solidFill>
                  <a:srgbClr val="123C52"/>
                </a:solidFill>
                <a:latin typeface="Arial"/>
                <a:ea typeface="Arial"/>
                <a:cs typeface="Arial"/>
              </a:rPr>
              <a:t>Máy trẻ</a:t>
            </a:r>
          </a:p>
        </p:txBody>
      </p:sp>
      <p:sp>
        <p:nvSpPr>
          <p:cNvPr id="17" name="">
            <a:extLst xmlns:a="http://schemas.openxmlformats.org/drawingml/2006/main">
              <a:ext uri="{FF2B5EF4-FFF2-40B4-BE49-F238E27FC236}">
                <a16:creationId xmlns:a16="http://schemas.microsoft.com/office/drawing/2014/main" id="{5A984B63-0412-48E9-945B-C37158555DF7}"/>
              </a:ext>
            </a:extLst>
          </p:cNvPr>
          <p:cNvSpPr>
            <a:spLocks xmlns:a="http://schemas.openxmlformats.org/drawingml/2006/main" noGrp="1"/>
          </p:cNvSpPr>
          <p:nvPr/>
        </p:nvSpPr>
        <p:spPr>
          <a:xfrm xmlns:a="http://schemas.openxmlformats.org/drawingml/2006/main">
            <a:off x="6362700" y="2981325"/>
            <a:ext cx="85725" cy="85725"/>
          </a:xfrm>
          <a:prstGeom xmlns:a="http://schemas.openxmlformats.org/drawingml/2006/main" prst="roundRect">
            <a:avLst>
              <a:gd name="adj" fmla="val 50000"/>
            </a:avLst>
          </a:prstGeom>
          <a:solidFill xmlns:a="http://schemas.openxmlformats.org/drawingml/2006/main">
            <a:srgbClr val="218D7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B1E3154-A00C-43B5-BF9F-DBCDB126FAAD}"/>
              </a:ext>
            </a:extLst>
          </p:cNvPr>
          <p:cNvSpPr>
            <a:spLocks xmlns:a="http://schemas.openxmlformats.org/drawingml/2006/main" noGrp="1"/>
          </p:cNvSpPr>
          <p:nvPr/>
        </p:nvSpPr>
        <p:spPr>
          <a:xfrm xmlns:a="http://schemas.openxmlformats.org/drawingml/2006/main">
            <a:off x="6572250" y="2895600"/>
            <a:ext cx="3886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defRPr sz="1500" b="1">
                <a:solidFill>
                  <a:srgbClr val="123C52"/>
                </a:solidFill>
                <a:latin typeface="Arial"/>
                <a:ea typeface="Arial"/>
                <a:cs typeface="Arial"/>
              </a:defRPr>
            </a:defPPr>
            <a:lvl1pPr>
              <a:defRPr sz="1500" b="1">
                <a:solidFill>
                  <a:srgbClr val="123C52"/>
                </a:solidFill>
                <a:latin typeface="Arial"/>
                <a:ea typeface="Arial"/>
                <a:cs typeface="Arial"/>
              </a:defRPr>
            </a:lvl1pPr>
            <a:lvl2pPr>
              <a:defRPr sz="1500" b="1">
                <a:solidFill>
                  <a:srgbClr val="123C52"/>
                </a:solidFill>
                <a:latin typeface="Arial"/>
                <a:ea typeface="Arial"/>
                <a:cs typeface="Arial"/>
              </a:defRPr>
            </a:lvl2pPr>
            <a:lvl3pPr>
              <a:defRPr sz="1500" b="1">
                <a:solidFill>
                  <a:srgbClr val="123C52"/>
                </a:solidFill>
                <a:latin typeface="Arial"/>
                <a:ea typeface="Arial"/>
                <a:cs typeface="Arial"/>
              </a:defRPr>
            </a:lvl3pPr>
            <a:lvl4pPr>
              <a:defRPr sz="1500" b="1">
                <a:solidFill>
                  <a:srgbClr val="123C52"/>
                </a:solidFill>
                <a:latin typeface="Arial"/>
                <a:ea typeface="Arial"/>
                <a:cs typeface="Arial"/>
              </a:defRPr>
            </a:lvl4pPr>
            <a:lvl5pPr>
              <a:defRPr sz="1500" b="1">
                <a:solidFill>
                  <a:srgbClr val="123C52"/>
                </a:solidFill>
                <a:latin typeface="Arial"/>
                <a:ea typeface="Arial"/>
                <a:cs typeface="Arial"/>
              </a:defRPr>
            </a:lvl5pPr>
            <a:lvl6pPr>
              <a:defRPr sz="1500" b="1">
                <a:solidFill>
                  <a:srgbClr val="123C52"/>
                </a:solidFill>
                <a:latin typeface="Arial"/>
                <a:ea typeface="Arial"/>
                <a:cs typeface="Arial"/>
              </a:defRPr>
            </a:lvl6pPr>
            <a:lvl7pPr>
              <a:defRPr sz="1500" b="1">
                <a:solidFill>
                  <a:srgbClr val="123C52"/>
                </a:solidFill>
                <a:latin typeface="Arial"/>
                <a:ea typeface="Arial"/>
                <a:cs typeface="Arial"/>
              </a:defRPr>
            </a:lvl7pPr>
            <a:lvl8pPr>
              <a:defRPr sz="1500" b="1">
                <a:solidFill>
                  <a:srgbClr val="123C52"/>
                </a:solidFill>
                <a:latin typeface="Arial"/>
                <a:ea typeface="Arial"/>
                <a:cs typeface="Arial"/>
              </a:defRPr>
            </a:lvl8pPr>
            <a:lvl9pPr>
              <a:defRPr sz="1500" b="1">
                <a:solidFill>
                  <a:srgbClr val="123C52"/>
                </a:solidFill>
                <a:latin typeface="Arial"/>
                <a:ea typeface="Arial"/>
                <a:cs typeface="Arial"/>
              </a:defRPr>
            </a:lvl9pPr>
          </a:lstStyle>
          <a:p xmlns:a="http://schemas.openxmlformats.org/drawingml/2006/main">
            <a:pPr>
              <a:defRPr sz="1500" b="1">
                <a:solidFill>
                  <a:srgbClr val="123C52"/>
                </a:solidFill>
                <a:latin typeface="Arial"/>
                <a:ea typeface="Arial"/>
                <a:cs typeface="Arial"/>
              </a:defRPr>
            </a:pPr>
            <a:r>
              <a:rPr sz="1500" b="1">
                <a:solidFill>
                  <a:srgbClr val="123C52"/>
                </a:solidFill>
                <a:latin typeface="Arial"/>
                <a:ea typeface="Arial"/>
                <a:cs typeface="Arial"/>
              </a:rPr>
              <a:t>Cài agent</a:t>
            </a:r>
          </a:p>
        </p:txBody>
      </p:sp>
      <p:sp>
        <p:nvSpPr>
          <p:cNvPr id="19" name="">
            <a:extLst xmlns:a="http://schemas.openxmlformats.org/drawingml/2006/main">
              <a:ext uri="{FF2B5EF4-FFF2-40B4-BE49-F238E27FC236}">
                <a16:creationId xmlns:a16="http://schemas.microsoft.com/office/drawing/2014/main" id="{02F80FFA-54F3-464B-A955-C63558C9FF6A}"/>
              </a:ext>
            </a:extLst>
          </p:cNvPr>
          <p:cNvSpPr>
            <a:spLocks xmlns:a="http://schemas.openxmlformats.org/drawingml/2006/main" noGrp="1"/>
          </p:cNvSpPr>
          <p:nvPr/>
        </p:nvSpPr>
        <p:spPr>
          <a:xfrm xmlns:a="http://schemas.openxmlformats.org/drawingml/2006/main">
            <a:off x="6572250" y="3181350"/>
            <a:ext cx="3886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187"/>
          </a:bodyPr>
          <a:lstStyle xmlns:a="http://schemas.openxmlformats.org/drawingml/2006/main">
            <a:defPPr>
              <a:defRPr sz="1200" b="0">
                <a:solidFill>
                  <a:srgbClr val="5E746D"/>
                </a:solidFill>
                <a:latin typeface="Arial"/>
                <a:ea typeface="Arial"/>
                <a:cs typeface="Arial"/>
              </a:defRPr>
            </a:defPPr>
            <a:lvl1pPr>
              <a:defRPr sz="1200" b="0">
                <a:solidFill>
                  <a:srgbClr val="5E746D"/>
                </a:solidFill>
                <a:latin typeface="Arial"/>
                <a:ea typeface="Arial"/>
                <a:cs typeface="Arial"/>
              </a:defRPr>
            </a:lvl1pPr>
            <a:lvl2pPr>
              <a:defRPr sz="1200" b="0">
                <a:solidFill>
                  <a:srgbClr val="5E746D"/>
                </a:solidFill>
                <a:latin typeface="Arial"/>
                <a:ea typeface="Arial"/>
                <a:cs typeface="Arial"/>
              </a:defRPr>
            </a:lvl2pPr>
            <a:lvl3pPr>
              <a:defRPr sz="1200" b="0">
                <a:solidFill>
                  <a:srgbClr val="5E746D"/>
                </a:solidFill>
                <a:latin typeface="Arial"/>
                <a:ea typeface="Arial"/>
                <a:cs typeface="Arial"/>
              </a:defRPr>
            </a:lvl3pPr>
            <a:lvl4pPr>
              <a:defRPr sz="1200" b="0">
                <a:solidFill>
                  <a:srgbClr val="5E746D"/>
                </a:solidFill>
                <a:latin typeface="Arial"/>
                <a:ea typeface="Arial"/>
                <a:cs typeface="Arial"/>
              </a:defRPr>
            </a:lvl4pPr>
            <a:lvl5pPr>
              <a:defRPr sz="1200" b="0">
                <a:solidFill>
                  <a:srgbClr val="5E746D"/>
                </a:solidFill>
                <a:latin typeface="Arial"/>
                <a:ea typeface="Arial"/>
                <a:cs typeface="Arial"/>
              </a:defRPr>
            </a:lvl5pPr>
            <a:lvl6pPr>
              <a:defRPr sz="1200" b="0">
                <a:solidFill>
                  <a:srgbClr val="5E746D"/>
                </a:solidFill>
                <a:latin typeface="Arial"/>
                <a:ea typeface="Arial"/>
                <a:cs typeface="Arial"/>
              </a:defRPr>
            </a:lvl6pPr>
            <a:lvl7pPr>
              <a:defRPr sz="1200" b="0">
                <a:solidFill>
                  <a:srgbClr val="5E746D"/>
                </a:solidFill>
                <a:latin typeface="Arial"/>
                <a:ea typeface="Arial"/>
                <a:cs typeface="Arial"/>
              </a:defRPr>
            </a:lvl7pPr>
            <a:lvl8pPr>
              <a:defRPr sz="1200" b="0">
                <a:solidFill>
                  <a:srgbClr val="5E746D"/>
                </a:solidFill>
                <a:latin typeface="Arial"/>
                <a:ea typeface="Arial"/>
                <a:cs typeface="Arial"/>
              </a:defRPr>
            </a:lvl8pPr>
            <a:lvl9pPr>
              <a:defRPr sz="1200" b="0">
                <a:solidFill>
                  <a:srgbClr val="5E746D"/>
                </a:solidFill>
                <a:latin typeface="Arial"/>
                <a:ea typeface="Arial"/>
                <a:cs typeface="Arial"/>
              </a:defRPr>
            </a:lvl9pPr>
          </a:lstStyle>
          <a:p xmlns:a="http://schemas.openxmlformats.org/drawingml/2006/main">
            <a:pPr>
              <a:defRPr sz="1200" b="0">
                <a:solidFill>
                  <a:srgbClr val="5E746D"/>
                </a:solidFill>
                <a:latin typeface="Arial"/>
                <a:ea typeface="Arial"/>
                <a:cs typeface="Arial"/>
              </a:defRPr>
            </a:pPr>
            <a:r>
              <a:rPr sz="1200" b="0">
                <a:solidFill>
                  <a:srgbClr val="5E746D"/>
                </a:solidFill>
                <a:latin typeface="Arial"/>
                <a:ea typeface="Arial"/>
                <a:cs typeface="Arial"/>
              </a:rPr>
              <a:t>Chạy Setup-OGKAgent.ps1 với ServerUrl. HTTP LAN cần AllowInsecureHttp cho lab.</a:t>
            </a:r>
          </a:p>
        </p:txBody>
      </p:sp>
      <p:sp>
        <p:nvSpPr>
          <p:cNvPr id="20" name="">
            <a:extLst xmlns:a="http://schemas.openxmlformats.org/drawingml/2006/main">
              <a:ext uri="{FF2B5EF4-FFF2-40B4-BE49-F238E27FC236}">
                <a16:creationId xmlns:a16="http://schemas.microsoft.com/office/drawing/2014/main" id="{07549C96-7146-4297-ADDF-AF35D185477E}"/>
              </a:ext>
            </a:extLst>
          </p:cNvPr>
          <p:cNvSpPr>
            <a:spLocks xmlns:a="http://schemas.openxmlformats.org/drawingml/2006/main" noGrp="1"/>
          </p:cNvSpPr>
          <p:nvPr/>
        </p:nvSpPr>
        <p:spPr>
          <a:xfrm xmlns:a="http://schemas.openxmlformats.org/drawingml/2006/main">
            <a:off x="6362700" y="3914775"/>
            <a:ext cx="85725" cy="85725"/>
          </a:xfrm>
          <a:prstGeom xmlns:a="http://schemas.openxmlformats.org/drawingml/2006/main" prst="roundRect">
            <a:avLst>
              <a:gd name="adj" fmla="val 50000"/>
            </a:avLst>
          </a:prstGeom>
          <a:solidFill xmlns:a="http://schemas.openxmlformats.org/drawingml/2006/main">
            <a:srgbClr val="218D73"/>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B2E301C-90C4-4829-A725-F16A6388B387}"/>
              </a:ext>
            </a:extLst>
          </p:cNvPr>
          <p:cNvSpPr>
            <a:spLocks xmlns:a="http://schemas.openxmlformats.org/drawingml/2006/main" noGrp="1"/>
          </p:cNvSpPr>
          <p:nvPr/>
        </p:nvSpPr>
        <p:spPr>
          <a:xfrm xmlns:a="http://schemas.openxmlformats.org/drawingml/2006/main">
            <a:off x="6572250" y="3829050"/>
            <a:ext cx="3886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defRPr sz="1500" b="1">
                <a:solidFill>
                  <a:srgbClr val="123C52"/>
                </a:solidFill>
                <a:latin typeface="Arial"/>
                <a:ea typeface="Arial"/>
                <a:cs typeface="Arial"/>
              </a:defRPr>
            </a:defPPr>
            <a:lvl1pPr>
              <a:defRPr sz="1500" b="1">
                <a:solidFill>
                  <a:srgbClr val="123C52"/>
                </a:solidFill>
                <a:latin typeface="Arial"/>
                <a:ea typeface="Arial"/>
                <a:cs typeface="Arial"/>
              </a:defRPr>
            </a:lvl1pPr>
            <a:lvl2pPr>
              <a:defRPr sz="1500" b="1">
                <a:solidFill>
                  <a:srgbClr val="123C52"/>
                </a:solidFill>
                <a:latin typeface="Arial"/>
                <a:ea typeface="Arial"/>
                <a:cs typeface="Arial"/>
              </a:defRPr>
            </a:lvl2pPr>
            <a:lvl3pPr>
              <a:defRPr sz="1500" b="1">
                <a:solidFill>
                  <a:srgbClr val="123C52"/>
                </a:solidFill>
                <a:latin typeface="Arial"/>
                <a:ea typeface="Arial"/>
                <a:cs typeface="Arial"/>
              </a:defRPr>
            </a:lvl3pPr>
            <a:lvl4pPr>
              <a:defRPr sz="1500" b="1">
                <a:solidFill>
                  <a:srgbClr val="123C52"/>
                </a:solidFill>
                <a:latin typeface="Arial"/>
                <a:ea typeface="Arial"/>
                <a:cs typeface="Arial"/>
              </a:defRPr>
            </a:lvl4pPr>
            <a:lvl5pPr>
              <a:defRPr sz="1500" b="1">
                <a:solidFill>
                  <a:srgbClr val="123C52"/>
                </a:solidFill>
                <a:latin typeface="Arial"/>
                <a:ea typeface="Arial"/>
                <a:cs typeface="Arial"/>
              </a:defRPr>
            </a:lvl5pPr>
            <a:lvl6pPr>
              <a:defRPr sz="1500" b="1">
                <a:solidFill>
                  <a:srgbClr val="123C52"/>
                </a:solidFill>
                <a:latin typeface="Arial"/>
                <a:ea typeface="Arial"/>
                <a:cs typeface="Arial"/>
              </a:defRPr>
            </a:lvl6pPr>
            <a:lvl7pPr>
              <a:defRPr sz="1500" b="1">
                <a:solidFill>
                  <a:srgbClr val="123C52"/>
                </a:solidFill>
                <a:latin typeface="Arial"/>
                <a:ea typeface="Arial"/>
                <a:cs typeface="Arial"/>
              </a:defRPr>
            </a:lvl7pPr>
            <a:lvl8pPr>
              <a:defRPr sz="1500" b="1">
                <a:solidFill>
                  <a:srgbClr val="123C52"/>
                </a:solidFill>
                <a:latin typeface="Arial"/>
                <a:ea typeface="Arial"/>
                <a:cs typeface="Arial"/>
              </a:defRPr>
            </a:lvl8pPr>
            <a:lvl9pPr>
              <a:defRPr sz="1500" b="1">
                <a:solidFill>
                  <a:srgbClr val="123C52"/>
                </a:solidFill>
                <a:latin typeface="Arial"/>
                <a:ea typeface="Arial"/>
                <a:cs typeface="Arial"/>
              </a:defRPr>
            </a:lvl9pPr>
          </a:lstStyle>
          <a:p xmlns:a="http://schemas.openxmlformats.org/drawingml/2006/main">
            <a:pPr>
              <a:defRPr sz="1500" b="1">
                <a:solidFill>
                  <a:srgbClr val="123C52"/>
                </a:solidFill>
                <a:latin typeface="Arial"/>
                <a:ea typeface="Arial"/>
                <a:cs typeface="Arial"/>
              </a:defRPr>
            </a:pPr>
            <a:r>
              <a:rPr sz="1500" b="1">
                <a:solidFill>
                  <a:srgbClr val="123C52"/>
                </a:solidFill>
                <a:latin typeface="Arial"/>
                <a:ea typeface="Arial"/>
                <a:cs typeface="Arial"/>
              </a:rPr>
              <a:t>Cập nhật</a:t>
            </a:r>
          </a:p>
        </p:txBody>
      </p:sp>
      <p:sp>
        <p:nvSpPr>
          <p:cNvPr id="22" name="">
            <a:extLst xmlns:a="http://schemas.openxmlformats.org/drawingml/2006/main">
              <a:ext uri="{FF2B5EF4-FFF2-40B4-BE49-F238E27FC236}">
                <a16:creationId xmlns:a16="http://schemas.microsoft.com/office/drawing/2014/main" id="{3129908F-55A5-47CE-919F-087E4FB234F8}"/>
              </a:ext>
            </a:extLst>
          </p:cNvPr>
          <p:cNvSpPr>
            <a:spLocks xmlns:a="http://schemas.openxmlformats.org/drawingml/2006/main" noGrp="1"/>
          </p:cNvSpPr>
          <p:nvPr/>
        </p:nvSpPr>
        <p:spPr>
          <a:xfrm xmlns:a="http://schemas.openxmlformats.org/drawingml/2006/main">
            <a:off x="6572250" y="4114800"/>
            <a:ext cx="3886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187"/>
          </a:bodyPr>
          <a:lstStyle xmlns:a="http://schemas.openxmlformats.org/drawingml/2006/main">
            <a:defPPr>
              <a:defRPr sz="1200" b="0">
                <a:solidFill>
                  <a:srgbClr val="5E746D"/>
                </a:solidFill>
                <a:latin typeface="Arial"/>
                <a:ea typeface="Arial"/>
                <a:cs typeface="Arial"/>
              </a:defRPr>
            </a:defPPr>
            <a:lvl1pPr>
              <a:defRPr sz="1200" b="0">
                <a:solidFill>
                  <a:srgbClr val="5E746D"/>
                </a:solidFill>
                <a:latin typeface="Arial"/>
                <a:ea typeface="Arial"/>
                <a:cs typeface="Arial"/>
              </a:defRPr>
            </a:lvl1pPr>
            <a:lvl2pPr>
              <a:defRPr sz="1200" b="0">
                <a:solidFill>
                  <a:srgbClr val="5E746D"/>
                </a:solidFill>
                <a:latin typeface="Arial"/>
                <a:ea typeface="Arial"/>
                <a:cs typeface="Arial"/>
              </a:defRPr>
            </a:lvl2pPr>
            <a:lvl3pPr>
              <a:defRPr sz="1200" b="0">
                <a:solidFill>
                  <a:srgbClr val="5E746D"/>
                </a:solidFill>
                <a:latin typeface="Arial"/>
                <a:ea typeface="Arial"/>
                <a:cs typeface="Arial"/>
              </a:defRPr>
            </a:lvl3pPr>
            <a:lvl4pPr>
              <a:defRPr sz="1200" b="0">
                <a:solidFill>
                  <a:srgbClr val="5E746D"/>
                </a:solidFill>
                <a:latin typeface="Arial"/>
                <a:ea typeface="Arial"/>
                <a:cs typeface="Arial"/>
              </a:defRPr>
            </a:lvl4pPr>
            <a:lvl5pPr>
              <a:defRPr sz="1200" b="0">
                <a:solidFill>
                  <a:srgbClr val="5E746D"/>
                </a:solidFill>
                <a:latin typeface="Arial"/>
                <a:ea typeface="Arial"/>
                <a:cs typeface="Arial"/>
              </a:defRPr>
            </a:lvl5pPr>
            <a:lvl6pPr>
              <a:defRPr sz="1200" b="0">
                <a:solidFill>
                  <a:srgbClr val="5E746D"/>
                </a:solidFill>
                <a:latin typeface="Arial"/>
                <a:ea typeface="Arial"/>
                <a:cs typeface="Arial"/>
              </a:defRPr>
            </a:lvl6pPr>
            <a:lvl7pPr>
              <a:defRPr sz="1200" b="0">
                <a:solidFill>
                  <a:srgbClr val="5E746D"/>
                </a:solidFill>
                <a:latin typeface="Arial"/>
                <a:ea typeface="Arial"/>
                <a:cs typeface="Arial"/>
              </a:defRPr>
            </a:lvl7pPr>
            <a:lvl8pPr>
              <a:defRPr sz="1200" b="0">
                <a:solidFill>
                  <a:srgbClr val="5E746D"/>
                </a:solidFill>
                <a:latin typeface="Arial"/>
                <a:ea typeface="Arial"/>
                <a:cs typeface="Arial"/>
              </a:defRPr>
            </a:lvl8pPr>
            <a:lvl9pPr>
              <a:defRPr sz="1200" b="0">
                <a:solidFill>
                  <a:srgbClr val="5E746D"/>
                </a:solidFill>
                <a:latin typeface="Arial"/>
                <a:ea typeface="Arial"/>
                <a:cs typeface="Arial"/>
              </a:defRPr>
            </a:lvl9pPr>
          </a:lstStyle>
          <a:p xmlns:a="http://schemas.openxmlformats.org/drawingml/2006/main">
            <a:pPr>
              <a:defRPr sz="1200" b="0">
                <a:solidFill>
                  <a:srgbClr val="5E746D"/>
                </a:solidFill>
                <a:latin typeface="Arial"/>
                <a:ea typeface="Arial"/>
                <a:cs typeface="Arial"/>
              </a:defRPr>
            </a:pPr>
            <a:r>
              <a:rPr sz="1200" b="0">
                <a:solidFill>
                  <a:srgbClr val="5E746D"/>
                </a:solidFill>
                <a:latin typeface="Arial"/>
                <a:ea typeface="Arial"/>
                <a:cs typeface="Arial"/>
              </a:rPr>
              <a:t>Thay mã hoặc chạy lại bộ cài, sau đó Restart-Service OpenGuardKidsAgentTest bằng PowerShell quản trị.</a:t>
            </a:r>
          </a:p>
        </p:txBody>
      </p:sp>
      <p:sp>
        <p:nvSpPr>
          <p:cNvPr id="23" name="">
            <a:extLst xmlns:a="http://schemas.openxmlformats.org/drawingml/2006/main">
              <a:ext uri="{FF2B5EF4-FFF2-40B4-BE49-F238E27FC236}">
                <a16:creationId xmlns:a16="http://schemas.microsoft.com/office/drawing/2014/main" id="{CAE2A9CC-7B4B-4CE0-BB7D-ECC7455F5903}"/>
              </a:ext>
            </a:extLst>
          </p:cNvPr>
          <p:cNvSpPr>
            <a:spLocks xmlns:a="http://schemas.openxmlformats.org/drawingml/2006/main" noGrp="1"/>
          </p:cNvSpPr>
          <p:nvPr/>
        </p:nvSpPr>
        <p:spPr>
          <a:xfrm xmlns:a="http://schemas.openxmlformats.org/drawingml/2006/main">
            <a:off x="514350" y="5600700"/>
            <a:ext cx="10515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200" b="1">
                <a:solidFill>
                  <a:srgbClr val="A8484F"/>
                </a:solidFill>
                <a:latin typeface="Arial"/>
                <a:ea typeface="Arial"/>
                <a:cs typeface="Arial"/>
              </a:defRPr>
            </a:defPPr>
            <a:lvl1pPr>
              <a:defRPr sz="1200" b="1">
                <a:solidFill>
                  <a:srgbClr val="A8484F"/>
                </a:solidFill>
                <a:latin typeface="Arial"/>
                <a:ea typeface="Arial"/>
                <a:cs typeface="Arial"/>
              </a:defRPr>
            </a:lvl1pPr>
            <a:lvl2pPr>
              <a:defRPr sz="1200" b="1">
                <a:solidFill>
                  <a:srgbClr val="A8484F"/>
                </a:solidFill>
                <a:latin typeface="Arial"/>
                <a:ea typeface="Arial"/>
                <a:cs typeface="Arial"/>
              </a:defRPr>
            </a:lvl2pPr>
            <a:lvl3pPr>
              <a:defRPr sz="1200" b="1">
                <a:solidFill>
                  <a:srgbClr val="A8484F"/>
                </a:solidFill>
                <a:latin typeface="Arial"/>
                <a:ea typeface="Arial"/>
                <a:cs typeface="Arial"/>
              </a:defRPr>
            </a:lvl3pPr>
            <a:lvl4pPr>
              <a:defRPr sz="1200" b="1">
                <a:solidFill>
                  <a:srgbClr val="A8484F"/>
                </a:solidFill>
                <a:latin typeface="Arial"/>
                <a:ea typeface="Arial"/>
                <a:cs typeface="Arial"/>
              </a:defRPr>
            </a:lvl4pPr>
            <a:lvl5pPr>
              <a:defRPr sz="1200" b="1">
                <a:solidFill>
                  <a:srgbClr val="A8484F"/>
                </a:solidFill>
                <a:latin typeface="Arial"/>
                <a:ea typeface="Arial"/>
                <a:cs typeface="Arial"/>
              </a:defRPr>
            </a:lvl5pPr>
            <a:lvl6pPr>
              <a:defRPr sz="1200" b="1">
                <a:solidFill>
                  <a:srgbClr val="A8484F"/>
                </a:solidFill>
                <a:latin typeface="Arial"/>
                <a:ea typeface="Arial"/>
                <a:cs typeface="Arial"/>
              </a:defRPr>
            </a:lvl6pPr>
            <a:lvl7pPr>
              <a:defRPr sz="1200" b="1">
                <a:solidFill>
                  <a:srgbClr val="A8484F"/>
                </a:solidFill>
                <a:latin typeface="Arial"/>
                <a:ea typeface="Arial"/>
                <a:cs typeface="Arial"/>
              </a:defRPr>
            </a:lvl7pPr>
            <a:lvl8pPr>
              <a:defRPr sz="1200" b="1">
                <a:solidFill>
                  <a:srgbClr val="A8484F"/>
                </a:solidFill>
                <a:latin typeface="Arial"/>
                <a:ea typeface="Arial"/>
                <a:cs typeface="Arial"/>
              </a:defRPr>
            </a:lvl8pPr>
            <a:lvl9pPr>
              <a:defRPr sz="1200" b="1">
                <a:solidFill>
                  <a:srgbClr val="A8484F"/>
                </a:solidFill>
                <a:latin typeface="Arial"/>
                <a:ea typeface="Arial"/>
                <a:cs typeface="Arial"/>
              </a:defRPr>
            </a:lvl9pPr>
          </a:lstStyle>
          <a:p xmlns:a="http://schemas.openxmlformats.org/drawingml/2006/main">
            <a:pPr>
              <a:defRPr sz="1200" b="1">
                <a:solidFill>
                  <a:srgbClr val="A8484F"/>
                </a:solidFill>
                <a:latin typeface="Arial"/>
                <a:ea typeface="Arial"/>
                <a:cs typeface="Arial"/>
              </a:defRPr>
            </a:pPr>
            <a:r>
              <a:rPr sz="1200" b="1">
                <a:solidFill>
                  <a:srgbClr val="A8484F"/>
                </a:solidFill>
                <a:latin typeface="Arial"/>
                <a:ea typeface="Arial"/>
                <a:cs typeface="Arial"/>
              </a:rPr>
              <a:t>Khuyến nghị dùng tài khoản Windows standard cho trẻ. Tùy chọn LabAllowAdministratorChild chỉ dành cho môi trường thử nghiệm cô lập.</a:t>
            </a:r>
          </a:p>
        </p:txBody>
      </p:sp>
    </p:spTree>
    <p:extLst>
      <p:ext uri="{BB962C8B-B14F-4D97-AF65-F5344CB8AC3E}">
        <p14:creationId xmlns:p14="http://schemas.microsoft.com/office/powerpoint/2010/main" val="2116784621"/>
      </p:ext>
    </p:extLst>
  </p:cSld>
</p:sld>
</file>

<file path=ppt/slides/slide18.xml><?xml version="1.0" encoding="utf-8"?>
<p:sld xmlns:p="http://schemas.openxmlformats.org/presentationml/2006/main">
  <p:cSld>
    <p:bg>
      <p:bgPr>
        <a:solidFill xmlns:a="http://schemas.openxmlformats.org/drawingml/2006/main">
          <a:srgbClr val="123C5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D523601-AD00-4FD5-B9F0-DD25E8A8975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80D7B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B8F774F-85AB-4951-A41D-04F24D46D47F}"/>
              </a:ext>
            </a:extLst>
          </p:cNvPr>
          <p:cNvSpPr>
            <a:spLocks xmlns:a="http://schemas.openxmlformats.org/drawingml/2006/main" noGrp="1"/>
          </p:cNvSpPr>
          <p:nvPr/>
        </p:nvSpPr>
        <p:spPr>
          <a:xfrm xmlns:a="http://schemas.openxmlformats.org/drawingml/2006/main">
            <a:off x="609600" y="4381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714"/>
          </a:bodyPr>
          <a:lstStyle xmlns:a="http://schemas.openxmlformats.org/drawingml/2006/main">
            <a:defPPr>
              <a:defRPr sz="1050" b="1">
                <a:solidFill>
                  <a:srgbClr val="80D7B7"/>
                </a:solidFill>
                <a:latin typeface="Arial"/>
                <a:ea typeface="Arial"/>
                <a:cs typeface="Arial"/>
              </a:defRPr>
            </a:defPPr>
            <a:lvl1pPr>
              <a:defRPr sz="1050" b="1">
                <a:solidFill>
                  <a:srgbClr val="80D7B7"/>
                </a:solidFill>
                <a:latin typeface="Arial"/>
                <a:ea typeface="Arial"/>
                <a:cs typeface="Arial"/>
              </a:defRPr>
            </a:lvl1pPr>
            <a:lvl2pPr>
              <a:defRPr sz="1050" b="1">
                <a:solidFill>
                  <a:srgbClr val="80D7B7"/>
                </a:solidFill>
                <a:latin typeface="Arial"/>
                <a:ea typeface="Arial"/>
                <a:cs typeface="Arial"/>
              </a:defRPr>
            </a:lvl2pPr>
            <a:lvl3pPr>
              <a:defRPr sz="1050" b="1">
                <a:solidFill>
                  <a:srgbClr val="80D7B7"/>
                </a:solidFill>
                <a:latin typeface="Arial"/>
                <a:ea typeface="Arial"/>
                <a:cs typeface="Arial"/>
              </a:defRPr>
            </a:lvl3pPr>
            <a:lvl4pPr>
              <a:defRPr sz="1050" b="1">
                <a:solidFill>
                  <a:srgbClr val="80D7B7"/>
                </a:solidFill>
                <a:latin typeface="Arial"/>
                <a:ea typeface="Arial"/>
                <a:cs typeface="Arial"/>
              </a:defRPr>
            </a:lvl4pPr>
            <a:lvl5pPr>
              <a:defRPr sz="1050" b="1">
                <a:solidFill>
                  <a:srgbClr val="80D7B7"/>
                </a:solidFill>
                <a:latin typeface="Arial"/>
                <a:ea typeface="Arial"/>
                <a:cs typeface="Arial"/>
              </a:defRPr>
            </a:lvl5pPr>
            <a:lvl6pPr>
              <a:defRPr sz="1050" b="1">
                <a:solidFill>
                  <a:srgbClr val="80D7B7"/>
                </a:solidFill>
                <a:latin typeface="Arial"/>
                <a:ea typeface="Arial"/>
                <a:cs typeface="Arial"/>
              </a:defRPr>
            </a:lvl6pPr>
            <a:lvl7pPr>
              <a:defRPr sz="1050" b="1">
                <a:solidFill>
                  <a:srgbClr val="80D7B7"/>
                </a:solidFill>
                <a:latin typeface="Arial"/>
                <a:ea typeface="Arial"/>
                <a:cs typeface="Arial"/>
              </a:defRPr>
            </a:lvl7pPr>
            <a:lvl8pPr>
              <a:defRPr sz="1050" b="1">
                <a:solidFill>
                  <a:srgbClr val="80D7B7"/>
                </a:solidFill>
                <a:latin typeface="Arial"/>
                <a:ea typeface="Arial"/>
                <a:cs typeface="Arial"/>
              </a:defRPr>
            </a:lvl8pPr>
            <a:lvl9pPr>
              <a:defRPr sz="1050" b="1">
                <a:solidFill>
                  <a:srgbClr val="80D7B7"/>
                </a:solidFill>
                <a:latin typeface="Arial"/>
                <a:ea typeface="Arial"/>
                <a:cs typeface="Arial"/>
              </a:defRPr>
            </a:lvl9pPr>
          </a:lstStyle>
          <a:p xmlns:a="http://schemas.openxmlformats.org/drawingml/2006/main">
            <a:pPr>
              <a:defRPr sz="1050" b="1">
                <a:solidFill>
                  <a:srgbClr val="80D7B7"/>
                </a:solidFill>
                <a:latin typeface="Arial"/>
                <a:ea typeface="Arial"/>
                <a:cs typeface="Arial"/>
              </a:defRPr>
            </a:pPr>
            <a:r>
              <a:rPr sz="1050" b="1">
                <a:solidFill>
                  <a:srgbClr val="80D7B7"/>
                </a:solidFill>
                <a:latin typeface="Arial"/>
                <a:ea typeface="Arial"/>
                <a:cs typeface="Arial"/>
              </a:rPr>
              <a:t>KẾT LUẬN</a:t>
            </a:r>
          </a:p>
        </p:txBody>
      </p:sp>
      <p:sp>
        <p:nvSpPr>
          <p:cNvPr id="3" name="">
            <a:extLst xmlns:a="http://schemas.openxmlformats.org/drawingml/2006/main">
              <a:ext uri="{FF2B5EF4-FFF2-40B4-BE49-F238E27FC236}">
                <a16:creationId xmlns:a16="http://schemas.microsoft.com/office/drawing/2014/main" id="{2DBC7CC9-C8F1-413A-B130-693A53D0E162}"/>
              </a:ext>
            </a:extLst>
          </p:cNvPr>
          <p:cNvSpPr>
            <a:spLocks xmlns:a="http://schemas.openxmlformats.org/drawingml/2006/main" noGrp="1"/>
          </p:cNvSpPr>
          <p:nvPr/>
        </p:nvSpPr>
        <p:spPr>
          <a:xfrm xmlns:a="http://schemas.openxmlformats.org/drawingml/2006/main">
            <a:off x="609600" y="876300"/>
            <a:ext cx="7429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188"/>
          </a:bodyPr>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Hệ thống đã khép kín</a:t>
            </a:r>
          </a:p>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luồng kiểm soát cơ bản</a:t>
            </a:r>
          </a:p>
        </p:txBody>
      </p:sp>
      <p:sp>
        <p:nvSpPr>
          <p:cNvPr id="4" name="">
            <a:extLst xmlns:a="http://schemas.openxmlformats.org/drawingml/2006/main">
              <a:ext uri="{FF2B5EF4-FFF2-40B4-BE49-F238E27FC236}">
                <a16:creationId xmlns:a16="http://schemas.microsoft.com/office/drawing/2014/main" id="{940AE627-94FB-451D-B10F-4EF710FA9AF8}"/>
              </a:ext>
            </a:extLst>
          </p:cNvPr>
          <p:cNvSpPr>
            <a:spLocks xmlns:a="http://schemas.openxmlformats.org/drawingml/2006/main" noGrp="1"/>
          </p:cNvSpPr>
          <p:nvPr/>
        </p:nvSpPr>
        <p:spPr>
          <a:xfrm xmlns:a="http://schemas.openxmlformats.org/drawingml/2006/main">
            <a:off x="609600" y="215265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725" b="0">
                <a:solidFill>
                  <a:srgbClr val="D5E7E1"/>
                </a:solidFill>
                <a:latin typeface="Arial"/>
                <a:ea typeface="Arial"/>
                <a:cs typeface="Arial"/>
              </a:defRPr>
            </a:defPPr>
            <a:lvl1pPr>
              <a:defRPr sz="1725" b="0">
                <a:solidFill>
                  <a:srgbClr val="D5E7E1"/>
                </a:solidFill>
                <a:latin typeface="Arial"/>
                <a:ea typeface="Arial"/>
                <a:cs typeface="Arial"/>
              </a:defRPr>
            </a:lvl1pPr>
            <a:lvl2pPr>
              <a:defRPr sz="1725" b="0">
                <a:solidFill>
                  <a:srgbClr val="D5E7E1"/>
                </a:solidFill>
                <a:latin typeface="Arial"/>
                <a:ea typeface="Arial"/>
                <a:cs typeface="Arial"/>
              </a:defRPr>
            </a:lvl2pPr>
            <a:lvl3pPr>
              <a:defRPr sz="1725" b="0">
                <a:solidFill>
                  <a:srgbClr val="D5E7E1"/>
                </a:solidFill>
                <a:latin typeface="Arial"/>
                <a:ea typeface="Arial"/>
                <a:cs typeface="Arial"/>
              </a:defRPr>
            </a:lvl3pPr>
            <a:lvl4pPr>
              <a:defRPr sz="1725" b="0">
                <a:solidFill>
                  <a:srgbClr val="D5E7E1"/>
                </a:solidFill>
                <a:latin typeface="Arial"/>
                <a:ea typeface="Arial"/>
                <a:cs typeface="Arial"/>
              </a:defRPr>
            </a:lvl4pPr>
            <a:lvl5pPr>
              <a:defRPr sz="1725" b="0">
                <a:solidFill>
                  <a:srgbClr val="D5E7E1"/>
                </a:solidFill>
                <a:latin typeface="Arial"/>
                <a:ea typeface="Arial"/>
                <a:cs typeface="Arial"/>
              </a:defRPr>
            </a:lvl5pPr>
            <a:lvl6pPr>
              <a:defRPr sz="1725" b="0">
                <a:solidFill>
                  <a:srgbClr val="D5E7E1"/>
                </a:solidFill>
                <a:latin typeface="Arial"/>
                <a:ea typeface="Arial"/>
                <a:cs typeface="Arial"/>
              </a:defRPr>
            </a:lvl6pPr>
            <a:lvl7pPr>
              <a:defRPr sz="1725" b="0">
                <a:solidFill>
                  <a:srgbClr val="D5E7E1"/>
                </a:solidFill>
                <a:latin typeface="Arial"/>
                <a:ea typeface="Arial"/>
                <a:cs typeface="Arial"/>
              </a:defRPr>
            </a:lvl7pPr>
            <a:lvl8pPr>
              <a:defRPr sz="1725" b="0">
                <a:solidFill>
                  <a:srgbClr val="D5E7E1"/>
                </a:solidFill>
                <a:latin typeface="Arial"/>
                <a:ea typeface="Arial"/>
                <a:cs typeface="Arial"/>
              </a:defRPr>
            </a:lvl8pPr>
            <a:lvl9pPr>
              <a:defRPr sz="1725" b="0">
                <a:solidFill>
                  <a:srgbClr val="D5E7E1"/>
                </a:solidFill>
                <a:latin typeface="Arial"/>
                <a:ea typeface="Arial"/>
                <a:cs typeface="Arial"/>
              </a:defRPr>
            </a:lvl9pPr>
          </a:lstStyle>
          <a:p xmlns:a="http://schemas.openxmlformats.org/drawingml/2006/main">
            <a:pPr>
              <a:defRPr sz="1725" b="0">
                <a:solidFill>
                  <a:srgbClr val="D5E7E1"/>
                </a:solidFill>
                <a:latin typeface="Arial"/>
                <a:ea typeface="Arial"/>
                <a:cs typeface="Arial"/>
              </a:defRPr>
            </a:pPr>
            <a:r>
              <a:rPr sz="1725" b="0">
                <a:solidFill>
                  <a:srgbClr val="D5E7E1"/>
                </a:solidFill>
                <a:latin typeface="Arial"/>
                <a:ea typeface="Arial"/>
                <a:cs typeface="Arial"/>
              </a:rPr>
              <a:t>F2 đặt luật, F3 cung cấp bằng chứng và F5 bảo vệ quyền truy cập</a:t>
            </a:r>
          </a:p>
        </p:txBody>
      </p:sp>
      <p:sp>
        <p:nvSpPr>
          <p:cNvPr id="5" name="">
            <a:extLst xmlns:a="http://schemas.openxmlformats.org/drawingml/2006/main">
              <a:ext uri="{FF2B5EF4-FFF2-40B4-BE49-F238E27FC236}">
                <a16:creationId xmlns:a16="http://schemas.microsoft.com/office/drawing/2014/main" id="{D128821B-53AB-4D1A-BD9B-AA60F48BAF71}"/>
              </a:ext>
            </a:extLst>
          </p:cNvPr>
          <p:cNvSpPr>
            <a:spLocks xmlns:a="http://schemas.openxmlformats.org/drawingml/2006/main" noGrp="1"/>
          </p:cNvSpPr>
          <p:nvPr/>
        </p:nvSpPr>
        <p:spPr>
          <a:xfrm xmlns:a="http://schemas.openxmlformats.org/drawingml/2006/main">
            <a:off x="609600" y="3067050"/>
            <a:ext cx="95250" cy="609600"/>
          </a:xfrm>
          <a:prstGeom xmlns:a="http://schemas.openxmlformats.org/drawingml/2006/main" prst="rect">
            <a:avLst/>
          </a:prstGeom>
          <a:solidFill xmlns:a="http://schemas.openxmlformats.org/drawingml/2006/main">
            <a:srgbClr val="218D7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889F7FE-8675-4232-9F4C-F650271ABF34}"/>
              </a:ext>
            </a:extLst>
          </p:cNvPr>
          <p:cNvSpPr>
            <a:spLocks xmlns:a="http://schemas.openxmlformats.org/drawingml/2006/main" noGrp="1"/>
          </p:cNvSpPr>
          <p:nvPr/>
        </p:nvSpPr>
        <p:spPr>
          <a:xfrm xmlns:a="http://schemas.openxmlformats.org/drawingml/2006/main">
            <a:off x="895350" y="30670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defRPr sz="1575" b="1">
                <a:solidFill>
                  <a:srgbClr val="FFFFFF"/>
                </a:solidFill>
                <a:latin typeface="Arial"/>
                <a:ea typeface="Arial"/>
                <a:cs typeface="Arial"/>
              </a:defRPr>
            </a:defPPr>
            <a:lvl1pPr>
              <a:defRPr sz="1575" b="1">
                <a:solidFill>
                  <a:srgbClr val="FFFFFF"/>
                </a:solidFill>
                <a:latin typeface="Arial"/>
                <a:ea typeface="Arial"/>
                <a:cs typeface="Arial"/>
              </a:defRPr>
            </a:lvl1pPr>
            <a:lvl2pPr>
              <a:defRPr sz="1575" b="1">
                <a:solidFill>
                  <a:srgbClr val="FFFFFF"/>
                </a:solidFill>
                <a:latin typeface="Arial"/>
                <a:ea typeface="Arial"/>
                <a:cs typeface="Arial"/>
              </a:defRPr>
            </a:lvl2pPr>
            <a:lvl3pPr>
              <a:defRPr sz="1575" b="1">
                <a:solidFill>
                  <a:srgbClr val="FFFFFF"/>
                </a:solidFill>
                <a:latin typeface="Arial"/>
                <a:ea typeface="Arial"/>
                <a:cs typeface="Arial"/>
              </a:defRPr>
            </a:lvl3pPr>
            <a:lvl4pPr>
              <a:defRPr sz="1575" b="1">
                <a:solidFill>
                  <a:srgbClr val="FFFFFF"/>
                </a:solidFill>
                <a:latin typeface="Arial"/>
                <a:ea typeface="Arial"/>
                <a:cs typeface="Arial"/>
              </a:defRPr>
            </a:lvl4pPr>
            <a:lvl5pPr>
              <a:defRPr sz="1575" b="1">
                <a:solidFill>
                  <a:srgbClr val="FFFFFF"/>
                </a:solidFill>
                <a:latin typeface="Arial"/>
                <a:ea typeface="Arial"/>
                <a:cs typeface="Arial"/>
              </a:defRPr>
            </a:lvl5pPr>
            <a:lvl6pPr>
              <a:defRPr sz="1575" b="1">
                <a:solidFill>
                  <a:srgbClr val="FFFFFF"/>
                </a:solidFill>
                <a:latin typeface="Arial"/>
                <a:ea typeface="Arial"/>
                <a:cs typeface="Arial"/>
              </a:defRPr>
            </a:lvl6pPr>
            <a:lvl7pPr>
              <a:defRPr sz="1575" b="1">
                <a:solidFill>
                  <a:srgbClr val="FFFFFF"/>
                </a:solidFill>
                <a:latin typeface="Arial"/>
                <a:ea typeface="Arial"/>
                <a:cs typeface="Arial"/>
              </a:defRPr>
            </a:lvl7pPr>
            <a:lvl8pPr>
              <a:defRPr sz="1575" b="1">
                <a:solidFill>
                  <a:srgbClr val="FFFFFF"/>
                </a:solidFill>
                <a:latin typeface="Arial"/>
                <a:ea typeface="Arial"/>
                <a:cs typeface="Arial"/>
              </a:defRPr>
            </a:lvl8pPr>
            <a:lvl9pPr>
              <a:defRPr sz="1575" b="1">
                <a:solidFill>
                  <a:srgbClr val="FFFFFF"/>
                </a:solidFill>
                <a:latin typeface="Arial"/>
                <a:ea typeface="Arial"/>
                <a:cs typeface="Arial"/>
              </a:defRPr>
            </a:lvl9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Điểm mạnh</a:t>
            </a:r>
          </a:p>
        </p:txBody>
      </p:sp>
      <p:sp>
        <p:nvSpPr>
          <p:cNvPr id="7" name="">
            <a:extLst xmlns:a="http://schemas.openxmlformats.org/drawingml/2006/main">
              <a:ext uri="{FF2B5EF4-FFF2-40B4-BE49-F238E27FC236}">
                <a16:creationId xmlns:a16="http://schemas.microsoft.com/office/drawing/2014/main" id="{69E9D656-48C9-467C-8962-242FAEB246F1}"/>
              </a:ext>
            </a:extLst>
          </p:cNvPr>
          <p:cNvSpPr>
            <a:spLocks xmlns:a="http://schemas.openxmlformats.org/drawingml/2006/main" noGrp="1"/>
          </p:cNvSpPr>
          <p:nvPr/>
        </p:nvSpPr>
        <p:spPr>
          <a:xfrm xmlns:a="http://schemas.openxmlformats.org/drawingml/2006/main">
            <a:off x="2905125" y="304800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0">
                <a:solidFill>
                  <a:srgbClr val="D5E7E1"/>
                </a:solidFill>
                <a:latin typeface="Arial"/>
                <a:ea typeface="Arial"/>
                <a:cs typeface="Arial"/>
              </a:defRPr>
            </a:defPPr>
            <a:lvl1pPr>
              <a:defRPr sz="1500" b="0">
                <a:solidFill>
                  <a:srgbClr val="D5E7E1"/>
                </a:solidFill>
                <a:latin typeface="Arial"/>
                <a:ea typeface="Arial"/>
                <a:cs typeface="Arial"/>
              </a:defRPr>
            </a:lvl1pPr>
            <a:lvl2pPr>
              <a:defRPr sz="1500" b="0">
                <a:solidFill>
                  <a:srgbClr val="D5E7E1"/>
                </a:solidFill>
                <a:latin typeface="Arial"/>
                <a:ea typeface="Arial"/>
                <a:cs typeface="Arial"/>
              </a:defRPr>
            </a:lvl2pPr>
            <a:lvl3pPr>
              <a:defRPr sz="1500" b="0">
                <a:solidFill>
                  <a:srgbClr val="D5E7E1"/>
                </a:solidFill>
                <a:latin typeface="Arial"/>
                <a:ea typeface="Arial"/>
                <a:cs typeface="Arial"/>
              </a:defRPr>
            </a:lvl3pPr>
            <a:lvl4pPr>
              <a:defRPr sz="1500" b="0">
                <a:solidFill>
                  <a:srgbClr val="D5E7E1"/>
                </a:solidFill>
                <a:latin typeface="Arial"/>
                <a:ea typeface="Arial"/>
                <a:cs typeface="Arial"/>
              </a:defRPr>
            </a:lvl4pPr>
            <a:lvl5pPr>
              <a:defRPr sz="1500" b="0">
                <a:solidFill>
                  <a:srgbClr val="D5E7E1"/>
                </a:solidFill>
                <a:latin typeface="Arial"/>
                <a:ea typeface="Arial"/>
                <a:cs typeface="Arial"/>
              </a:defRPr>
            </a:lvl5pPr>
            <a:lvl6pPr>
              <a:defRPr sz="1500" b="0">
                <a:solidFill>
                  <a:srgbClr val="D5E7E1"/>
                </a:solidFill>
                <a:latin typeface="Arial"/>
                <a:ea typeface="Arial"/>
                <a:cs typeface="Arial"/>
              </a:defRPr>
            </a:lvl6pPr>
            <a:lvl7pPr>
              <a:defRPr sz="1500" b="0">
                <a:solidFill>
                  <a:srgbClr val="D5E7E1"/>
                </a:solidFill>
                <a:latin typeface="Arial"/>
                <a:ea typeface="Arial"/>
                <a:cs typeface="Arial"/>
              </a:defRPr>
            </a:lvl7pPr>
            <a:lvl8pPr>
              <a:defRPr sz="1500" b="0">
                <a:solidFill>
                  <a:srgbClr val="D5E7E1"/>
                </a:solidFill>
                <a:latin typeface="Arial"/>
                <a:ea typeface="Arial"/>
                <a:cs typeface="Arial"/>
              </a:defRPr>
            </a:lvl8pPr>
            <a:lvl9pPr>
              <a:defRPr sz="1500" b="0">
                <a:solidFill>
                  <a:srgbClr val="D5E7E1"/>
                </a:solidFill>
                <a:latin typeface="Arial"/>
                <a:ea typeface="Arial"/>
                <a:cs typeface="Arial"/>
              </a:defRPr>
            </a:lvl9pPr>
          </a:lstStyle>
          <a:p xmlns:a="http://schemas.openxmlformats.org/drawingml/2006/main">
            <a:pPr>
              <a:defRPr sz="1500" b="0">
                <a:solidFill>
                  <a:srgbClr val="D5E7E1"/>
                </a:solidFill>
                <a:latin typeface="Arial"/>
                <a:ea typeface="Arial"/>
                <a:cs typeface="Arial"/>
              </a:defRPr>
            </a:pPr>
            <a:r>
              <a:rPr sz="1500" b="0">
                <a:solidFill>
                  <a:srgbClr val="D5E7E1"/>
                </a:solidFill>
                <a:latin typeface="Arial"/>
                <a:ea typeface="Arial"/>
                <a:cs typeface="Arial"/>
              </a:rPr>
              <a:t>Policy có phiên bản và chữ ký, hoạt động có báo cáo, dữ liệu nhạy cảm được mã hóa.</a:t>
            </a:r>
          </a:p>
        </p:txBody>
      </p:sp>
      <p:sp>
        <p:nvSpPr>
          <p:cNvPr id="8" name="">
            <a:extLst xmlns:a="http://schemas.openxmlformats.org/drawingml/2006/main">
              <a:ext uri="{FF2B5EF4-FFF2-40B4-BE49-F238E27FC236}">
                <a16:creationId xmlns:a16="http://schemas.microsoft.com/office/drawing/2014/main" id="{D1397964-3EEE-43ED-A398-8674E7A21B6C}"/>
              </a:ext>
            </a:extLst>
          </p:cNvPr>
          <p:cNvSpPr>
            <a:spLocks xmlns:a="http://schemas.openxmlformats.org/drawingml/2006/main" noGrp="1"/>
          </p:cNvSpPr>
          <p:nvPr/>
        </p:nvSpPr>
        <p:spPr>
          <a:xfrm xmlns:a="http://schemas.openxmlformats.org/drawingml/2006/main">
            <a:off x="609600" y="4000500"/>
            <a:ext cx="95250" cy="609600"/>
          </a:xfrm>
          <a:prstGeom xmlns:a="http://schemas.openxmlformats.org/drawingml/2006/main" prst="rect">
            <a:avLst/>
          </a:prstGeom>
          <a:solidFill xmlns:a="http://schemas.openxmlformats.org/drawingml/2006/main">
            <a:srgbClr val="2795A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80D4E77-6A66-4FC4-974B-3C4334A39665}"/>
              </a:ext>
            </a:extLst>
          </p:cNvPr>
          <p:cNvSpPr>
            <a:spLocks xmlns:a="http://schemas.openxmlformats.org/drawingml/2006/main" noGrp="1"/>
          </p:cNvSpPr>
          <p:nvPr/>
        </p:nvSpPr>
        <p:spPr>
          <a:xfrm xmlns:a="http://schemas.openxmlformats.org/drawingml/2006/main">
            <a:off x="895350" y="40005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defRPr sz="1575" b="1">
                <a:solidFill>
                  <a:srgbClr val="FFFFFF"/>
                </a:solidFill>
                <a:latin typeface="Arial"/>
                <a:ea typeface="Arial"/>
                <a:cs typeface="Arial"/>
              </a:defRPr>
            </a:defPPr>
            <a:lvl1pPr>
              <a:defRPr sz="1575" b="1">
                <a:solidFill>
                  <a:srgbClr val="FFFFFF"/>
                </a:solidFill>
                <a:latin typeface="Arial"/>
                <a:ea typeface="Arial"/>
                <a:cs typeface="Arial"/>
              </a:defRPr>
            </a:lvl1pPr>
            <a:lvl2pPr>
              <a:defRPr sz="1575" b="1">
                <a:solidFill>
                  <a:srgbClr val="FFFFFF"/>
                </a:solidFill>
                <a:latin typeface="Arial"/>
                <a:ea typeface="Arial"/>
                <a:cs typeface="Arial"/>
              </a:defRPr>
            </a:lvl2pPr>
            <a:lvl3pPr>
              <a:defRPr sz="1575" b="1">
                <a:solidFill>
                  <a:srgbClr val="FFFFFF"/>
                </a:solidFill>
                <a:latin typeface="Arial"/>
                <a:ea typeface="Arial"/>
                <a:cs typeface="Arial"/>
              </a:defRPr>
            </a:lvl3pPr>
            <a:lvl4pPr>
              <a:defRPr sz="1575" b="1">
                <a:solidFill>
                  <a:srgbClr val="FFFFFF"/>
                </a:solidFill>
                <a:latin typeface="Arial"/>
                <a:ea typeface="Arial"/>
                <a:cs typeface="Arial"/>
              </a:defRPr>
            </a:lvl4pPr>
            <a:lvl5pPr>
              <a:defRPr sz="1575" b="1">
                <a:solidFill>
                  <a:srgbClr val="FFFFFF"/>
                </a:solidFill>
                <a:latin typeface="Arial"/>
                <a:ea typeface="Arial"/>
                <a:cs typeface="Arial"/>
              </a:defRPr>
            </a:lvl5pPr>
            <a:lvl6pPr>
              <a:defRPr sz="1575" b="1">
                <a:solidFill>
                  <a:srgbClr val="FFFFFF"/>
                </a:solidFill>
                <a:latin typeface="Arial"/>
                <a:ea typeface="Arial"/>
                <a:cs typeface="Arial"/>
              </a:defRPr>
            </a:lvl6pPr>
            <a:lvl7pPr>
              <a:defRPr sz="1575" b="1">
                <a:solidFill>
                  <a:srgbClr val="FFFFFF"/>
                </a:solidFill>
                <a:latin typeface="Arial"/>
                <a:ea typeface="Arial"/>
                <a:cs typeface="Arial"/>
              </a:defRPr>
            </a:lvl7pPr>
            <a:lvl8pPr>
              <a:defRPr sz="1575" b="1">
                <a:solidFill>
                  <a:srgbClr val="FFFFFF"/>
                </a:solidFill>
                <a:latin typeface="Arial"/>
                <a:ea typeface="Arial"/>
                <a:cs typeface="Arial"/>
              </a:defRPr>
            </a:lvl8pPr>
            <a:lvl9pPr>
              <a:defRPr sz="1575" b="1">
                <a:solidFill>
                  <a:srgbClr val="FFFFFF"/>
                </a:solidFill>
                <a:latin typeface="Arial"/>
                <a:ea typeface="Arial"/>
                <a:cs typeface="Arial"/>
              </a:defRPr>
            </a:lvl9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Giới hạn</a:t>
            </a:r>
          </a:p>
        </p:txBody>
      </p:sp>
      <p:sp>
        <p:nvSpPr>
          <p:cNvPr id="10" name="">
            <a:extLst xmlns:a="http://schemas.openxmlformats.org/drawingml/2006/main">
              <a:ext uri="{FF2B5EF4-FFF2-40B4-BE49-F238E27FC236}">
                <a16:creationId xmlns:a16="http://schemas.microsoft.com/office/drawing/2014/main" id="{D5F598F6-5037-4A6B-B94B-1FE12574111E}"/>
              </a:ext>
            </a:extLst>
          </p:cNvPr>
          <p:cNvSpPr>
            <a:spLocks xmlns:a="http://schemas.openxmlformats.org/drawingml/2006/main" noGrp="1"/>
          </p:cNvSpPr>
          <p:nvPr/>
        </p:nvSpPr>
        <p:spPr>
          <a:xfrm xmlns:a="http://schemas.openxmlformats.org/drawingml/2006/main">
            <a:off x="2905125" y="398145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0">
                <a:solidFill>
                  <a:srgbClr val="D5E7E1"/>
                </a:solidFill>
                <a:latin typeface="Arial"/>
                <a:ea typeface="Arial"/>
                <a:cs typeface="Arial"/>
              </a:defRPr>
            </a:defPPr>
            <a:lvl1pPr>
              <a:defRPr sz="1500" b="0">
                <a:solidFill>
                  <a:srgbClr val="D5E7E1"/>
                </a:solidFill>
                <a:latin typeface="Arial"/>
                <a:ea typeface="Arial"/>
                <a:cs typeface="Arial"/>
              </a:defRPr>
            </a:lvl1pPr>
            <a:lvl2pPr>
              <a:defRPr sz="1500" b="0">
                <a:solidFill>
                  <a:srgbClr val="D5E7E1"/>
                </a:solidFill>
                <a:latin typeface="Arial"/>
                <a:ea typeface="Arial"/>
                <a:cs typeface="Arial"/>
              </a:defRPr>
            </a:lvl2pPr>
            <a:lvl3pPr>
              <a:defRPr sz="1500" b="0">
                <a:solidFill>
                  <a:srgbClr val="D5E7E1"/>
                </a:solidFill>
                <a:latin typeface="Arial"/>
                <a:ea typeface="Arial"/>
                <a:cs typeface="Arial"/>
              </a:defRPr>
            </a:lvl3pPr>
            <a:lvl4pPr>
              <a:defRPr sz="1500" b="0">
                <a:solidFill>
                  <a:srgbClr val="D5E7E1"/>
                </a:solidFill>
                <a:latin typeface="Arial"/>
                <a:ea typeface="Arial"/>
                <a:cs typeface="Arial"/>
              </a:defRPr>
            </a:lvl4pPr>
            <a:lvl5pPr>
              <a:defRPr sz="1500" b="0">
                <a:solidFill>
                  <a:srgbClr val="D5E7E1"/>
                </a:solidFill>
                <a:latin typeface="Arial"/>
                <a:ea typeface="Arial"/>
                <a:cs typeface="Arial"/>
              </a:defRPr>
            </a:lvl5pPr>
            <a:lvl6pPr>
              <a:defRPr sz="1500" b="0">
                <a:solidFill>
                  <a:srgbClr val="D5E7E1"/>
                </a:solidFill>
                <a:latin typeface="Arial"/>
                <a:ea typeface="Arial"/>
                <a:cs typeface="Arial"/>
              </a:defRPr>
            </a:lvl6pPr>
            <a:lvl7pPr>
              <a:defRPr sz="1500" b="0">
                <a:solidFill>
                  <a:srgbClr val="D5E7E1"/>
                </a:solidFill>
                <a:latin typeface="Arial"/>
                <a:ea typeface="Arial"/>
                <a:cs typeface="Arial"/>
              </a:defRPr>
            </a:lvl7pPr>
            <a:lvl8pPr>
              <a:defRPr sz="1500" b="0">
                <a:solidFill>
                  <a:srgbClr val="D5E7E1"/>
                </a:solidFill>
                <a:latin typeface="Arial"/>
                <a:ea typeface="Arial"/>
                <a:cs typeface="Arial"/>
              </a:defRPr>
            </a:lvl8pPr>
            <a:lvl9pPr>
              <a:defRPr sz="1500" b="0">
                <a:solidFill>
                  <a:srgbClr val="D5E7E1"/>
                </a:solidFill>
                <a:latin typeface="Arial"/>
                <a:ea typeface="Arial"/>
                <a:cs typeface="Arial"/>
              </a:defRPr>
            </a:lvl9pPr>
          </a:lstStyle>
          <a:p xmlns:a="http://schemas.openxmlformats.org/drawingml/2006/main">
            <a:pPr>
              <a:defRPr sz="1500" b="0">
                <a:solidFill>
                  <a:srgbClr val="D5E7E1"/>
                </a:solidFill>
                <a:latin typeface="Arial"/>
                <a:ea typeface="Arial"/>
                <a:cs typeface="Arial"/>
              </a:defRPr>
            </a:pPr>
            <a:r>
              <a:rPr sz="1500" b="0">
                <a:solidFill>
                  <a:srgbClr val="D5E7E1"/>
                </a:solidFill>
                <a:latin typeface="Arial"/>
                <a:ea typeface="Arial"/>
                <a:cs typeface="Arial"/>
              </a:rPr>
              <a:t>Chưa chống bypass tuyệt đối, chưa xử lý đầy đủ multi-session/RDP, server vẫn là một process.</a:t>
            </a:r>
          </a:p>
        </p:txBody>
      </p:sp>
      <p:sp>
        <p:nvSpPr>
          <p:cNvPr id="11" name="">
            <a:extLst xmlns:a="http://schemas.openxmlformats.org/drawingml/2006/main">
              <a:ext uri="{FF2B5EF4-FFF2-40B4-BE49-F238E27FC236}">
                <a16:creationId xmlns:a16="http://schemas.microsoft.com/office/drawing/2014/main" id="{C0EFE433-3BB1-4A92-8964-6D98B17C9C0F}"/>
              </a:ext>
            </a:extLst>
          </p:cNvPr>
          <p:cNvSpPr>
            <a:spLocks xmlns:a="http://schemas.openxmlformats.org/drawingml/2006/main" noGrp="1"/>
          </p:cNvSpPr>
          <p:nvPr/>
        </p:nvSpPr>
        <p:spPr>
          <a:xfrm xmlns:a="http://schemas.openxmlformats.org/drawingml/2006/main">
            <a:off x="609600" y="4933950"/>
            <a:ext cx="95250" cy="609600"/>
          </a:xfrm>
          <a:prstGeom xmlns:a="http://schemas.openxmlformats.org/drawingml/2006/main" prst="rect">
            <a:avLst/>
          </a:prstGeom>
          <a:solidFill xmlns:a="http://schemas.openxmlformats.org/drawingml/2006/main">
            <a:srgbClr val="C58A1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9820CDF-3B38-434C-8276-B82E2E2CC240}"/>
              </a:ext>
            </a:extLst>
          </p:cNvPr>
          <p:cNvSpPr>
            <a:spLocks xmlns:a="http://schemas.openxmlformats.org/drawingml/2006/main" noGrp="1"/>
          </p:cNvSpPr>
          <p:nvPr/>
        </p:nvSpPr>
        <p:spPr>
          <a:xfrm xmlns:a="http://schemas.openxmlformats.org/drawingml/2006/main">
            <a:off x="895350" y="49339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952"/>
          </a:bodyPr>
          <a:lstStyle xmlns:a="http://schemas.openxmlformats.org/drawingml/2006/main">
            <a:defPPr>
              <a:defRPr sz="1575" b="1">
                <a:solidFill>
                  <a:srgbClr val="FFFFFF"/>
                </a:solidFill>
                <a:latin typeface="Arial"/>
                <a:ea typeface="Arial"/>
                <a:cs typeface="Arial"/>
              </a:defRPr>
            </a:defPPr>
            <a:lvl1pPr>
              <a:defRPr sz="1575" b="1">
                <a:solidFill>
                  <a:srgbClr val="FFFFFF"/>
                </a:solidFill>
                <a:latin typeface="Arial"/>
                <a:ea typeface="Arial"/>
                <a:cs typeface="Arial"/>
              </a:defRPr>
            </a:lvl1pPr>
            <a:lvl2pPr>
              <a:defRPr sz="1575" b="1">
                <a:solidFill>
                  <a:srgbClr val="FFFFFF"/>
                </a:solidFill>
                <a:latin typeface="Arial"/>
                <a:ea typeface="Arial"/>
                <a:cs typeface="Arial"/>
              </a:defRPr>
            </a:lvl2pPr>
            <a:lvl3pPr>
              <a:defRPr sz="1575" b="1">
                <a:solidFill>
                  <a:srgbClr val="FFFFFF"/>
                </a:solidFill>
                <a:latin typeface="Arial"/>
                <a:ea typeface="Arial"/>
                <a:cs typeface="Arial"/>
              </a:defRPr>
            </a:lvl3pPr>
            <a:lvl4pPr>
              <a:defRPr sz="1575" b="1">
                <a:solidFill>
                  <a:srgbClr val="FFFFFF"/>
                </a:solidFill>
                <a:latin typeface="Arial"/>
                <a:ea typeface="Arial"/>
                <a:cs typeface="Arial"/>
              </a:defRPr>
            </a:lvl4pPr>
            <a:lvl5pPr>
              <a:defRPr sz="1575" b="1">
                <a:solidFill>
                  <a:srgbClr val="FFFFFF"/>
                </a:solidFill>
                <a:latin typeface="Arial"/>
                <a:ea typeface="Arial"/>
                <a:cs typeface="Arial"/>
              </a:defRPr>
            </a:lvl5pPr>
            <a:lvl6pPr>
              <a:defRPr sz="1575" b="1">
                <a:solidFill>
                  <a:srgbClr val="FFFFFF"/>
                </a:solidFill>
                <a:latin typeface="Arial"/>
                <a:ea typeface="Arial"/>
                <a:cs typeface="Arial"/>
              </a:defRPr>
            </a:lvl6pPr>
            <a:lvl7pPr>
              <a:defRPr sz="1575" b="1">
                <a:solidFill>
                  <a:srgbClr val="FFFFFF"/>
                </a:solidFill>
                <a:latin typeface="Arial"/>
                <a:ea typeface="Arial"/>
                <a:cs typeface="Arial"/>
              </a:defRPr>
            </a:lvl7pPr>
            <a:lvl8pPr>
              <a:defRPr sz="1575" b="1">
                <a:solidFill>
                  <a:srgbClr val="FFFFFF"/>
                </a:solidFill>
                <a:latin typeface="Arial"/>
                <a:ea typeface="Arial"/>
                <a:cs typeface="Arial"/>
              </a:defRPr>
            </a:lvl8pPr>
            <a:lvl9pPr>
              <a:defRPr sz="1575" b="1">
                <a:solidFill>
                  <a:srgbClr val="FFFFFF"/>
                </a:solidFill>
                <a:latin typeface="Arial"/>
                <a:ea typeface="Arial"/>
                <a:cs typeface="Arial"/>
              </a:defRPr>
            </a:lvl9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Hướng tiếp theo</a:t>
            </a:r>
          </a:p>
        </p:txBody>
      </p:sp>
      <p:sp>
        <p:nvSpPr>
          <p:cNvPr id="13" name="">
            <a:extLst xmlns:a="http://schemas.openxmlformats.org/drawingml/2006/main">
              <a:ext uri="{FF2B5EF4-FFF2-40B4-BE49-F238E27FC236}">
                <a16:creationId xmlns:a16="http://schemas.microsoft.com/office/drawing/2014/main" id="{8B4B8272-0F6B-4FF3-A9E9-97EFF1AD67B0}"/>
              </a:ext>
            </a:extLst>
          </p:cNvPr>
          <p:cNvSpPr>
            <a:spLocks xmlns:a="http://schemas.openxmlformats.org/drawingml/2006/main" noGrp="1"/>
          </p:cNvSpPr>
          <p:nvPr/>
        </p:nvSpPr>
        <p:spPr>
          <a:xfrm xmlns:a="http://schemas.openxmlformats.org/drawingml/2006/main">
            <a:off x="2905125" y="491490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defRPr sz="1500" b="0">
                <a:solidFill>
                  <a:srgbClr val="D5E7E1"/>
                </a:solidFill>
                <a:latin typeface="Arial"/>
                <a:ea typeface="Arial"/>
                <a:cs typeface="Arial"/>
              </a:defRPr>
            </a:defPPr>
            <a:lvl1pPr>
              <a:defRPr sz="1500" b="0">
                <a:solidFill>
                  <a:srgbClr val="D5E7E1"/>
                </a:solidFill>
                <a:latin typeface="Arial"/>
                <a:ea typeface="Arial"/>
                <a:cs typeface="Arial"/>
              </a:defRPr>
            </a:lvl1pPr>
            <a:lvl2pPr>
              <a:defRPr sz="1500" b="0">
                <a:solidFill>
                  <a:srgbClr val="D5E7E1"/>
                </a:solidFill>
                <a:latin typeface="Arial"/>
                <a:ea typeface="Arial"/>
                <a:cs typeface="Arial"/>
              </a:defRPr>
            </a:lvl2pPr>
            <a:lvl3pPr>
              <a:defRPr sz="1500" b="0">
                <a:solidFill>
                  <a:srgbClr val="D5E7E1"/>
                </a:solidFill>
                <a:latin typeface="Arial"/>
                <a:ea typeface="Arial"/>
                <a:cs typeface="Arial"/>
              </a:defRPr>
            </a:lvl3pPr>
            <a:lvl4pPr>
              <a:defRPr sz="1500" b="0">
                <a:solidFill>
                  <a:srgbClr val="D5E7E1"/>
                </a:solidFill>
                <a:latin typeface="Arial"/>
                <a:ea typeface="Arial"/>
                <a:cs typeface="Arial"/>
              </a:defRPr>
            </a:lvl4pPr>
            <a:lvl5pPr>
              <a:defRPr sz="1500" b="0">
                <a:solidFill>
                  <a:srgbClr val="D5E7E1"/>
                </a:solidFill>
                <a:latin typeface="Arial"/>
                <a:ea typeface="Arial"/>
                <a:cs typeface="Arial"/>
              </a:defRPr>
            </a:lvl5pPr>
            <a:lvl6pPr>
              <a:defRPr sz="1500" b="0">
                <a:solidFill>
                  <a:srgbClr val="D5E7E1"/>
                </a:solidFill>
                <a:latin typeface="Arial"/>
                <a:ea typeface="Arial"/>
                <a:cs typeface="Arial"/>
              </a:defRPr>
            </a:lvl6pPr>
            <a:lvl7pPr>
              <a:defRPr sz="1500" b="0">
                <a:solidFill>
                  <a:srgbClr val="D5E7E1"/>
                </a:solidFill>
                <a:latin typeface="Arial"/>
                <a:ea typeface="Arial"/>
                <a:cs typeface="Arial"/>
              </a:defRPr>
            </a:lvl7pPr>
            <a:lvl8pPr>
              <a:defRPr sz="1500" b="0">
                <a:solidFill>
                  <a:srgbClr val="D5E7E1"/>
                </a:solidFill>
                <a:latin typeface="Arial"/>
                <a:ea typeface="Arial"/>
                <a:cs typeface="Arial"/>
              </a:defRPr>
            </a:lvl8pPr>
            <a:lvl9pPr>
              <a:defRPr sz="1500" b="0">
                <a:solidFill>
                  <a:srgbClr val="D5E7E1"/>
                </a:solidFill>
                <a:latin typeface="Arial"/>
                <a:ea typeface="Arial"/>
                <a:cs typeface="Arial"/>
              </a:defRPr>
            </a:lvl9pPr>
          </a:lstStyle>
          <a:p xmlns:a="http://schemas.openxmlformats.org/drawingml/2006/main">
            <a:pPr>
              <a:defRPr sz="1500" b="0">
                <a:solidFill>
                  <a:srgbClr val="D5E7E1"/>
                </a:solidFill>
                <a:latin typeface="Arial"/>
                <a:ea typeface="Arial"/>
                <a:cs typeface="Arial"/>
              </a:defRPr>
            </a:pPr>
            <a:r>
              <a:rPr sz="1500" b="0">
                <a:solidFill>
                  <a:srgbClr val="D5E7E1"/>
                </a:solidFill>
                <a:latin typeface="Arial"/>
                <a:ea typeface="Arial"/>
                <a:cs typeface="Arial"/>
              </a:rPr>
              <a:t>Harden DoH/DNS, installer ký số, lệnh mở khóa có kiểm soát và kiểm thử Windows thật.</a:t>
            </a:r>
          </a:p>
        </p:txBody>
      </p:sp>
      <p:sp>
        <p:nvSpPr>
          <p:cNvPr id="14" name="">
            <a:extLst xmlns:a="http://schemas.openxmlformats.org/drawingml/2006/main">
              <a:ext uri="{FF2B5EF4-FFF2-40B4-BE49-F238E27FC236}">
                <a16:creationId xmlns:a16="http://schemas.microsoft.com/office/drawing/2014/main" id="{4A096A36-9A8A-4397-A12B-9800EE80F130}"/>
              </a:ext>
            </a:extLst>
          </p:cNvPr>
          <p:cNvSpPr>
            <a:spLocks xmlns:a="http://schemas.openxmlformats.org/drawingml/2006/main" noGrp="1"/>
          </p:cNvSpPr>
          <p:nvPr/>
        </p:nvSpPr>
        <p:spPr>
          <a:xfrm xmlns:a="http://schemas.openxmlformats.org/drawingml/2006/main">
            <a:off x="609600" y="63246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667"/>
          </a:bodyPr>
          <a:lstStyle xmlns:a="http://schemas.openxmlformats.org/drawingml/2006/main">
            <a:defPPr>
              <a:defRPr sz="975" b="1">
                <a:solidFill>
                  <a:srgbClr val="80D7B7"/>
                </a:solidFill>
                <a:latin typeface="Arial"/>
                <a:ea typeface="Arial"/>
                <a:cs typeface="Arial"/>
              </a:defRPr>
            </a:defPPr>
            <a:lvl1pPr>
              <a:defRPr sz="975" b="1">
                <a:solidFill>
                  <a:srgbClr val="80D7B7"/>
                </a:solidFill>
                <a:latin typeface="Arial"/>
                <a:ea typeface="Arial"/>
                <a:cs typeface="Arial"/>
              </a:defRPr>
            </a:lvl1pPr>
            <a:lvl2pPr>
              <a:defRPr sz="975" b="1">
                <a:solidFill>
                  <a:srgbClr val="80D7B7"/>
                </a:solidFill>
                <a:latin typeface="Arial"/>
                <a:ea typeface="Arial"/>
                <a:cs typeface="Arial"/>
              </a:defRPr>
            </a:lvl2pPr>
            <a:lvl3pPr>
              <a:defRPr sz="975" b="1">
                <a:solidFill>
                  <a:srgbClr val="80D7B7"/>
                </a:solidFill>
                <a:latin typeface="Arial"/>
                <a:ea typeface="Arial"/>
                <a:cs typeface="Arial"/>
              </a:defRPr>
            </a:lvl3pPr>
            <a:lvl4pPr>
              <a:defRPr sz="975" b="1">
                <a:solidFill>
                  <a:srgbClr val="80D7B7"/>
                </a:solidFill>
                <a:latin typeface="Arial"/>
                <a:ea typeface="Arial"/>
                <a:cs typeface="Arial"/>
              </a:defRPr>
            </a:lvl4pPr>
            <a:lvl5pPr>
              <a:defRPr sz="975" b="1">
                <a:solidFill>
                  <a:srgbClr val="80D7B7"/>
                </a:solidFill>
                <a:latin typeface="Arial"/>
                <a:ea typeface="Arial"/>
                <a:cs typeface="Arial"/>
              </a:defRPr>
            </a:lvl5pPr>
            <a:lvl6pPr>
              <a:defRPr sz="975" b="1">
                <a:solidFill>
                  <a:srgbClr val="80D7B7"/>
                </a:solidFill>
                <a:latin typeface="Arial"/>
                <a:ea typeface="Arial"/>
                <a:cs typeface="Arial"/>
              </a:defRPr>
            </a:lvl6pPr>
            <a:lvl7pPr>
              <a:defRPr sz="975" b="1">
                <a:solidFill>
                  <a:srgbClr val="80D7B7"/>
                </a:solidFill>
                <a:latin typeface="Arial"/>
                <a:ea typeface="Arial"/>
                <a:cs typeface="Arial"/>
              </a:defRPr>
            </a:lvl7pPr>
            <a:lvl8pPr>
              <a:defRPr sz="975" b="1">
                <a:solidFill>
                  <a:srgbClr val="80D7B7"/>
                </a:solidFill>
                <a:latin typeface="Arial"/>
                <a:ea typeface="Arial"/>
                <a:cs typeface="Arial"/>
              </a:defRPr>
            </a:lvl8pPr>
            <a:lvl9pPr>
              <a:defRPr sz="975" b="1">
                <a:solidFill>
                  <a:srgbClr val="80D7B7"/>
                </a:solidFill>
                <a:latin typeface="Arial"/>
                <a:ea typeface="Arial"/>
                <a:cs typeface="Arial"/>
              </a:defRPr>
            </a:lvl9pPr>
          </a:lstStyle>
          <a:p xmlns:a="http://schemas.openxmlformats.org/drawingml/2006/main">
            <a:pPr>
              <a:defRPr sz="975" b="1">
                <a:solidFill>
                  <a:srgbClr val="80D7B7"/>
                </a:solidFill>
                <a:latin typeface="Arial"/>
                <a:ea typeface="Arial"/>
                <a:cs typeface="Arial"/>
              </a:defRPr>
            </a:pPr>
            <a:r>
              <a:rPr sz="975" b="1">
                <a:solidFill>
                  <a:srgbClr val="80D7B7"/>
                </a:solidFill>
                <a:latin typeface="Arial"/>
                <a:ea typeface="Arial"/>
                <a:cs typeface="Arial"/>
              </a:rPr>
              <a:t>OpenGuard Kids</a:t>
            </a:r>
          </a:p>
        </p:txBody>
      </p:sp>
      <p:sp>
        <p:nvSpPr>
          <p:cNvPr id="15" name="">
            <a:extLst xmlns:a="http://schemas.openxmlformats.org/drawingml/2006/main">
              <a:ext uri="{FF2B5EF4-FFF2-40B4-BE49-F238E27FC236}">
                <a16:creationId xmlns:a16="http://schemas.microsoft.com/office/drawing/2014/main" id="{A2CA08B4-20B2-4643-9063-B2187FD7EC26}"/>
              </a:ext>
            </a:extLst>
          </p:cNvPr>
          <p:cNvSpPr>
            <a:spLocks xmlns:a="http://schemas.openxmlformats.org/drawingml/2006/main" noGrp="1"/>
          </p:cNvSpPr>
          <p:nvPr/>
        </p:nvSpPr>
        <p:spPr>
          <a:xfrm xmlns:a="http://schemas.openxmlformats.org/drawingml/2006/main">
            <a:off x="11029950" y="632460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6667"/>
          </a:bodyPr>
          <a:lstStyle xmlns:a="http://schemas.openxmlformats.org/drawingml/2006/main">
            <a:defPPr>
              <a:defRPr sz="975" b="1">
                <a:solidFill>
                  <a:srgbClr val="80D7B7"/>
                </a:solidFill>
                <a:latin typeface="Arial"/>
                <a:ea typeface="Arial"/>
                <a:cs typeface="Arial"/>
              </a:defRPr>
            </a:defPPr>
            <a:lvl1pPr>
              <a:defRPr sz="975" b="1">
                <a:solidFill>
                  <a:srgbClr val="80D7B7"/>
                </a:solidFill>
                <a:latin typeface="Arial"/>
                <a:ea typeface="Arial"/>
                <a:cs typeface="Arial"/>
              </a:defRPr>
            </a:lvl1pPr>
            <a:lvl2pPr>
              <a:defRPr sz="975" b="1">
                <a:solidFill>
                  <a:srgbClr val="80D7B7"/>
                </a:solidFill>
                <a:latin typeface="Arial"/>
                <a:ea typeface="Arial"/>
                <a:cs typeface="Arial"/>
              </a:defRPr>
            </a:lvl2pPr>
            <a:lvl3pPr>
              <a:defRPr sz="975" b="1">
                <a:solidFill>
                  <a:srgbClr val="80D7B7"/>
                </a:solidFill>
                <a:latin typeface="Arial"/>
                <a:ea typeface="Arial"/>
                <a:cs typeface="Arial"/>
              </a:defRPr>
            </a:lvl3pPr>
            <a:lvl4pPr>
              <a:defRPr sz="975" b="1">
                <a:solidFill>
                  <a:srgbClr val="80D7B7"/>
                </a:solidFill>
                <a:latin typeface="Arial"/>
                <a:ea typeface="Arial"/>
                <a:cs typeface="Arial"/>
              </a:defRPr>
            </a:lvl4pPr>
            <a:lvl5pPr>
              <a:defRPr sz="975" b="1">
                <a:solidFill>
                  <a:srgbClr val="80D7B7"/>
                </a:solidFill>
                <a:latin typeface="Arial"/>
                <a:ea typeface="Arial"/>
                <a:cs typeface="Arial"/>
              </a:defRPr>
            </a:lvl5pPr>
            <a:lvl6pPr>
              <a:defRPr sz="975" b="1">
                <a:solidFill>
                  <a:srgbClr val="80D7B7"/>
                </a:solidFill>
                <a:latin typeface="Arial"/>
                <a:ea typeface="Arial"/>
                <a:cs typeface="Arial"/>
              </a:defRPr>
            </a:lvl6pPr>
            <a:lvl7pPr>
              <a:defRPr sz="975" b="1">
                <a:solidFill>
                  <a:srgbClr val="80D7B7"/>
                </a:solidFill>
                <a:latin typeface="Arial"/>
                <a:ea typeface="Arial"/>
                <a:cs typeface="Arial"/>
              </a:defRPr>
            </a:lvl7pPr>
            <a:lvl8pPr>
              <a:defRPr sz="975" b="1">
                <a:solidFill>
                  <a:srgbClr val="80D7B7"/>
                </a:solidFill>
                <a:latin typeface="Arial"/>
                <a:ea typeface="Arial"/>
                <a:cs typeface="Arial"/>
              </a:defRPr>
            </a:lvl8pPr>
            <a:lvl9pPr>
              <a:defRPr sz="975" b="1">
                <a:solidFill>
                  <a:srgbClr val="80D7B7"/>
                </a:solidFill>
                <a:latin typeface="Arial"/>
                <a:ea typeface="Arial"/>
                <a:cs typeface="Arial"/>
              </a:defRPr>
            </a:lvl9pPr>
          </a:lstStyle>
          <a:p xmlns:a="http://schemas.openxmlformats.org/drawingml/2006/main">
            <a:pPr>
              <a:defRPr sz="975" b="1">
                <a:solidFill>
                  <a:srgbClr val="80D7B7"/>
                </a:solidFill>
                <a:latin typeface="Arial"/>
                <a:ea typeface="Arial"/>
                <a:cs typeface="Arial"/>
              </a:defRPr>
            </a:pPr>
            <a:r>
              <a:rPr sz="975" b="1">
                <a:solidFill>
                  <a:srgbClr val="80D7B7"/>
                </a:solidFill>
                <a:latin typeface="Arial"/>
                <a:ea typeface="Arial"/>
                <a:cs typeface="Arial"/>
              </a:rPr>
              <a:t>18</a:t>
            </a:r>
          </a:p>
        </p:txBody>
      </p:sp>
    </p:spTree>
    <p:extLst>
      <p:ext uri="{BB962C8B-B14F-4D97-AF65-F5344CB8AC3E}">
        <p14:creationId xmlns:p14="http://schemas.microsoft.com/office/powerpoint/2010/main" val="20558438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2026-10-18T07:50:11.7790000Z</dcterms:created>
  <dcterms:modified xsi:type="dcterms:W3CDTF">2026-10-18T07:50:11.7790000Z</dcterms:modified>
</coreProperties>
</file>