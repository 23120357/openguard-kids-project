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ca769078b54ba7" /><Relationship Type="http://schemas.openxmlformats.org/officeDocument/2006/relationships/extended-properties" Target="/docProps/app.xml" Id="R3b4b55d8c1cd4925" /><Relationship Type="http://schemas.openxmlformats.org/officeDocument/2006/relationships/officeDocument" Target="/ppt/presentation.xml" Id="R6d4c4609623f49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2f1a3884ee416b"/>
  </p:sldMasterIdLst>
  <p:notesMasterIdLst>
    <p:notesMasterId xmlns:r="http://schemas.openxmlformats.org/officeDocument/2006/relationships" r:id="R8cedfb2e942a4a7c"/>
  </p:notesMasterIdLst>
  <p:sldIdLst>
    <p:sldId xmlns:r="http://schemas.openxmlformats.org/officeDocument/2006/relationships" id="256" r:id="Rcc86e491a2164968"/>
    <p:sldId xmlns:r="http://schemas.openxmlformats.org/officeDocument/2006/relationships" id="257" r:id="R4e70f8dedf9d4466"/>
    <p:sldId xmlns:r="http://schemas.openxmlformats.org/officeDocument/2006/relationships" id="258" r:id="R113b05af1f2b4c46"/>
    <p:sldId xmlns:r="http://schemas.openxmlformats.org/officeDocument/2006/relationships" id="259" r:id="R4ead0f6848f045e8"/>
    <p:sldId xmlns:r="http://schemas.openxmlformats.org/officeDocument/2006/relationships" id="260" r:id="Rdd9c8fd351764d26"/>
    <p:sldId xmlns:r="http://schemas.openxmlformats.org/officeDocument/2006/relationships" id="261" r:id="R7d616fb116f946a3"/>
    <p:sldId xmlns:r="http://schemas.openxmlformats.org/officeDocument/2006/relationships" id="262" r:id="R19eb8c9969494d1e"/>
    <p:sldId xmlns:r="http://schemas.openxmlformats.org/officeDocument/2006/relationships" id="263" r:id="R7baec9f259254b87"/>
    <p:sldId xmlns:r="http://schemas.openxmlformats.org/officeDocument/2006/relationships" id="264" r:id="R3efd31c77b024c54"/>
    <p:sldId xmlns:r="http://schemas.openxmlformats.org/officeDocument/2006/relationships" id="265" r:id="R5e934461b5284b92"/>
    <p:sldId xmlns:r="http://schemas.openxmlformats.org/officeDocument/2006/relationships" id="266" r:id="Rfdd5df9d078040e5"/>
    <p:sldId xmlns:r="http://schemas.openxmlformats.org/officeDocument/2006/relationships" id="267" r:id="R70111cff7bf042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3c296d6d0d4c50" /><Relationship Type="http://schemas.openxmlformats.org/officeDocument/2006/relationships/slideMaster" Target="/ppt/slideMasters/slideMaster1.xml" Id="R462f1a3884ee416b" /><Relationship Type="http://schemas.openxmlformats.org/officeDocument/2006/relationships/notesMaster" Target="/ppt/notesMasters/notesMaster1.xml" Id="R8cedfb2e942a4a7c" /><Relationship Type="http://schemas.openxmlformats.org/officeDocument/2006/relationships/presProps" Target="/ppt/presProps.xml" Id="Rff163759be474666" /><Relationship Type="http://schemas.openxmlformats.org/officeDocument/2006/relationships/tableStyles" Target="/ppt/tableStyles.xml" Id="Rb1727ffe09fe40ef" /><Relationship Type="http://schemas.openxmlformats.org/officeDocument/2006/relationships/slide" Target="/ppt/slides/slide1.xml" Id="Rcc86e491a2164968" /><Relationship Type="http://schemas.openxmlformats.org/officeDocument/2006/relationships/slide" Target="/ppt/slides/slide2.xml" Id="R4e70f8dedf9d4466" /><Relationship Type="http://schemas.openxmlformats.org/officeDocument/2006/relationships/slide" Target="/ppt/slides/slide3.xml" Id="R113b05af1f2b4c46" /><Relationship Type="http://schemas.openxmlformats.org/officeDocument/2006/relationships/slide" Target="/ppt/slides/slide4.xml" Id="R4ead0f6848f045e8" /><Relationship Type="http://schemas.openxmlformats.org/officeDocument/2006/relationships/slide" Target="/ppt/slides/slide5.xml" Id="Rdd9c8fd351764d26" /><Relationship Type="http://schemas.openxmlformats.org/officeDocument/2006/relationships/slide" Target="/ppt/slides/slide6.xml" Id="R7d616fb116f946a3" /><Relationship Type="http://schemas.openxmlformats.org/officeDocument/2006/relationships/slide" Target="/ppt/slides/slide7.xml" Id="R19eb8c9969494d1e" /><Relationship Type="http://schemas.openxmlformats.org/officeDocument/2006/relationships/slide" Target="/ppt/slides/slide8.xml" Id="R7baec9f259254b87" /><Relationship Type="http://schemas.openxmlformats.org/officeDocument/2006/relationships/slide" Target="/ppt/slides/slide9.xml" Id="R3efd31c77b024c54" /><Relationship Type="http://schemas.openxmlformats.org/officeDocument/2006/relationships/slide" Target="/ppt/slides/slide10.xml" Id="R5e934461b5284b92" /><Relationship Type="http://schemas.openxmlformats.org/officeDocument/2006/relationships/slide" Target="/ppt/slides/slide11.xml" Id="Rfdd5df9d078040e5" /><Relationship Type="http://schemas.openxmlformats.org/officeDocument/2006/relationships/slide" Target="/ppt/slides/slide12.xml" Id="R70111cff7bf042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a029d828f84f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f0f23aca264521" /><Relationship Type="http://schemas.openxmlformats.org/officeDocument/2006/relationships/notesMaster" Target="/ppt/notesMasters/notesMaster1.xml" Id="R0efa2f2d85fc44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667d5cf0634322" /><Relationship Type="http://schemas.openxmlformats.org/officeDocument/2006/relationships/notesMaster" Target="/ppt/notesMasters/notesMaster1.xml" Id="R7af024f1aaf443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677970496545de" /><Relationship Type="http://schemas.openxmlformats.org/officeDocument/2006/relationships/notesMaster" Target="/ppt/notesMasters/notesMaster1.xml" Id="Rf316f71aebfd4f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9e3a3ddd114162" /><Relationship Type="http://schemas.openxmlformats.org/officeDocument/2006/relationships/notesMaster" Target="/ppt/notesMasters/notesMaster1.xml" Id="R2a1d7b8439b04f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c69e24ce644a88" /><Relationship Type="http://schemas.openxmlformats.org/officeDocument/2006/relationships/notesMaster" Target="/ppt/notesMasters/notesMaster1.xml" Id="Rddcc2bb4c6c34a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9d16a8cb134d8f" /><Relationship Type="http://schemas.openxmlformats.org/officeDocument/2006/relationships/notesMaster" Target="/ppt/notesMasters/notesMaster1.xml" Id="Rf0a08bec260345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2a6b91c8a44bc6" /><Relationship Type="http://schemas.openxmlformats.org/officeDocument/2006/relationships/notesMaster" Target="/ppt/notesMasters/notesMaster1.xml" Id="R624638201da244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cedc0ed1d74fb1" /><Relationship Type="http://schemas.openxmlformats.org/officeDocument/2006/relationships/notesMaster" Target="/ppt/notesMasters/notesMaster1.xml" Id="Rc84e4477d2ce45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a9d7db76654e74" /><Relationship Type="http://schemas.openxmlformats.org/officeDocument/2006/relationships/notesMaster" Target="/ppt/notesMasters/notesMaster1.xml" Id="R86ae981a2bf342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dc4f3465b1465c" /><Relationship Type="http://schemas.openxmlformats.org/officeDocument/2006/relationships/notesMaster" Target="/ppt/notesMasters/notesMaster1.xml" Id="R005147050b5741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03ef5ed7c74d96" /><Relationship Type="http://schemas.openxmlformats.org/officeDocument/2006/relationships/notesMaster" Target="/ppt/notesMasters/notesMaster1.xml" Id="R1f50b6ee6cc947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9fcf108b0b48e0" /><Relationship Type="http://schemas.openxmlformats.org/officeDocument/2006/relationships/notesMaster" Target="/ppt/notesMasters/notesMaster1.xml" Id="Rba9e8a186a9641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Mở đầu bằng hai luồng chính: chặn ứng dụng và chặn website qua DNS proxy.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Mã nguồn và tài liệu OpenGuard Kids tại mốc 12/10/2026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Nhấn mạnh ranh giới: server quản lý chính sách, Service thực thi, Tray đại diện phiên người dùng.</a:t>
            </a:r>
          </a:p>
          <a:p xmlns:a="http://schemas.openxmlformats.org/drawingml/2006/main">
            <a:r>
              <a:t>- Policy và event dùng hai chiều dữ liệu khác nhau.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docs/WEEK3_EVENTS.md</a:t>
            </a:r>
          </a:p>
          <a:p xmlns:a="http://schemas.openxmlformats.org/drawingml/2006/main">
            <a:r>
              <a:t>- agent/remote_sync.py</a:t>
            </a:r>
          </a:p>
          <a:p xmlns:a="http://schemas.openxmlformats.org/drawingml/2006/main">
            <a:r>
              <a:t>- agent/core.py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Giải thích optimistic concurrency bằng expected_version.</a:t>
            </a:r>
          </a:p>
          <a:p xmlns:a="http://schemas.openxmlformats.org/drawingml/2006/main">
            <a:r>
              <a:t>- HMAC không thay thế TLS, nhưng giúp agent phát hiện policy bị sửa hoặc gửi nhầm thiết bị.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agent/remote_sync.py::_configure_filtering</a:t>
            </a:r>
          </a:p>
          <a:p xmlns:a="http://schemas.openxmlformats.org/drawingml/2006/main">
            <a:r>
              <a:t>- server/app/event_routes.py::device_filtering</a:t>
            </a:r>
          </a:p>
          <a:p xmlns:a="http://schemas.openxmlformats.org/drawingml/2006/main">
            <a:r>
              <a:t>- common/policy_security.py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Bước 4: Service tự đọc file và tính SHA-256, đường dẫn không gửi lên server.</a:t>
            </a:r>
          </a:p>
          <a:p xmlns:a="http://schemas.openxmlformats.org/drawingml/2006/main">
            <a:r>
              <a:t>- Trước khi kill, Service đọc lại create_time và exe path để tránh lỗi PID bị tái sử dụng.</a:t>
            </a:r>
          </a:p>
          <a:p xmlns:a="http://schemas.openxmlformats.org/drawingml/2006/main">
            <a:r>
              <a:t>- Sau khi chặn, cùng một reason đi tới popup Tray và lịch sử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agent/filtering.py::AppController.scan</a:t>
            </a:r>
          </a:p>
          <a:p xmlns:a="http://schemas.openxmlformats.org/drawingml/2006/main">
            <a:r>
              <a:t>- agent/filtering.py::app_decision</a:t>
            </a:r>
          </a:p>
          <a:p xmlns:a="http://schemas.openxmlformats.org/drawingml/2006/main">
            <a:r>
              <a:t>- docs/WEEK3_EVENTS.md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Blocklist luôn được kiểm tra trước allowlist.</a:t>
            </a:r>
          </a:p>
          <a:p xmlns:a="http://schemas.openxmlformats.org/drawingml/2006/main">
            <a:r>
              <a:t>- Tên protected chỉ được miễn nếu executable thật nằm trong thư mục Windows tin cậy.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agent/filtering.py::app_decision</a:t>
            </a:r>
          </a:p>
          <a:p xmlns:a="http://schemas.openxmlformats.org/drawingml/2006/main">
            <a:r>
              <a:t>- agent/filtering.py::trusted_windows_process</a:t>
            </a:r>
          </a:p>
          <a:p xmlns:a="http://schemas.openxmlformats.org/drawingml/2006/main">
            <a:r>
              <a:t>- tests/test_f2_filtering.py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Đây là cấu hình cấp máy, nên ảnh hưởng mọi user trong lúc bật.</a:t>
            </a:r>
          </a:p>
          <a:p xmlns:a="http://schemas.openxmlformats.org/drawingml/2006/main">
            <a:r>
              <a:t>- Backup không bị ghi đè sau restart, giúp có điểm khôi phục ổn định.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docs/WEB_PROTECTION.md</a:t>
            </a:r>
          </a:p>
          <a:p xmlns:a="http://schemas.openxmlformats.org/drawingml/2006/main">
            <a:r>
              <a:t>- agent/web_protection.py</a:t>
            </a:r>
          </a:p>
          <a:p xmlns:a="http://schemas.openxmlformats.org/drawingml/2006/main">
            <a:r>
              <a:t>- agent/windows_service.py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A/AAAA/retry gần nhau chỉ tạo một domain_query và một blocked_domain trong cửa sổ 5 giây.</a:t>
            </a:r>
          </a:p>
          <a:p xmlns:a="http://schemas.openxmlformats.org/drawingml/2006/main">
            <a:r>
              <a:t>- NXDOMAIN làm browser dừng trước bước kết nối HTTPS, nên hệ thống không cần đọc nội dung trang.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agent/filtering.py::DNSProxy.resolve</a:t>
            </a:r>
          </a:p>
          <a:p xmlns:a="http://schemas.openxmlformats.org/drawingml/2006/main">
            <a:r>
              <a:t>- agent/filtering.py::domain_decision</a:t>
            </a:r>
          </a:p>
          <a:p xmlns:a="http://schemas.openxmlformats.org/drawingml/2006/main">
            <a:r>
              <a:t>- docs/F2_TESTING.md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Đi từ dòng 1 đến dòng 8 và dừng ở kết quả đầu tiên phù hợp.</a:t>
            </a:r>
          </a:p>
          <a:p xmlns:a="http://schemas.openxmlformats.org/drawingml/2006/main">
            <a:r>
              <a:t>- Explicit allow bỏ qua category nhưng SafeSearch vẫn áp dụng sau đó.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agent/filtering.py::domain_decision</a:t>
            </a:r>
          </a:p>
          <a:p xmlns:a="http://schemas.openxmlformats.org/drawingml/2006/main">
            <a:r>
              <a:t>- agent/filtering.py::DNSProxy.resolve</a:t>
            </a:r>
          </a:p>
          <a:p xmlns:a="http://schemas.openxmlformats.org/drawingml/2006/main">
            <a:r>
              <a:t>- agent/filtering.py::safe_search_reply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Mất response sau commit không tạo bản ghi thứ hai vì agent retry cùng UUID.</a:t>
            </a:r>
          </a:p>
          <a:p xmlns:a="http://schemas.openxmlformats.org/drawingml/2006/main">
            <a:r>
              <a:t>- Generation đóng vai trò hàng rào giữa dữ liệu cũ và dữ liệu sau yêu cầu xóa.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agent/remote_sync.py::sync_activity</a:t>
            </a:r>
          </a:p>
          <a:p xmlns:a="http://schemas.openxmlformats.org/drawingml/2006/main">
            <a:r>
              <a:t>- server/app/event_routes.py::ingest_events</a:t>
            </a:r>
          </a:p>
          <a:p xmlns:a="http://schemas.openxmlformats.org/drawingml/2006/main">
            <a:r>
              <a:t>- docs/WEEK3_EVENTS.md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Giải thích app_stop: duration mô tả đoạn thời gian ngay trước event.</a:t>
            </a:r>
          </a:p>
          <a:p xmlns:a="http://schemas.openxmlformats.org/drawingml/2006/main">
            <a:r>
              <a:t>- Biểu đồ ngày luôn 7 ngày, biểu đồ tuần lấy 56 ngày rồi gom thành 8 tuần.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common/activity_reports.py</a:t>
            </a:r>
          </a:p>
          <a:p xmlns:a="http://schemas.openxmlformats.org/drawingml/2006/main">
            <a:r>
              <a:t>- server/app/event_routes.py</a:t>
            </a:r>
          </a:p>
          <a:p xmlns:a="http://schemas.openxmlformats.org/drawingml/2006/main">
            <a:r>
              <a:t>- dashboard/static/app.js</a:t>
            </a:r>
          </a:p>
          <a:p xmlns:a="http://schemas.openxmlformats.org/drawingml/2006/main">
            <a:r>
              <a:t>- agent/tray_ui.py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Demo theo thứ tự từ cấu hình đến thực thi rồi mới tới báo cáo.</a:t>
            </a:r>
          </a:p>
          <a:p xmlns:a="http://schemas.openxmlformats.org/drawingml/2006/main">
            <a:r>
              <a:t>- Dừng ở mỗi bước để chỉ actor và dữ liệu tương ứng trên sơ đồ.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docs/F2_TESTING.md</a:t>
            </a:r>
          </a:p>
          <a:p xmlns:a="http://schemas.openxmlformats.org/drawingml/2006/main">
            <a:r>
              <a:t>- docs/F3_REPORTS.md</a:t>
            </a:r>
          </a:p>
          <a:p xmlns:a="http://schemas.openxmlformats.org/drawingml/2006/main">
            <a:r>
              <a:t>- docs/WEEK3_EVENTS.md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Gợi ý trình bày:</a:t>
            </a:r>
          </a:p>
          <a:p xmlns:a="http://schemas.openxmlformats.org/drawingml/2006/main">
            <a:r>
              <a:t>- Không đánh đồng test isolated với nghiệm thu production.</a:t>
            </a:r>
          </a:p>
          <a:p xmlns:a="http://schemas.openxmlformats.org/drawingml/2006/main">
            <a:r>
              <a:t>- Chủ động nêu giới hạn trước khi thầy hỏi về DoH, VPN và quyền admin của trẻ.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- docs/WEEK3_EVENTS.md</a:t>
            </a:r>
          </a:p>
          <a:p xmlns:a="http://schemas.openxmlformats.org/drawingml/2006/main">
            <a:r>
              <a:t>- docs/F2_TESTING.md</a:t>
            </a:r>
          </a:p>
          <a:p xmlns:a="http://schemas.openxmlformats.org/drawingml/2006/main">
            <a:r>
              <a:t>- output/f2-dns.json</a:t>
            </a:r>
          </a:p>
          <a:p xmlns:a="http://schemas.openxmlformats.org/drawingml/2006/main">
            <a:r>
              <a:t>- docs/WEB_PROTECTION.md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aaeb099a24e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df56131c184d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bc321491c4d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68f0fb569a42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bd822454744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986e371f1a4b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CCCFE6-01DD-4ED3-9925-13CFABE91D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FFCC08F-075F-4156-AFA2-2BF218DD0D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7942A7-5DCF-40BB-8A54-BC71A252E8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BF83F1-34E2-438F-9839-B42DE9DB7E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57AD46-A068-4B5B-ABCA-D5D3557F88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6BBAFF-CB7A-4F5F-AD49-A42B7AF1AF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146023-3FA8-423B-A40B-24BEC1C608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479270-6D37-4966-A697-C9BE98A2CF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FC4234-4E71-4254-BB72-C5163E004B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866F07-15DC-47BD-A773-27E0BF15A9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a313af5e2049b4" /><Relationship Type="http://schemas.openxmlformats.org/officeDocument/2006/relationships/slideLayout" Target="/ppt/slideLayouts/slideLayout1.xml" Id="Rc9cf37e864cb41a3" /><Relationship Type="http://schemas.openxmlformats.org/officeDocument/2006/relationships/slideLayout" Target="/ppt/slideLayouts/slideLayout2.xml" Id="R379859a32e534f5d" /><Relationship Type="http://schemas.openxmlformats.org/officeDocument/2006/relationships/slideLayout" Target="/ppt/slideLayouts/slideLayout3.xml" Id="Rcf2796fd6bf34e57" /><Relationship Type="http://schemas.openxmlformats.org/officeDocument/2006/relationships/slideLayout" Target="/ppt/slideLayouts/slideLayout4.xml" Id="Rfd7675c04e224e38" /><Relationship Type="http://schemas.openxmlformats.org/officeDocument/2006/relationships/slideLayout" Target="/ppt/slideLayouts/slideLayout5.xml" Id="R10400df4c1804f46" /><Relationship Type="http://schemas.openxmlformats.org/officeDocument/2006/relationships/slideLayout" Target="/ppt/slideLayouts/slideLayout6.xml" Id="R675652451b9848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cf37e864cb41a3"/>
    <p:sldLayoutId xmlns:r="http://schemas.openxmlformats.org/officeDocument/2006/relationships" id="2147483650" r:id="R379859a32e534f5d"/>
    <p:sldLayoutId xmlns:r="http://schemas.openxmlformats.org/officeDocument/2006/relationships" id="2147483651" r:id="Rcf2796fd6bf34e57"/>
    <p:sldLayoutId xmlns:r="http://schemas.openxmlformats.org/officeDocument/2006/relationships" id="2147483652" r:id="Rfd7675c04e224e38"/>
    <p:sldLayoutId xmlns:r="http://schemas.openxmlformats.org/officeDocument/2006/relationships" id="2147483653" r:id="R10400df4c1804f46"/>
    <p:sldLayoutId xmlns:r="http://schemas.openxmlformats.org/officeDocument/2006/relationships" id="2147483654" r:id="R675652451b9848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53c730ec2c4d2f" /><Relationship Type="http://schemas.openxmlformats.org/officeDocument/2006/relationships/notesSlide" Target="/ppt/notesSlides/notesSlide1.xml" Id="R04da3cac64d24b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42a9d0dccf48ac" /><Relationship Type="http://schemas.openxmlformats.org/officeDocument/2006/relationships/notesSlide" Target="/ppt/notesSlides/notesSlide2.xml" Id="Rc37b8ba6747d4e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dd9796ec046d2" /><Relationship Type="http://schemas.openxmlformats.org/officeDocument/2006/relationships/notesSlide" Target="/ppt/notesSlides/notesSlide3.xml" Id="R864c23ab5ab945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0baef300443bf" /><Relationship Type="http://schemas.openxmlformats.org/officeDocument/2006/relationships/notesSlide" Target="/ppt/notesSlides/notesSlide4.xml" Id="R97b1c8961cd949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b3dd81613d4362" /><Relationship Type="http://schemas.openxmlformats.org/officeDocument/2006/relationships/notesSlide" Target="/ppt/notesSlides/notesSlide5.xml" Id="R3eac1a6acee34e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0a71c309854130" /><Relationship Type="http://schemas.openxmlformats.org/officeDocument/2006/relationships/notesSlide" Target="/ppt/notesSlides/notesSlide6.xml" Id="Rbe83d5e7fcef42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39ad266e9d42b9" /><Relationship Type="http://schemas.openxmlformats.org/officeDocument/2006/relationships/notesSlide" Target="/ppt/notesSlides/notesSlide7.xml" Id="R6124fb9c005b4a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9f7a05d3c7437b" /><Relationship Type="http://schemas.openxmlformats.org/officeDocument/2006/relationships/notesSlide" Target="/ppt/notesSlides/notesSlide8.xml" Id="R9ba9453e3eff4a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2b74ea36d448bc" /><Relationship Type="http://schemas.openxmlformats.org/officeDocument/2006/relationships/notesSlide" Target="/ppt/notesSlides/notesSlide9.xml" Id="Re88b8e68b3dc4a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1c8ffd24c4873" /><Relationship Type="http://schemas.openxmlformats.org/officeDocument/2006/relationships/notesSlide" Target="/ppt/notesSlides/notesSlide10.xml" Id="Racfef02fdf104e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ebbf5cf47c48f2" /><Relationship Type="http://schemas.openxmlformats.org/officeDocument/2006/relationships/notesSlide" Target="/ppt/notesSlides/notesSlide11.xml" Id="R387c037079794a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a14570e8fd4ad0" /><Relationship Type="http://schemas.openxmlformats.org/officeDocument/2006/relationships/notesSlide" Target="/ppt/notesSlides/notesSlide12.xml" Id="Rdb4439688c704a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5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7D613-1217-41FC-AEB2-183A11BF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66775"/>
            <a:ext cx="66675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69E88-038F-4F4C-9A57-18959968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200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0D3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0D3A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0D3AE"/>
                </a:solidFill>
                <a:latin typeface="Arial"/>
                <a:ea typeface="Arial"/>
                <a:cs typeface="Arial"/>
              </a:rPr>
              <a:t>OpenGuard Kids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16C6B-B29F-467C-912A-B0711F28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3835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Luồng hoạt động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F2 và F3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FF75A-E737-420F-A847-03F0D38E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623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3E6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3E6D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3E6DF"/>
                </a:solidFill>
                <a:latin typeface="Arial"/>
                <a:ea typeface="Arial"/>
                <a:cs typeface="Arial"/>
              </a:rPr>
              <a:t>Báo cáo kỹ thuật Tuần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54259-03DB-4527-BA13-72D7CF00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859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539BF-4348-4583-A739-4F35506A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288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23A93-18E4-49FA-AB89-F5B712D8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52825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>
            <a:defPPr algn="ctr">
              <a:defRPr sz="1875" b="1">
                <a:solidFill>
                  <a:srgbClr val="70D3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70D3A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D3AE"/>
                </a:solidFill>
                <a:latin typeface="Arial"/>
                <a:ea typeface="Arial"/>
                <a:cs typeface="Arial"/>
              </a:rPr>
              <a:t>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E5A1F-1FF1-440E-B36C-D6E76E60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552825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>
            <a:defPPr algn="ctr">
              <a:defRPr sz="1875" b="1">
                <a:solidFill>
                  <a:srgbClr val="70D3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70D3A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D3AE"/>
                </a:solidFill>
                <a:latin typeface="Arial"/>
                <a:ea typeface="Arial"/>
                <a:cs typeface="Arial"/>
              </a:rPr>
              <a:t>DNS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66FFB-C0AD-42CC-A8EE-138EBC8B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72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9CC7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9CC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CC7B8"/>
                </a:solidFill>
                <a:latin typeface="Arial"/>
                <a:ea typeface="Arial"/>
                <a:cs typeface="Arial"/>
              </a:rPr>
              <a:t>12.10.2026</a:t>
            </a:r>
          </a:p>
        </p:txBody>
      </p:sp>
    </p:spTree>
    <p:extLst>
      <p:ext uri="{BB962C8B-B14F-4D97-AF65-F5344CB8AC3E}">
        <p14:creationId xmlns:p14="http://schemas.microsoft.com/office/powerpoint/2010/main" val="7981694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DB5932-821E-4216-BC97-12B58D33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42C29-C98E-425C-A920-55921284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7DE7B-29D6-4D97-BF42-B77011CA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Kiến trúc thực thi chính sách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D77C4-6F7B-4F5F-9BBE-6643DE9C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21699-989D-4CF0-BDE6-A203CA3E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F8E6C-24D7-4229-AE42-6FB416B5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Dashboard cấu hình luật; Agent Service chịu trách nhiệm thực thi trên máy trẻ.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53C3A-3970-479A-89AD-05D77175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4050"/>
            <a:ext cx="19526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9FDD2-5E97-4984-A773-F8C90325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3835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Dashboard phụ huynh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A024F-ED76-4663-AF2D-F85CAFD4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33625"/>
            <a:ext cx="1685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Chọn hồ sơ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Cấu hình app/web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Xem sự kiện và báo cáo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EAFEB-7310-4793-8DD2-C4B46193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81250"/>
            <a:ext cx="704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1CAE4-3189-443B-88DA-3DD32738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4050"/>
            <a:ext cx="19526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1A53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60B42-43DB-4FEB-A082-112338F4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3835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FastAPI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F443E-CBAF-4804-864B-FC7385D0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685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Lưu policy theo version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Ký HMAC theo thiết bị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Nhận event batch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317A6-64DB-4FE2-A46F-A5BE4A3B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81250"/>
            <a:ext cx="704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D3152-D51A-447A-9CF3-14F2E097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19526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9525">
            <a:solidFill>
              <a:srgbClr val="1F8A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F7742-CF08-4402-8BE9-C1796377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Windows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89124-77F3-42A5-BB33-DCF09D54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1685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Xác minh policy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App Controller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DNS proxy + outbox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38BE0-1349-49FC-A8B0-ED913A44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704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1A5A77-1B4B-4A1E-804D-A50EBA08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24050"/>
            <a:ext cx="19526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111A15-90E1-4C85-A846-F8FB5D8A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3835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Tray của trẻ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70422-57EA-476C-8515-12BD8A39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33625"/>
            <a:ext cx="1685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Đăng nhập hồ sơ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Heartbeat hiện diện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Popup lý do chặn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97213A-585F-4DA6-9395-918E6055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1145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023"/>
          </a:bodyPr>
          <a:lstStyle xmlns:a="http://schemas.openxmlformats.org/drawingml/2006/main">
            <a:defPPr algn="ct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Kênh cấu hình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6D802-9C14-469E-B60E-83A5FAB4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14550"/>
            <a:ext cx="561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Policy đã ký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1EA65C-BD9B-4F2C-8BE6-4C5DA603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14550"/>
            <a:ext cx="561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Named pipe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B67836-5392-4179-B990-3EF29626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2143125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DCCA1C-6EBD-451C-A102-6EDF5A22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19550"/>
            <a:ext cx="1876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SQLite server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8C802E-D192-4661-A55F-9E8678FF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14825"/>
            <a:ext cx="18764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Policy, event, generation, audit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053120-7EB5-4EAF-A796-3E3A30B8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05250"/>
            <a:ext cx="2143125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9A5054-CD73-48E6-B7CE-7CCF1331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019550"/>
            <a:ext cx="1876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SQLite tại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8975EB-4A7A-42A6-A478-FB8D1F51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314825"/>
            <a:ext cx="18764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Outbox, history, policy cache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0F7DE0-6002-43E9-9788-268CDC20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62325"/>
            <a:ext cx="247650" cy="485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77BE19-3053-42E2-837B-6D6CDF62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62325"/>
            <a:ext cx="247650" cy="485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5538F9-CF8E-4139-AD0A-E6142EAA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62600"/>
            <a:ext cx="106870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EFD27E-D5CE-4358-BCDA-6C21F580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34050"/>
            <a:ext cx="10229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47"/>
          </a:bodyPr>
          <a:lstStyle xmlns:a="http://schemas.openxmlformats.org/drawingml/2006/main">
            <a:defPPr algn="ctr">
              <a:defRPr sz="1200" b="1">
                <a:solidFill>
                  <a:srgbClr val="7B57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7B57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B571D"/>
                </a:solidFill>
                <a:latin typeface="Arial"/>
                <a:ea typeface="Arial"/>
                <a:cs typeface="Arial"/>
              </a:rPr>
              <a:t>Điều kiện thực thi: trẻ đã đăng nhập, Tray còn heartbeat và policy tương ứng đang bật. Nếu thiếu Tray, hệ thống không âm thầm thu thập hoặc chặn.</a:t>
            </a:r>
          </a:p>
        </p:txBody>
      </p:sp>
    </p:spTree>
    <p:extLst>
      <p:ext uri="{BB962C8B-B14F-4D97-AF65-F5344CB8AC3E}">
        <p14:creationId xmlns:p14="http://schemas.microsoft.com/office/powerpoint/2010/main" val="4110881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23D226-F828-4748-8E61-463CA2A1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953ED-CEF0-4F62-84CA-A106EF70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44C65-4503-45A6-A8F5-A92EEC1B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Vòng đời chính sách app và web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3B0A5-997C-4AFC-9086-AFE6D61F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562EE-7D2C-4F1B-931C-B5BF4B3C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31F87-4DCD-45D5-877D-50D1D97D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Version và HMAC ngăn agent áp dụng policy sai thiết bị hoặc bị sửa trên đường truyền.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99B10-5277-491E-99A0-C4CD4B94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3FFC9-9D96-44E6-BD1E-E67A0CE6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1762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6E5AF-02E2-46CD-8EF7-FC74B5CE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Phụ huynh lưu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0321E-352D-4199-8069-98500479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Gửi expected_version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+ CSRF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8AF28-15A1-41B3-9B98-A263C043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4095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0D9F4-6060-461B-8B5F-6CA1AE24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4310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DEE9D-59A6-4A00-B577-467F4EF4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14575"/>
            <a:ext cx="1762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B7069-FAAD-4F56-8FD1-669D4AF2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28875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Server kiểm tra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404C4-2677-47A4-9630-D5256067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Kiểm tra quyền sở hữu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và xung đột 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22F5B-A1FA-47F6-BAA1-7C666D69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4095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0F1A3-B564-4B06-8FEE-8327C7FE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D6098-B50F-463A-93DB-FED816E1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14575"/>
            <a:ext cx="1762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0F7A9-D85A-4060-9D6B-F91279E5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28875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Server ký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615921-77D2-48E5-9028-6DD683FA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2415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Gắn device_id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HMAC-SHA256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68109-3D23-4760-98B5-FE2B1CE7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4095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EA119D-C6D8-4F38-97C2-EE540077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4310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73CD65-C0B9-47BD-A398-752A5F19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14575"/>
            <a:ext cx="1762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1A53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F0BDE5-DA68-4733-95AA-A5DBCED7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28875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Agent xác minh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CAC187-E0DC-429F-ABF8-C21B2884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2415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Đúng device_id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Chữ ký hợp lệ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6ED0CC-9875-4DC9-A070-DB3CE2AE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4095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4CED6B-763E-4B74-87E0-49EDADB5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73757-BF3C-42F9-A6B4-140CC1C3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14575"/>
            <a:ext cx="1762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4D1223-70AF-4F48-A3F3-E2552BCC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28875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Agent áp dụng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E1709C-62D1-4F30-A7C7-4088C127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2415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Cập nhật core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và lưu cache offline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3926E5-EA5E-42D4-81F0-EE2D994D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814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ctr">
              <a:defRPr sz="1200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Nếu chữ ký hoặc device_id sai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2C28D0-3E10-4CC6-92D0-F8B07DD3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90950"/>
            <a:ext cx="238125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655EEE-51C4-47FF-ACE2-69936B7C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2495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94D5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F8A5D2-C9D9-4E60-BA59-19F5BF1B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0535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Từ chối policy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31C7D7-737D-4640-9F3D-BDE2433C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006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50"/>
          </a:bodyPr>
          <a:lstStyle xmlns:a="http://schemas.openxmlformats.org/drawingml/2006/main">
            <a:defPPr algn="ctr">
              <a:defRPr sz="975" b="0">
                <a:solidFill>
                  <a:srgbClr val="8E4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8E44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E4447"/>
                </a:solidFill>
                <a:latin typeface="Arial"/>
                <a:ea typeface="Arial"/>
                <a:cs typeface="Arial"/>
              </a:rPr>
              <a:t>Giữ policy cache hợp lệ trước đó và ghi lỗi trạng thái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489E14-1AD3-482F-97BD-BCE3622C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00725"/>
            <a:ext cx="106680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E07108-64D2-456C-8267-C8495165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23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>
            <a:defPPr algn="ctr">
              <a:defRPr sz="11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Policy ứng dụng và web được đồng bộ trong vòng activity sync 5 giây; cache cho phép agent giữ luật gần nhất khi server tạm mất kết nối.</a:t>
            </a:r>
          </a:p>
        </p:txBody>
      </p:sp>
    </p:spTree>
    <p:extLst>
      <p:ext uri="{BB962C8B-B14F-4D97-AF65-F5344CB8AC3E}">
        <p14:creationId xmlns:p14="http://schemas.microsoft.com/office/powerpoint/2010/main" val="87849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317A2A-4FD1-45E2-B47B-C6C86F56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309E3-53DA-423E-A575-45F71565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BCF6A-4798-4A03-BE19-8AA21986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Luồng chặn ứng dụng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F2727-9C39-4889-9387-9AF1B6B9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A1935-2A0B-449D-8D4C-BB2F0CB4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A9993-1ABC-4239-BB24-C6E7D4B7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App Controller chỉ xét tiến trình trong cùng Windows session với Tray của trẻ.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13210-4675-4EFD-9EB5-CDA02730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B4619-C71B-4783-8E65-B956676A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1D443-2023-4617-BB0D-6D1118B6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phụ huynh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732E9-85DD-467B-BF3B-F9A61759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765A5-A044-48BB-931F-7F70CCDD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2A4BC-33D6-4C8B-8D97-9760CE2F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1348E-270B-46E0-9008-D416DE14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policy + HMAC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66280-FD82-4F5B-8E78-3B716395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BD53C-5315-4F9D-801A-FCF82E5F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D09B5-7E36-43A1-B9CA-3267B1DE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Agent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10D75-7343-44E1-80C1-D2147EAE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App Controller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9CAA7-B895-4789-935E-2999B3A6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90F9B-43C1-47C4-8F98-79861F83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54E43-A861-412B-9DFE-900D904C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Windows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44E407-D730-4FB9-A0C4-96A5B531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process của trẻ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721CB7-0054-4CC2-9050-3DD047C2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9B5A9-6A2D-434E-9EED-F804B5EA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54777-0F4F-4C00-A341-20F4809D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Tray / Event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2CBC40-A5F8-4C5A-BC32-01204B0D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lý do + lịch sử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942C47-41E4-4162-BD02-E851D379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B71871-031A-4671-9004-240999E8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28900"/>
            <a:ext cx="2343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D6295-7786-422E-9679-1B21EAB6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982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B7EA0C-DD19-468A-930C-C4FB8140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40030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Lưu rule {name, SHA-256}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1A1011-54EA-49AD-82B3-7F748DB0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2343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C05D8F-7737-46F7-8020-80A59604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9562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EF4064-F1C4-4965-A648-028306B8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08610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Đồng bộ policy đã ký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BCDA98-F62A-42EE-9634-D6018E09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00500"/>
            <a:ext cx="2343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08E741-CC41-4498-8957-50E943E1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8142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E983D1-683E-4CCD-B41E-189D1AD4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90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Quét process mỗi 1 giây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3941F0-15C6-4143-B7E9-C54B69CB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86300"/>
            <a:ext cx="23431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51AC06-FF10-4AAD-8FA5-A58E22A2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6722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CB3AD5-EE8C-4A31-86E0-D044BC0F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5770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PID, create_time, exe path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64DD41-408B-4DB9-B6EC-724B80E7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72100"/>
            <a:ext cx="2343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A242C9-D9FD-4171-B98B-CD090DE8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5302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D7DF19-FE3B-4BF7-97B2-0148D869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4350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Hash khớp blocklist: kill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083F63-0CF0-4A07-9B1D-13A6A45E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962650"/>
            <a:ext cx="4686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32AAFA-E057-4BEA-A408-DDB09652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74357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DBCA5B-7FD2-4C11-A188-36155DDA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734050"/>
            <a:ext cx="4276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blocked_app + reason</a:t>
            </a:r>
          </a:p>
        </p:txBody>
      </p:sp>
    </p:spTree>
    <p:extLst>
      <p:ext uri="{BB962C8B-B14F-4D97-AF65-F5344CB8AC3E}">
        <p14:creationId xmlns:p14="http://schemas.microsoft.com/office/powerpoint/2010/main" val="1423896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19A6E1-9E9E-4BCD-9DB5-756CEB04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76227-E1AD-45F2-B7B5-4A0D80A9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66054-DD5A-4AD6-8E9F-7623CF0F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Cây quyết định kiểm soát ứng dụng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809AF-91F2-4E4B-B995-B7DAF395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DDA1D-B6AE-4ADB-85F3-8CFCC3FF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7554A-6CA0-4FC6-91A6-85429E2A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Tên giúp phụ huynh nhận biết; SHA-256 mới là căn cứ ra quyết định.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5B14C-3C6A-41A1-93CF-571BE473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143125" cy="685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1A5368"/>
            </a:solidFill>
            <a:prstDash val="solid"/>
          </a:ln>
        </p:spPr>
        <p:txBody>
          <a:bodyPr xmlns:a="http://schemas.openxmlformats.org/drawingml/2006/main">
            <a:normAutofit fontScale="52381"/>
          </a:bodyPr>
          <a:lstStyle xmlns:a="http://schemas.openxmlformats.org/drawingml/2006/main">
            <a:def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Có activity context?</a:t>
            </a:r>
          </a:p>
          <a:p xmlns:a="http://schemas.openxmlformats.org/drawingml/2006/main">
            <a: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Trẻ đăng nhập + Tray hiện diện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1C7A5-2E8E-4B7A-979A-CA87AB8B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9525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85EA3-E76A-48FD-A1C3-AD76DA71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704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KHÔNG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ECBD0-EEE0-4998-B9C5-F2DBA373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752600"/>
            <a:ext cx="195262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94D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A467A-EEF6-44BB-B995-94EB3757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86690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Dừng xử lý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ADF52-4C89-4232-80DC-6FFCEC91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162175"/>
            <a:ext cx="168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96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Không quét và xóa trạng thái seen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45E3F-5343-4AA9-88A8-5A219099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5075"/>
            <a:ext cx="247650" cy="447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C722D-9D4F-4400-B472-1BF4EFFB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09850"/>
            <a:ext cx="495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327B9-621E-42CC-AB6D-354B444A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2143125" cy="685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  <p:txBody>
          <a:bodyPr xmlns:a="http://schemas.openxmlformats.org/drawingml/2006/main">
            <a:normAutofit fontScale="50311"/>
          </a:bodyPr>
          <a:lstStyle xmlns:a="http://schemas.openxmlformats.org/drawingml/2006/main">
            <a:def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Protected Windows process?</a:t>
            </a:r>
          </a:p>
          <a:p xmlns:a="http://schemas.openxmlformats.org/drawingml/2006/main">
            <a: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Tên + vị trí Windows tin cậy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87B04-9A21-4A2E-8263-78A2CB36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9525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A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DC6F1-CD67-4C9B-8A57-B716E55D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71800"/>
            <a:ext cx="495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1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57E536-3837-4F52-83EE-DA4DE17C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28950"/>
            <a:ext cx="195262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E8A1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8A364-6470-4DD4-8DDA-1D181F51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4325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8D6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8D641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D641F"/>
                </a:solidFill>
                <a:latin typeface="Arial"/>
                <a:ea typeface="Arial"/>
                <a:cs typeface="Arial"/>
              </a:rPr>
              <a:t>Bỏ qua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1ED2D-9788-4A27-A03F-9D73C02C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438525"/>
            <a:ext cx="168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6535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Không terminate thành phần giao diện Windows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3DD2F-DA2B-4D8F-89F2-EC48744A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90950"/>
            <a:ext cx="2476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5BC7C0-E05D-4B96-97CF-11794872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76675"/>
            <a:ext cx="704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KHÔNG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D4B40-1749-4496-82EB-A2490782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2143125" cy="685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  <p:txBody>
          <a:bodyPr xmlns:a="http://schemas.openxmlformats.org/drawingml/2006/main">
            <a:normAutofit fontScale="52381"/>
          </a:bodyPr>
          <a:lstStyle xmlns:a="http://schemas.openxmlformats.org/drawingml/2006/main">
            <a:def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Hash nằm trong app_block?</a:t>
            </a:r>
          </a:p>
          <a:p xmlns:a="http://schemas.openxmlformats.org/drawingml/2006/main">
            <a:pPr algn="ctr">
              <a:defRPr sz="10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Blocklist ưu tiên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37BC9-11DC-4FA0-B672-16BC0B5B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24375"/>
            <a:ext cx="9525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B405C-0117-4006-B15B-F4F2C3AE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38625"/>
            <a:ext cx="495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235CC-5B2A-4DF8-9F33-749FE336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95775"/>
            <a:ext cx="195262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94D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B9BF0D-7FD6-4F88-B098-5AC078B8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41007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0BEBC8-2868-4D82-8B1D-8856173E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705350"/>
            <a:ext cx="168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781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Kiểm tra lại identity rồi kill + event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243861-F859-4489-9C7F-8FE00937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48250"/>
            <a:ext cx="247650" cy="4095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161D81-01CD-420F-862E-6D0E7963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24450"/>
            <a:ext cx="704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KHÔNG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C57695-1E1F-492F-AEAC-F30A2A7E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2143125" cy="685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Allowlist mode và hash chưa allow?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A77673-2C44-4525-9701-4F8BE3FF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62625"/>
            <a:ext cx="9525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D8375D-B69C-4D4A-8935-E53BEB29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76875"/>
            <a:ext cx="495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31BAE6-5607-442D-AB56-09D776BB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534025"/>
            <a:ext cx="195262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94D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8A7C9A-45AD-4D82-A588-5BB7FAFC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6483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0BD575-EDFA-43CF-B487-DEC234A3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943600"/>
            <a:ext cx="168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6465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Ứng dụng không nằm trong danh sách cho phép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DB39BD-1448-4ACA-938B-3A4039D7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762625"/>
            <a:ext cx="7620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B0E46F-5DA5-4C7B-B5B9-303C7648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476875"/>
            <a:ext cx="704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KHÔNG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533493-3626-47AB-8057-3FD90A2E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62575"/>
            <a:ext cx="219075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9525">
            <a:solidFill>
              <a:srgbClr val="1F8A7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193ED7-EAF9-46F5-85DA-BAB7981A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476875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ALLOW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C03AB8-AD3C-4DB8-A526-92E27AE0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772150"/>
            <a:ext cx="1924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Ghi app_start/app_stop để tính thời lượng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E936AB-672B-468C-9780-6206444B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028950"/>
            <a:ext cx="19526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354A"/>
          </a:solidFill>
          <a:ln xmlns:a="http://schemas.openxmlformats.org/drawingml/2006/main" w="9525">
            <a:solidFill>
              <a:srgbClr val="1035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FF9585-F0FD-4A15-96C7-D819B314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4325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Vì sao dùng hash?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7B0692-FAC6-4725-87B8-9A0D4B64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438525"/>
            <a:ext cx="16859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D7E8E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D7E8E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7E8E2"/>
                </a:solidFill>
                <a:latin typeface="Arial"/>
                <a:ea typeface="Arial"/>
                <a:cs typeface="Arial"/>
              </a:rPr>
              <a:t>Đổi tên game.exe thành explorer.exe không làm thay đổi hash.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7E8E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7E8E2"/>
                </a:solidFill>
                <a:latin typeface="Arial"/>
                <a:ea typeface="Arial"/>
                <a:cs typeface="Arial"/>
              </a:rPr>
              <a:t>Phiên bản ứng dụng mới có hash khác, nên phụ huynh phải xem lại rule.</a:t>
            </a:r>
          </a:p>
        </p:txBody>
      </p:sp>
    </p:spTree>
    <p:extLst>
      <p:ext uri="{BB962C8B-B14F-4D97-AF65-F5344CB8AC3E}">
        <p14:creationId xmlns:p14="http://schemas.microsoft.com/office/powerpoint/2010/main" val="1463969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FA0713-6A73-43A8-9BE3-865F4FB4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ECE1B-D891-499E-99CE-5816EBD5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4BFC2-2429-47E5-99A2-4AB1DF0D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Luồng kích hoạt DNS proxy trên Windows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572DD-DA13-4BFC-BAA4-ACFA7479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824A2-F861-4E72-81B3-0DCE1647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1E09F-30FA-4B82-A174-2BC354BB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Service chỉ đổi DNS sau khi proxy UDP và TCP đã bind thành công trên IPv4 và IPv6 loopback.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02DFD-B0FA-40BB-9640-FBCE9F9C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E31C9-BECF-4F7F-80F2-664EEE42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05050"/>
            <a:ext cx="17907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34915-303D-47C6-9A3B-E84CBCAA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Đủ điều kiện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FD5F5-68C0-4977-A42E-367A3A15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14625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Trẻ đăng nhập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Tray heartbeat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DNS proxy bật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E375C-6D6A-45AF-A357-99CF3760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52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1FE22-3C87-459F-9EC1-4231572D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2405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88DB3-9C94-478E-B2E2-AD2A3ED6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05050"/>
            <a:ext cx="17907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BE6D7-DDFD-4AF1-99D2-5E2F9FA8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19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Khởi động proxy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F110F-C161-4091-A57F-2B6AE323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714625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127.0.0.1:53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[::1]:53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UDP + TCP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AD234-1516-4621-AC8E-54D2B3A1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52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BD708-EEEB-4907-90EA-2591011A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2405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7DED0F-84A7-46FB-B308-31764A27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05050"/>
            <a:ext cx="17907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E8A1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D0576F-27C0-47AE-83AA-F3F928A1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19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Sao lưu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18F0EF-6DFB-40AF-8B83-3F783C94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714625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DNS từng adapter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Chrome/Edge/Firefox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Secure DNS 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145B5-A5A2-43C0-A4C8-77B8C755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952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20A31E-63B5-4278-B611-2ABF86EF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2405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9919C-9FC4-4578-BECE-A2A469CD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05050"/>
            <a:ext cx="17907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6EC3FF-6FD9-42DA-B341-55C8F993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19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Cấu hình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720E17-A75A-4146-BB93-C98C511C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714625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DNS máy về loopback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Tắt DoH trình duyệt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được hỗ trợ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5099F4-DDA8-483C-A616-D58A5CE7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952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9740E8-371E-4F88-A2CE-ADA9E2E4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24050"/>
            <a:ext cx="285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23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F2B2C5-2DA7-44AA-9D9C-4DAF5D85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05050"/>
            <a:ext cx="17907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2EE97B-DDE4-459F-86D6-75974409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19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Theo dõi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F546B3-E1D2-47A3-8CF3-624A568E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714625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Kiểm tra lại mỗi 10 giây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và bắt adapter mới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088260-C524-4603-9E75-A31751FE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815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ctr">
              <a:defRPr sz="1350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Tắt bảo vệ / đăng xuất / dừng 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4FB9FE-5050-41C3-97F7-3CF734E6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19625"/>
            <a:ext cx="990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C160E4-42CB-40D4-8665-252352C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43400"/>
            <a:ext cx="30480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94D5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A6F592-A811-47FA-9107-CD4D78C5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577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>
            <a:defPPr algn="ctr">
              <a:defRPr sz="1350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Khôi phục cấu hình gốc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D21935-74B4-42C9-B043-40AD5165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52975"/>
            <a:ext cx="278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410"/>
          </a:bodyPr>
          <a:lstStyle xmlns:a="http://schemas.openxmlformats.org/drawingml/2006/main">
            <a:defPPr algn="ctr">
              <a:defRPr sz="975" b="0">
                <a:solidFill>
                  <a:srgbClr val="8B45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8B454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B4548"/>
                </a:solidFill>
                <a:latin typeface="Arial"/>
                <a:ea typeface="Arial"/>
                <a:cs typeface="Arial"/>
              </a:rPr>
              <a:t>DNS tĩnh hoặc DHCP và browser policy cũ từ network-backup.json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3D3087-A1F1-45F7-A2C1-6B3A5780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86425"/>
            <a:ext cx="10839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2FD154-AFEF-442B-A3E8-A759AAD9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Nếu cấu hình lỗi, Service cố gắng rollback và giữ backup để thử khôi phục lại. Cleanup từ chối xóa runtime khi DNS chưa phục hồi an toàn.</a:t>
            </a:r>
          </a:p>
        </p:txBody>
      </p:sp>
    </p:spTree>
    <p:extLst>
      <p:ext uri="{BB962C8B-B14F-4D97-AF65-F5344CB8AC3E}">
        <p14:creationId xmlns:p14="http://schemas.microsoft.com/office/powerpoint/2010/main" val="16308799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798109-493D-48F8-9E06-FC93D89E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454AF-C099-470D-AB93-8922B6F3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C6B2B-87F5-4DC8-B63F-52D9CA7F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Luồng chặn website qua DNS proxy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2193A-F2D9-4A1D-85ED-F0E4010C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B8DB1-D051-44EB-8953-E406F109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FCAAF-F67A-4E35-BE56-5F2943A3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Proxy trả NXDOMAIN khi rule quyết định chặn; trình duyệt không nhận được IP của website.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02983-AB0E-4D44-ABD8-CAE0B31A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3EFAF-C33E-4499-B3C2-E5352C5D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Trình duyệt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EEA54-CC4B-416F-9BE1-A539EC43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Chrome / Edge / Firefox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ABBF8-D625-48B6-9BE0-AC68326E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91109-5506-4A0E-BE2C-DB238560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CD896-B50B-44B5-8444-9A0613C2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Windows DNS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3B73A-FA89-4C65-9BEC-0083EEF2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adapter dùng loopback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7F0E0-AE59-4F9B-8557-B7A5F24C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B0BF2-F8DE-446A-B363-26F3AB1A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078BF-2040-4C02-872D-9F9B5F0A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DNS Proxy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07D5A-8598-4DD0-94C1-00480DC2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127.0.0.1:53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16BB1-E5EE-4528-A805-FCD02FB4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86B2A-8309-4510-8727-06638762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AD5671-00A9-4C74-800C-8C76D1A5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Upstream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0C296-7B80-48BE-A551-A0DEC2FC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1.1.1.1 mặc định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6A3566-F923-43DF-B1BF-EB252292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71B50-9281-49E1-B426-266E8FA0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57350"/>
            <a:ext cx="1752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ACB559-E048-46F6-8DE9-47CCDAFE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Event / Tray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355A0F-C650-4870-8594-0965A82D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669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>
            <a:def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SQLite outbox + popup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E1C29C-60EC-4D3D-9095-B9B74593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3050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C3A7AB-9753-44FF-8C9F-E1653D64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2343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1DCD93-CCFA-44FF-81D4-01035EF9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4792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070617-82BB-4B88-AEDE-C67AE015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43840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Query A / AAAA / CNAME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F7AD76-1AD2-46C9-8E32-F2BBF95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52800"/>
            <a:ext cx="2343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12583E-2EF0-4AAF-999F-9830E207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3372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F18218-442C-4C87-991D-6FBFAED9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2420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Chuyển query về loopback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02C4E6-8E78-47EC-B349-854B95D9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4686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48C040-212C-4443-94F8-F2685AD3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952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80EF8A-C3D1-44E2-9D17-7278D790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10000"/>
            <a:ext cx="4276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domain_query, gộp trong 5 giây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DD5857-9E14-4970-998D-4B161A1A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68630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854A68-9C20-474B-A37F-042B45EA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4F9DA3-D01A-4A1A-9AAC-89539614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514850"/>
            <a:ext cx="4276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Nếu BLOCK: trả NXDOMAIN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356B58-84EA-4079-8D74-F576FB96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29250"/>
            <a:ext cx="4686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7FEFD5-F049-416C-8493-63738505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017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FCCA75-DDA5-43B7-922E-B8A6CAE3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00650"/>
            <a:ext cx="4276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blocked_domain + reason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90B61B-2010-498F-A760-C4447C65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2343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259D23-B536-4AF4-868A-8F4410E7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19775"/>
            <a:ext cx="2571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4EB9F5-0A35-4C53-8386-E3A8C264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81025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590"/>
          </a:bodyPr>
          <a:lstStyle xmlns:a="http://schemas.openxmlformats.org/drawingml/2006/main">
            <a:def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Nếu ALLOW: hỏi upstream hoặc SafeSearch</a:t>
            </a:r>
          </a:p>
        </p:txBody>
      </p:sp>
    </p:spTree>
    <p:extLst>
      <p:ext uri="{BB962C8B-B14F-4D97-AF65-F5344CB8AC3E}">
        <p14:creationId xmlns:p14="http://schemas.microsoft.com/office/powerpoint/2010/main" val="20254795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ECD794-06AF-4F0F-9173-FDAC481F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C6B76-E729-440D-9FBB-D3EB2BE8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18D73-CD15-42FF-8065-0B866AA5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Thứ tự quyết định của DNS proxy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5FB11-187F-45BD-8512-2F77202D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20569-BD32-40B9-945D-A2CFBD13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D8C21-B9D3-47AE-8CEC-2A514558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Thứ tự ưu tiên tránh trường hợp category vô tình chặn miền trường học hoặc hỗ trợ khẩn cấp.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74DFF-A4A2-4E53-A2F8-E55BB142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ADF2F-4086-48A3-B362-2E454C4C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90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Policy hoặc DNS proxy đang tắt?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A1D85-7FF9-40F3-9D0E-56C7856B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81175"/>
            <a:ext cx="933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8CBDF-E92B-4150-861C-96EB921C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Không áp dụng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DCA81-DDEA-4EFB-89D5-B0F0E672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D3635-ECA9-4F52-9BF8-7C1D11DF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1D4CD-1821-4ECC-8938-F1F8602B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Safety domain hoặc tongdai111.vn?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1F2BF-20BE-42D8-A8C5-6DD7609C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86075"/>
            <a:ext cx="714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F65E4-F382-4F06-A3C5-2B71F85A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Ưu tiên cao nhất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0B6B4-86A9-4DE0-9D4F-0007598C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24275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AE813-362D-40DC-8186-E07B5A7E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9C29C-3801-42AA-ADE5-8CBAC384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Khớp domain_block?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8C24C-E049-4684-BB65-3D014065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90975"/>
            <a:ext cx="714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C6106-D5B6-444B-B1FE-2D078980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Trả NXDOMAIN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9D0E7-69B9-461D-AEE9-5E424340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29175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34CC23-ABBA-43D0-886C-8C6C1776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D68F8-7409-47B3-BA6E-4935FCD0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Allowlist mode nhưng chưa allow?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E2F036-E37B-4AAC-8208-9AD85E77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714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934429-A89E-419D-A51A-2BCB4C4C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Trả NXDOMAIN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AA46F6-CEED-4212-9EC6-F4515ECD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2DBAF9-28B1-4777-A294-A1807681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90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Khớp domain_allow?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C25C91-92DE-4287-90E5-2033D343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781175"/>
            <a:ext cx="714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70D1FB-B2E6-4240-9AA2-8648B4A4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Bỏ qua category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624FEB-B462-4A62-B74A-02476496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19375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17D460-C1A6-4D89-8C8E-2562B910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180A8A-64D5-4092-90C4-7E26F3BA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956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Category action = block?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04EED9-21C3-4DA4-81FE-3BC4F615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886075"/>
            <a:ext cx="714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B33491-ED7F-42AA-82C4-7063D096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147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Trả NXDOMAIN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41B7BC-FEB9-4F9A-9576-47B0E115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24275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E1583E-1254-4333-954F-02CDAB5A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1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7A608C-2A61-4B16-A522-FB8D475C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005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Google/Bing + SafeSearch bật?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6A181C-F355-47E1-9636-BCC3DB93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990975"/>
            <a:ext cx="876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1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REWRITE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250909-9FA4-4A2C-B0C7-71C4EEC8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196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CNAME tới safe endpoint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73C65F-B4DF-494D-91E7-5F8B372E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29175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19329C-89C4-4413-8902-3AE17601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8E8E7B-F330-4DEA-A3EA-172D5D14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054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Còn lại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787D93-2C87-4B44-9D66-1C5014D9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095875"/>
            <a:ext cx="933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FORWARD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0833DC-40DE-4EB8-B320-575215FF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245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Upstream DNS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A65FD6-CA64-483E-8F1E-C2A99A61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85925"/>
            <a:ext cx="9525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6F8FD9-6B9F-45B4-B5E8-84F52874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0668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F443F9-A980-4FD5-ACB7-DF9801F0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38875"/>
            <a:ext cx="1019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7C5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7C59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C591F"/>
                </a:solidFill>
                <a:latin typeface="Arial"/>
                <a:ea typeface="Arial"/>
                <a:cs typeface="Arial"/>
              </a:rPr>
              <a:t>Upstream timeout hoặc phản hồi không khớp query sẽ trả SERVFAIL, không âm thầm bỏ SafeSearch hoặc dùng DNS khác.</a:t>
            </a:r>
          </a:p>
        </p:txBody>
      </p:sp>
    </p:spTree>
    <p:extLst>
      <p:ext uri="{BB962C8B-B14F-4D97-AF65-F5344CB8AC3E}">
        <p14:creationId xmlns:p14="http://schemas.microsoft.com/office/powerpoint/2010/main" val="14520941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A5FD39-81F0-4660-9EC5-82E00D11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5FD5A-815E-43FB-978E-DFC621C4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6700D-72ED-41BE-B8C0-26727CD5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Đồng bộ sự kiện offline và chống trùng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17FFA-0AFC-42B0-AE46-C386EA9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9A92A-6FD1-4A88-AFEF-F7954306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B43CB-8AB8-4227-974E-815F9054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UUID được tạo một lần tại agent và giữ nguyên qua mọi lần retry.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B96F9-0CA1-41D3-A95A-F348E9DC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1924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F3BEB-6491-4F9B-8754-7403F79C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716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1. Ghi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F38A3-3B3F-4FCD-819C-43A36E15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66950"/>
            <a:ext cx="1657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Event + explanation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được lưu SQLite outbox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1536E-F9CD-4EA5-A8E9-8A9E4F04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28850"/>
            <a:ext cx="5143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1E672-1E74-4FB8-A4E2-D08E5B55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57375"/>
            <a:ext cx="1924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1A53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887EE-0DE9-47BD-8D0F-33A962AC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716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2. Đọc generation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687CA-B8AA-4129-A118-DDE81EE6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66950"/>
            <a:ext cx="1657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GET /device/event-state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trước khi upload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4D4F9-21B3-47A0-BC22-0E97058B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28850"/>
            <a:ext cx="5143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1415B6-1933-45F8-9E97-5C1ACBB9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857375"/>
            <a:ext cx="1924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9525">
            <a:solidFill>
              <a:srgbClr val="1F8A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F2C40-688C-4A0F-86E2-3044B0CB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716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3. Gửi batch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03147-4506-41EF-BEB9-6084B284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66950"/>
            <a:ext cx="1657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Tối đa 100 event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UUID không đổi khi retry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7B15D-D944-43A5-8BFA-8FDA8B46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228850"/>
            <a:ext cx="5143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52E9B-5202-4923-8385-51113F6D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57375"/>
            <a:ext cx="2762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D625B-820D-4AE8-8852-3AFAC322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71675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4. Server 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1A2042-506C-4573-937F-3FFC9051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2495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Insert mới hoặc trả ACK cho UUID đã có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409 nếu cùng UUID nhưng payload khác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922DC-3488-43D5-A734-45B5E967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8615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636"/>
          </a:bodyPr>
          <a:lstStyle xmlns:a="http://schemas.openxmlformats.org/drawingml/2006/main">
            <a:defPPr algn="l">
              <a:defRPr sz="16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Khi phụ huynh yêu cầu xóa dữ liệu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73041-2978-4576-A1EC-0BD6FA91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19550"/>
            <a:ext cx="2190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94D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E97696-AC36-4CF2-98DF-89B9C174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338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C94D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4D52"/>
                </a:solidFill>
                <a:latin typeface="Arial"/>
                <a:ea typeface="Arial"/>
                <a:cs typeface="Arial"/>
              </a:rPr>
              <a:t>Server tăng generation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0EB8D4-B06E-44C1-823A-3C11C477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2912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Xóa event và dữ liệu báo cáo trong cùng transaction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CDB161-9AD2-4CB1-AD39-3CD1C0DB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00550"/>
            <a:ext cx="5334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253723-1E01-4499-80FE-3CE00AD6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19550"/>
            <a:ext cx="2190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E8A1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D7BCFE-7689-4F2B-8FB0-4C991606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338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8A62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8A621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A621E"/>
                </a:solidFill>
                <a:latin typeface="Arial"/>
                <a:ea typeface="Arial"/>
                <a:cs typeface="Arial"/>
              </a:rPr>
              <a:t>Agent kết nối lại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3D5041-9C8E-4AA4-8600-49DE0121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2912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Thấy generation mới và xóa history + outbox cũ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5C93A8-A718-4AB1-ABDC-3F076003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400550"/>
            <a:ext cx="5334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FC3E14-5760-45BA-95E5-DFDECA28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19550"/>
            <a:ext cx="2190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9525">
            <a:solidFill>
              <a:srgbClr val="1F8A7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BDDBF2-F456-4B54-84D2-93100B0C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1338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Agent 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EFA52A-3052-4325-B11E-9A27EDB9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42912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POST event-state/ack sau khi commit local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78D4B2-93CA-476A-927C-3E4A63F8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00550"/>
            <a:ext cx="5334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4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AD28A6-F6E4-44C3-8472-5735F4F5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19550"/>
            <a:ext cx="18478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D80715-0F2E-4D3D-ADF5-B855CE73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338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Hoàn tất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C3FF0E-3E9B-4F19-9972-FFE14FDB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291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Dashboard hết trạng thái đang chờ thiết bị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BFB62E-F441-41E7-91D8-BBAD2171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76900"/>
            <a:ext cx="106775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2ADC39-C224-46EC-A152-D056AFB5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210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Event thuộc generation cũ bị discard kể cả khi đến server sau yêu cầu xóa, nên dữ liệu đã xóa không xuất hiện trở lại.</a:t>
            </a:r>
          </a:p>
        </p:txBody>
      </p:sp>
    </p:spTree>
    <p:extLst>
      <p:ext uri="{BB962C8B-B14F-4D97-AF65-F5344CB8AC3E}">
        <p14:creationId xmlns:p14="http://schemas.microsoft.com/office/powerpoint/2010/main" val="958375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ED206B-D880-40C2-8189-B424ADB2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A6DC9-B186-4CC6-A493-727A6D5F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E8D8B-EEB3-42C7-935C-3B1EFA98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Luồng tổng hợp báo cáo hoạt động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B1627-5A2E-40C0-88B9-4374F7CA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A6A71-21B6-49AF-87D3-D9148287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CFD23-C1F4-4A99-9901-0D8FA4D9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Dashboard và Tray dùng cùng hàm tổng hợp để số liệu có cùng ý nghĩa.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12D38-8B9A-46B4-A0B3-943AD971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43100"/>
            <a:ext cx="2095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FE491-0522-400C-A545-E253C948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574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Sự kiện đầu vào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B419E-F3EB-44E4-A8B9-E43337F5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52675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app_stop + duration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domain_query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blocked_app / blocked_domain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E0159-1C16-4983-ABC3-019717B6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90775"/>
            <a:ext cx="5905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93D49-55AD-454F-AA12-5CF126BB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310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9525">
            <a:solidFill>
              <a:srgbClr val="1F8A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80C68-2608-49E4-8387-6078FA64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574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activity_report()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F6F0B-6BCF-4FC2-BDB1-0DA731A0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52675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Cắt theo UTC+7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chia đoạn qua nửa đêm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gom theo ngày và tuần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2C4A4-EBFE-4DDC-8697-8A438B00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90775"/>
            <a:ext cx="5905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EC51FF-8561-424A-8BD1-FCF035D9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43100"/>
            <a:ext cx="2095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1A53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BA1F5-0326-48FB-9CA8-368A1ED0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0574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Dữ liệu dẫn xuất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0C273-22CE-47A9-8295-1B21A0E0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352675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total duration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blocked count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top apps + top domains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A845E-948A-4CFC-A975-B127B42B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90775"/>
            <a:ext cx="5905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D3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6AFA5-1F21-4837-9C79-1FC6934E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2095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1287F-FF3A-4EDD-8BE8-B5D191F2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574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Đầu 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D29A39-1C2A-44E6-8DEC-2F5E66A5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52675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Dashboard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Tray Hôm nay</a:t>
            </a:r>
          </a:p>
          <a:p xmlns:a="http://schemas.openxmlformats.org/drawingml/2006/main">
            <a:pPr algn="ctr">
              <a:defRPr sz="9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PDF / 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68B81-5F4A-49DE-8E9B-16F98C29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52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>
            <a:def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Cách hiểu đúng số liệu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15F2CA-CFEE-4DC1-BF3D-9B44A24E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F1F64A-8D77-4569-A118-5A530F3C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Thời gian dùng máy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360AD-6CE4-4A43-B0A7-3142B821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43450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Chỉ tính khi Tray hiện diện, trẻ đăng nhập, máy không khóa và không idle quá ngưỡng.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B6721-AAB1-409A-AEE0-EB7EBFE0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815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646B07-716B-4DD5-A8F8-2D291516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43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Top ứng dụng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4C63D9-8D6C-4F81-B973-03EC1060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743450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Tổng thời gian process chạy; ứng dụng có thể chạy nền hoặc chạy cùng lúc.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71DA87-F19B-4A24-9D74-B9908E05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815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5A2085-FE02-4D99-95D9-9E2048A4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43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Top tên miền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6DCA2A-8CB5-47FD-B5B3-2D5886DF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743450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Số lượt DNS đã gộp trong cửa sổ 5 giây; không phải số lần mở trang.</a:t>
            </a:r>
          </a:p>
        </p:txBody>
      </p:sp>
    </p:spTree>
    <p:extLst>
      <p:ext uri="{BB962C8B-B14F-4D97-AF65-F5344CB8AC3E}">
        <p14:creationId xmlns:p14="http://schemas.microsoft.com/office/powerpoint/2010/main" val="9278256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5E47FC-9773-4D80-A999-5ACDC59F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9554F-A286-4BF3-9E29-4D4A6B6C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C43E7-030C-488E-884B-EAE34CF1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Kịch bản demo xuyên suốt để trình bày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91932-562A-43A6-A857-EB0A61AF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302FD-4A49-4D1E-B0A9-E1A04197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B42C5-9CFD-4936-9EC5-7F361728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Mỗi bước demo liên hệ trực tiếp với một sơ đồ kỹ thuật trong bộ slide.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E4077-E26A-4345-8E5A-0024975F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A45D2-FE8B-4505-97A5-A47CAF8B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335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Lưu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C6561-5EA2-4C69-AA2F-7EE5D288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33550"/>
            <a:ext cx="676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Chọn ứng dụng đã phát hiện và thêm example.com vào blocklist.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1E9F4-DFA1-42B8-B8B2-705B5975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62125"/>
            <a:ext cx="1143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Slide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1BD53-5D6B-4590-A550-95115E4A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5267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759A2-A169-4137-B837-487037B1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E79D9-574E-4A33-815B-5992D307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908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Chặn 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C4B70-2A54-4E42-BBDC-4197F445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90800"/>
            <a:ext cx="676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Mở executable lab, quan sát process bị kill và popup lý 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03855-6C9C-4D63-9151-F88E1C93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19375"/>
            <a:ext cx="1143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Slide 4–5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402FD-652B-48BD-B978-91DC95D6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0992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603AD-5D05-41F7-86FD-C9D77AA2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95675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FBB61-130E-444E-864F-3EBDA2B2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480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Chặn web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F6058-23A0-4DDF-981F-A5C696E9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48050"/>
            <a:ext cx="676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Mở example.com, browser nhận lỗi DNS và Tray ghi blocked_domain.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87587-31CF-4011-8F00-9F480C78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76625"/>
            <a:ext cx="1143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Slide 6–8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F67E83-C0DF-4473-A255-93C2A2C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6717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14BE6D-433D-4451-91DA-61364DF2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98F24-5FC3-4C0A-8B4F-FFBACE29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053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Mất mạng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CE339E-D202-48B7-97AF-4665EBC8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305300"/>
            <a:ext cx="676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Dừng server, tạo event rồi bật lại để chứng minh retry không nhân đôi.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A9C83A-1D9C-42EA-BA64-E6168E7A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33875"/>
            <a:ext cx="1143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Slide 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B9DB0C-D4C6-48D3-9233-7F58F822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2442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7598DA-1094-41D7-AF5C-913D1062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0175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95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28F96B-2308-4EFA-98C0-F2B089BC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625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Báo cáo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EFD3D3-C905-4836-BDE4-0212F6E9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162550"/>
            <a:ext cx="676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C"/>
                </a:solidFill>
                <a:latin typeface="Arial"/>
                <a:ea typeface="Arial"/>
                <a:cs typeface="Arial"/>
              </a:rPr>
              <a:t>Mở báo cáo, giải thích 7 ngày, 8 tuần, top app/domain và xuất PDF.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601BF8-7912-4D9A-960E-36E34B43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91125"/>
            <a:ext cx="1143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38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Slide 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B29B08-5068-4150-A25F-1540F1D5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86475"/>
            <a:ext cx="10553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239013-D51C-49AE-A6B6-0D1DAA00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62675"/>
            <a:ext cx="1014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ctr">
              <a:defRPr sz="1050" b="1">
                <a:solidFill>
                  <a:srgbClr val="7C5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7C59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C591F"/>
                </a:solidFill>
                <a:latin typeface="Arial"/>
                <a:ea typeface="Arial"/>
                <a:cs typeface="Arial"/>
              </a:rPr>
              <a:t>Chỉ dùng executable và domain lab; không thử terminate ứng dụng có dữ liệu chưa lưu và không tìm nội dung không phù hợp để test SafeSearch.</a:t>
            </a:r>
          </a:p>
        </p:txBody>
      </p:sp>
    </p:spTree>
    <p:extLst>
      <p:ext uri="{BB962C8B-B14F-4D97-AF65-F5344CB8AC3E}">
        <p14:creationId xmlns:p14="http://schemas.microsoft.com/office/powerpoint/2010/main" val="10478026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E574C-A2F9-449C-8A5F-B5E82C6D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4635D-5F7A-4DC8-BCB2-501F319D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OPEN GUARD KIDS · TUẦN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2E3BC-F80F-4B91-A7A8-E1D79281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>
            <a:def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Kiểm chứng và giới hạn hiện tại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B68BF-1853-4C89-889C-7FFEF365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>
            <a:def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8A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E760B-5950-431B-8524-BED61F97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5664E-8D62-4908-9E49-E152F55B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763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C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6A"/>
                </a:solidFill>
                <a:latin typeface="Arial"/>
                <a:ea typeface="Arial"/>
                <a:cs typeface="Arial"/>
              </a:rPr>
              <a:t>Bộ test chứng minh logic phần mềm; nghiệm thu Windows thật vẫn cần thực hiện trên máy lab độc lập.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5852C-6C54-4595-919A-0C831839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8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Bằng chứng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46826-7968-4AD3-8068-9373057B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4619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179 pytest đạt tại mốc 09/10/2026.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108 test F2/F3/Tray đạt tại mốc 11/10/2026.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DNS isolated đạt 50/50 miền chặn và 20/20 miền giáo dục.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480 truy vấn A/AAAA qua UDP/TCP đều đạt kỳ vọng.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Dashboard regression trên Edge headless đạt.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D789D-8BAD-43BD-B8C8-44FEBD79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95450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698DF-C13E-4EA2-B914-C2155666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8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5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354A"/>
                </a:solidFill>
                <a:latin typeface="Arial"/>
                <a:ea typeface="Arial"/>
                <a:cs typeface="Arial"/>
              </a:rPr>
              <a:t>Giới hạn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3FD1B-A23E-4B5D-8CD7-8335A9CA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8375"/>
            <a:ext cx="4810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DoH/DoT, VPN, IP trực tiếp và DNS cache vẫn có thể vượt bộ lọc.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Chưa có WFP/firewall và chưa xử lý nhiều phiên Windows đồng thời.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Dataset 311 miền cần người rà soát trước khi tuyên bố độ an toàn nội dung.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350">
                <a:solidFill>
                  <a:srgbClr val="17312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12C"/>
                </a:solidFill>
                <a:latin typeface="Arial"/>
                <a:ea typeface="Arial"/>
                <a:cs typeface="Arial"/>
              </a:rPr>
              <a:t>Cần nghiệm thu terminate app, DNS adapter, browser policy và khóa máy trên Windows thật.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0C817-7A84-4089-95EB-58BC7CC6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0639425" cy="504825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10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4A981-46CF-4A09-B0E0-6AD02847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144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897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luận: kiến trúc và các luồng chính đã khép kín trong môi trường lab; bước tiếp theo tập trung vào chống bypass và nghiệm thu hệ điều hành thật.</a:t>
            </a:r>
          </a:p>
        </p:txBody>
      </p:sp>
    </p:spTree>
    <p:extLst>
      <p:ext uri="{BB962C8B-B14F-4D97-AF65-F5344CB8AC3E}">
        <p14:creationId xmlns:p14="http://schemas.microsoft.com/office/powerpoint/2010/main" val="1970917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2026-10-12T15:22:51.0960000Z</dcterms:created>
  <dcterms:modified xsi:type="dcterms:W3CDTF">2026-10-12T15:22:51.0960000Z</dcterms:modified>
</coreProperties>
</file>