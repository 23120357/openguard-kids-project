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3804881fe34669" /><Relationship Type="http://schemas.openxmlformats.org/officeDocument/2006/relationships/extended-properties" Target="/docProps/app.xml" Id="Rfde7f0bce60c4432" /><Relationship Type="http://schemas.openxmlformats.org/officeDocument/2006/relationships/officeDocument" Target="/ppt/presentation.xml" Id="Reccae035911f45a9" /></Relationships>
</file>

<file path=ppt/presentation.xml><?xml version="1.0" encoding="utf-8"?>
<p:presentation xmlns:p="http://schemas.openxmlformats.org/presentationml/2006/main">
  <p:sldMasterIdLst>
    <p:sldMasterId xmlns:r="http://schemas.openxmlformats.org/officeDocument/2006/relationships" id="2147483648" r:id="Rf826d9301e4f44b6"/>
  </p:sldMasterIdLst>
  <p:notesMasterIdLst>
    <p:notesMasterId xmlns:r="http://schemas.openxmlformats.org/officeDocument/2006/relationships" r:id="R6984914a6f8e4a44"/>
  </p:notesMasterIdLst>
  <p:sldIdLst>
    <p:sldId xmlns:r="http://schemas.openxmlformats.org/officeDocument/2006/relationships" id="256" r:id="R33e8da3c73da42d9"/>
    <p:sldId xmlns:r="http://schemas.openxmlformats.org/officeDocument/2006/relationships" id="257" r:id="R3fa8ea32104948a0"/>
    <p:sldId xmlns:r="http://schemas.openxmlformats.org/officeDocument/2006/relationships" id="258" r:id="R797237b3b11b4448"/>
    <p:sldId xmlns:r="http://schemas.openxmlformats.org/officeDocument/2006/relationships" id="259" r:id="Re04283eda30e477f"/>
    <p:sldId xmlns:r="http://schemas.openxmlformats.org/officeDocument/2006/relationships" id="260" r:id="R4c5cf90832a443c6"/>
    <p:sldId xmlns:r="http://schemas.openxmlformats.org/officeDocument/2006/relationships" id="261" r:id="R3004281b8f1240f3"/>
    <p:sldId xmlns:r="http://schemas.openxmlformats.org/officeDocument/2006/relationships" id="262" r:id="R48cd3c4523164237"/>
    <p:sldId xmlns:r="http://schemas.openxmlformats.org/officeDocument/2006/relationships" id="263" r:id="R8a4e997dc11e47c9"/>
    <p:sldId xmlns:r="http://schemas.openxmlformats.org/officeDocument/2006/relationships" id="264" r:id="R67f5a51dc59d4e1a"/>
    <p:sldId xmlns:r="http://schemas.openxmlformats.org/officeDocument/2006/relationships" id="265" r:id="Ra557fb2a96054d48"/>
    <p:sldId xmlns:r="http://schemas.openxmlformats.org/officeDocument/2006/relationships" id="266" r:id="R2e78e3d69cec4983"/>
    <p:sldId xmlns:r="http://schemas.openxmlformats.org/officeDocument/2006/relationships" id="267" r:id="R0da7ce4a675e42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fd0d8d31ef4fac" /><Relationship Type="http://schemas.openxmlformats.org/officeDocument/2006/relationships/slideMaster" Target="/ppt/slideMasters/slideMaster1.xml" Id="Rf826d9301e4f44b6" /><Relationship Type="http://schemas.openxmlformats.org/officeDocument/2006/relationships/notesMaster" Target="/ppt/notesMasters/notesMaster1.xml" Id="R6984914a6f8e4a44" /><Relationship Type="http://schemas.openxmlformats.org/officeDocument/2006/relationships/presProps" Target="/ppt/presProps.xml" Id="Ra597f6ad1c2b4dfa" /><Relationship Type="http://schemas.openxmlformats.org/officeDocument/2006/relationships/tableStyles" Target="/ppt/tableStyles.xml" Id="R55fa3010004044eb" /><Relationship Type="http://schemas.openxmlformats.org/officeDocument/2006/relationships/slide" Target="/ppt/slides/slide1.xml" Id="R33e8da3c73da42d9" /><Relationship Type="http://schemas.openxmlformats.org/officeDocument/2006/relationships/slide" Target="/ppt/slides/slide2.xml" Id="R3fa8ea32104948a0" /><Relationship Type="http://schemas.openxmlformats.org/officeDocument/2006/relationships/slide" Target="/ppt/slides/slide3.xml" Id="R797237b3b11b4448" /><Relationship Type="http://schemas.openxmlformats.org/officeDocument/2006/relationships/slide" Target="/ppt/slides/slide4.xml" Id="Re04283eda30e477f" /><Relationship Type="http://schemas.openxmlformats.org/officeDocument/2006/relationships/slide" Target="/ppt/slides/slide5.xml" Id="R4c5cf90832a443c6" /><Relationship Type="http://schemas.openxmlformats.org/officeDocument/2006/relationships/slide" Target="/ppt/slides/slide6.xml" Id="R3004281b8f1240f3" /><Relationship Type="http://schemas.openxmlformats.org/officeDocument/2006/relationships/slide" Target="/ppt/slides/slide7.xml" Id="R48cd3c4523164237" /><Relationship Type="http://schemas.openxmlformats.org/officeDocument/2006/relationships/slide" Target="/ppt/slides/slide8.xml" Id="R8a4e997dc11e47c9" /><Relationship Type="http://schemas.openxmlformats.org/officeDocument/2006/relationships/slide" Target="/ppt/slides/slide9.xml" Id="R67f5a51dc59d4e1a" /><Relationship Type="http://schemas.openxmlformats.org/officeDocument/2006/relationships/slide" Target="/ppt/slides/slide10.xml" Id="Ra557fb2a96054d48" /><Relationship Type="http://schemas.openxmlformats.org/officeDocument/2006/relationships/slide" Target="/ppt/slides/slide11.xml" Id="R2e78e3d69cec4983" /><Relationship Type="http://schemas.openxmlformats.org/officeDocument/2006/relationships/slide" Target="/ppt/slides/slide12.xml" Id="R0da7ce4a675e42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586c34614a42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1a3a77747e4345" /><Relationship Type="http://schemas.openxmlformats.org/officeDocument/2006/relationships/notesMaster" Target="/ppt/notesMasters/notesMaster1.xml" Id="Ra4c9cee461604f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98d0595c574908" /><Relationship Type="http://schemas.openxmlformats.org/officeDocument/2006/relationships/notesMaster" Target="/ppt/notesMasters/notesMaster1.xml" Id="R48b28553c24e49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e0b76031d945c2" /><Relationship Type="http://schemas.openxmlformats.org/officeDocument/2006/relationships/notesMaster" Target="/ppt/notesMasters/notesMaster1.xml" Id="R8a3baa9d76014f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039c8898a4406b" /><Relationship Type="http://schemas.openxmlformats.org/officeDocument/2006/relationships/notesMaster" Target="/ppt/notesMasters/notesMaster1.xml" Id="R2f6c63eac0094c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6ac3aaed4242cc" /><Relationship Type="http://schemas.openxmlformats.org/officeDocument/2006/relationships/notesMaster" Target="/ppt/notesMasters/notesMaster1.xml" Id="R9e29332e8f4148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8c80d7eceb4dac" /><Relationship Type="http://schemas.openxmlformats.org/officeDocument/2006/relationships/notesMaster" Target="/ppt/notesMasters/notesMaster1.xml" Id="R14ce1f9f30f543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10f6d58cb24b24" /><Relationship Type="http://schemas.openxmlformats.org/officeDocument/2006/relationships/notesMaster" Target="/ppt/notesMasters/notesMaster1.xml" Id="R3a1a818073404a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e16426882f4943" /><Relationship Type="http://schemas.openxmlformats.org/officeDocument/2006/relationships/notesMaster" Target="/ppt/notesMasters/notesMaster1.xml" Id="Rd7220d185ecb48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e09012f1364b7f" /><Relationship Type="http://schemas.openxmlformats.org/officeDocument/2006/relationships/notesMaster" Target="/ppt/notesMasters/notesMaster1.xml" Id="Ra5f9b26b334446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72d625a79c4c4d" /><Relationship Type="http://schemas.openxmlformats.org/officeDocument/2006/relationships/notesMaster" Target="/ppt/notesMasters/notesMaster1.xml" Id="Rc0e2b4b378704e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570b3408e74698" /><Relationship Type="http://schemas.openxmlformats.org/officeDocument/2006/relationships/notesMaster" Target="/ppt/notesMasters/notesMaster1.xml" Id="R8cc55ea7597444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d39d018451474f" /><Relationship Type="http://schemas.openxmlformats.org/officeDocument/2006/relationships/notesMaster" Target="/ppt/notesMasters/notesMaster1.xml" Id="R51ab4a26d45944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khoảng 30 giây. Nhóm xây dựng ứng dụng giúp phụ huynh đồng hành trong việc trẻ dùng máy tính. Tuần đầu tập trung nền tảng liên lạc giữa các thành phần. Điểm đã chạy được là đăng nhập, ghép đôi và đồng bộ cấu hình. Agent vẫn là chương trình console mô phỏng, chưa khóa máy hoặc lọc nội dung.</a:t>
            </a:r>
          </a:p>
          <a:p xmlns:a="http://schemas.openxmlformats.org/drawingml/2006/main">
            <a:r>
              <a:t/>
            </a:r>
          </a:p>
          <a:p xmlns:a="http://schemas.openxmlformats.org/drawingml/2006/main">
            <a:r>
              <a:t>Nguồn trong dự án openguard-kids-project: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mục tiêu tuần với mức hoàn thành. Bộ khung đã chạy được trên máy phát triển. Các API, database, tài liệu và simulator giúp chia việc giữa hai thành viên. Chưa hoàn thành toàn bộ tuần 1 vì còn Service, Tray và danh tính bền vững. Không khẳng định đã triển khai trên máy trẻ hoặc LAN.</a:t>
            </a:r>
          </a:p>
          <a:p xmlns:a="http://schemas.openxmlformats.org/drawingml/2006/main">
            <a:r>
              <a:t/>
            </a:r>
          </a:p>
          <a:p xmlns:a="http://schemas.openxmlformats.org/drawingml/2006/main">
            <a:r>
              <a:t>Nguồn trong dự án openguard-kids-project: README.md; docs/HANDOFF.md.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 từ trái sang phải. Dashboard nhận thao tác của phụ huynh, server kiểm tra quyền và lưu dữ liệu, agent gọi server để nhận cấu hình. Dashboard không gửi trực tiếp tới agent. Hai database phục vụ mục đích khác nhau: server giữ dữ liệu chung, cache agent giữ policy gần nhất. Các mũi tên hai chiều thể hiện request và response. Hiện dùng HTTP loopback, chưa có HTTPS/pinning.</a:t>
            </a:r>
          </a:p>
          <a:p xmlns:a="http://schemas.openxmlformats.org/drawingml/2006/main">
            <a:r>
              <a:t/>
            </a:r>
          </a:p>
          <a:p xmlns:a="http://schemas.openxmlformats.org/drawingml/2006/main">
            <a:r>
              <a:t>Nguồn trong dự án openguard-kids-project: server/app/main.py; database.py; routes.py; agent/simulator.py; agent/cache.py.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quan hệ một nhiều bằng ví dụ: một phụ huynh có hai con, mỗi con có laptop riêng. Policy gắn với trẻ, thiết bị nhận policy qua quan hệ đó. Model còn có ParentSession và EnrollmentCode nhưng sơ đồ chỉ tập trung quan hệ chính. Audit liên kết parent và child để ghi consent và thay đổi policy. Chưa có bảng sự kiện sử dụng.</a:t>
            </a:r>
          </a:p>
          <a:p xmlns:a="http://schemas.openxmlformats.org/drawingml/2006/main">
            <a:r>
              <a:t/>
            </a:r>
          </a:p>
          <a:p xmlns:a="http://schemas.openxmlformats.org/drawingml/2006/main">
            <a:r>
              <a:t>Nguồn trong dự án openguard-kids-project: server/app/models.py;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huynh tạo mã sau khi chọn hồ sơ và đồng ý ghép thiết bị. Người dùng nhập mã được hiển thị vào agent. Server tiêu thụ mã trong giao dịch và tạo Device. Thiết bị nhận access token 15 phút và refresh token 30 ngày. Không đưa mật khẩu phụ huynh vào agent. Mã mới cho cùng hồ sơ thay mã cũ. Fingerprint hiện là UUID ngẫu nhiên, chưa phải nhận dạng phần cứng.</a:t>
            </a:r>
          </a:p>
          <a:p xmlns:a="http://schemas.openxmlformats.org/drawingml/2006/main">
            <a:r>
              <a:t/>
            </a:r>
          </a:p>
          <a:p xmlns:a="http://schemas.openxmlformats.org/drawingml/2006/main">
            <a:r>
              <a:t>Nguồn trong dự án openguard-kids-project: server/app/routes.py: create_code, enroll, issue_device_tokens; agent/simulator.py: enroll.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chủ động gửi heartbeat, server không đẩy trực tiếp policy trong bản mẫu. Nhận version khác thì agent gọi GET /policy. Quota 60 phút hiện chỉ là cấu hình được lưu. Cache không đồng nghĩa có enforcement offline. Đổi luật cùng lúc từ hai tab được bảo vệ bằng expected_version; version cũ nhận 409. Khi HTTP server từ chối, simulator có thể dừng; khi lỗi kết nối ở vòng lặp thì giữ cache và thử lại.</a:t>
            </a:r>
          </a:p>
          <a:p xmlns:a="http://schemas.openxmlformats.org/drawingml/2006/main">
            <a:r>
              <a:t/>
            </a:r>
          </a:p>
          <a:p xmlns:a="http://schemas.openxmlformats.org/drawingml/2006/main">
            <a:r>
              <a:t>Nguồn trong dự án openguard-kids-project: server/app/routes.py: update_policy, heartbeat, device_policy; agent/simulator.py: tick.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Argon2id dùng cho mật khẩu, SHA-256 dùng cho token ngẫu nhiên. Cookie HttpOnly không cho JavaScript đọc trực tiếp. CSRF kiểm tra hành động ghi. Ownership kiểm tra ở server, không chỉ giao diện. Refresh đổi cả access và refresh token. Rate limit hiện trong RAM một process. Còn thiếu TLS/pinning và bảo vệ bí mật cục bộ; các kiểm soát này chưa đủ cho triển khai thực tế.</a:t>
            </a:r>
          </a:p>
          <a:p xmlns:a="http://schemas.openxmlformats.org/drawingml/2006/main">
            <a:r>
              <a:t/>
            </a:r>
          </a:p>
          <a:p xmlns:a="http://schemas.openxmlformats.org/drawingml/2006/main">
            <a:r>
              <a:t>Nguồn trong dự án openguard-kids-project: server/app/security.py; server/app/dependencies.py; server/app/routes.py.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Dành khoảng một phút để demo. Chuẩn bị trước server và tài khoản seed. Tạo mã trên dashboard, chạy python -m agent.simulator và nhập mã. Đổi quota rồi chờ chu kỳ heartbeat. Có thể dùng --show-cache sau khi dừng để chứng minh policy còn lưu. Dashboard làm mới mỗi 10 giây và policy_version thiết bị có thể phản ánh muộn một nhịp. Không nói việc đổi quota chứng minh khóa máy.</a:t>
            </a:r>
          </a:p>
          <a:p xmlns:a="http://schemas.openxmlformats.org/drawingml/2006/main">
            <a:r>
              <a:t/>
            </a:r>
          </a:p>
          <a:p xmlns:a="http://schemas.openxmlformats.org/drawingml/2006/main">
            <a:r>
              <a:t>Nguồn trong dự án openguard-kids-project: README.md: Demo xuyên suốt; dashboard/static/app.js; agent/simulator.py.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 số 29 lấy từ lần chạy đã ghi nhận khi dựng bộ khung, không phải số đo hiệu năng. Unit test kiểm tra hàm/đầu vào riêng lẻ; integration test kiểm tra nhiều thành phần cùng nhau. Đã thử đăng nhập, tạo hồ sơ và đổi quota trên trình duyệt. Chưa kiểm thử chức năng Windows, DNS hoặc thời gian sử dụng vì chưa có implementation. Không dùng 29 tests làm tỷ lệ hoàn thành toàn đề.</a:t>
            </a:r>
          </a:p>
          <a:p xmlns:a="http://schemas.openxmlformats.org/drawingml/2006/main">
            <a:r>
              <a:t/>
            </a:r>
          </a:p>
          <a:p xmlns:a="http://schemas.openxmlformats.org/drawingml/2006/main">
            <a:r>
              <a:t>Nguồn trong dự án openguard-kids-project: tests/test_units.py; tests/test_integration.py;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tả thẳng giới hạn: token chỉ trong RAM và fingerprint thay đổi mỗi enrollment. Policy cache vẫn có nhưng danh tính chưa bền vững. Service/Tray và lưu token là phần tiếp tục ở nền tảng tuần đầu. Kiểm soát thời gian và lịch là tuần 2, DNS/ứng dụng là tuần 3. Còn thiếu migration, retention, xóa dữ liệu, báo cáo và vai trò child-view/admin. Đây là danh sách công việc, không phải bằng chứng thất bại của các tính năng chưa xây dựng.</a:t>
            </a:r>
          </a:p>
          <a:p xmlns:a="http://schemas.openxmlformats.org/drawingml/2006/main">
            <a:r>
              <a:t/>
            </a:r>
          </a:p>
          <a:p xmlns:a="http://schemas.openxmlformats.org/drawingml/2006/main">
            <a:r>
              <a:t>Nguồn trong dự án openguard-kids-project: README.md: Trạng thái và giới hạn; docs/HANDOFF.md.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sơ đồ mục tiêu, chưa có code Service hay Tray trong repository. Service chạy LocalSystem, Tray chạy trong phiên trẻ, giao tiếp qua IPC nội bộ như named pipe có kiểm soát quyền. Service giữ token và không gửi bí mật ra Tray. DPAPI bảo vệ dữ liệu bí mật; ACL giới hạn truy cập file. Không chỉ kiểm tra tiến trình UI tồn tại mà cần cơ chế đáp ứng yêu cầu biểu tượng minh bạch. TLS/pinning và ký policy cần làm trước enforcement.</a:t>
            </a:r>
          </a:p>
          <a:p xmlns:a="http://schemas.openxmlformats.org/drawingml/2006/main">
            <a:r>
              <a:t/>
            </a:r>
          </a:p>
          <a:p xmlns:a="http://schemas.openxmlformats.org/drawingml/2006/main">
            <a:r>
              <a:t>Nguồn trong dự án openguard-kids-project: docs/ARCHITECTURE.md; docs/HANDOFF.md; yêu cầu kiến trúc trong đề bài.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bài: nhóm đã có luồng nền để phát triển tiếp. Đây là phân công đề xuất, chưa gán tên thành viên hoặc tỷ lệ đóng góp. Phụ trách server lo migration, API, ký policy và giao diện; phụ trách agent lo Service/Tray, bảo vệ bí mật và bộ đếm. Cả hai tích hợp, kiểm tra trên máy thử nghiệm và ghi nhận lỗi. Tuần 2 nghiệm thu quota, lịch, idle/lock, cảnh báo và ân hạn theo đề. Nêu rõ vẫn còn F2/F3 và các yêu cầu tuần 3,4.</a:t>
            </a:r>
          </a:p>
          <a:p xmlns:a="http://schemas.openxmlformats.org/drawingml/2006/main">
            <a:r>
              <a:t/>
            </a:r>
          </a:p>
          <a:p xmlns:a="http://schemas.openxmlformats.org/drawingml/2006/main">
            <a:r>
              <a:t>Nguồn trong dự án openguard-kids-project: docs/HANDOFF.md;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5518a8daba4c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fe8c998de64e45" /><Relationship Type="http://schemas.openxmlformats.org/officeDocument/2006/relationships/slideLayout" Target="/ppt/slideLayouts/slideLayout1.xml" Id="R2c279714c1c242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279714c1c242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cbe27e2c4a4608" /><Relationship Type="http://schemas.openxmlformats.org/officeDocument/2006/relationships/notesSlide" Target="/ppt/notesSlides/notesSlide1.xml" Id="R03c2c912370649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98f1f85f16489f" /><Relationship Type="http://schemas.openxmlformats.org/officeDocument/2006/relationships/notesSlide" Target="/ppt/notesSlides/notesSlide2.xml" Id="R0c3042f05a7b4c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08b74ee4214592" /><Relationship Type="http://schemas.openxmlformats.org/officeDocument/2006/relationships/notesSlide" Target="/ppt/notesSlides/notesSlide3.xml" Id="R6fa32f2591294e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5a59ba9dbb476f" /><Relationship Type="http://schemas.openxmlformats.org/officeDocument/2006/relationships/notesSlide" Target="/ppt/notesSlides/notesSlide4.xml" Id="R9b3bb69f3d1149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e3b52547be542de" /><Relationship Type="http://schemas.openxmlformats.org/officeDocument/2006/relationships/notesSlide" Target="/ppt/notesSlides/notesSlide5.xml" Id="Ra73e5f54d81b40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a97923a2dfb4dd3" /><Relationship Type="http://schemas.openxmlformats.org/officeDocument/2006/relationships/notesSlide" Target="/ppt/notesSlides/notesSlide6.xml" Id="R62cdbf71d54f45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9767c84da2e466b" /><Relationship Type="http://schemas.openxmlformats.org/officeDocument/2006/relationships/notesSlide" Target="/ppt/notesSlides/notesSlide7.xml" Id="Rc45207dd6f374a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3d0cc3e5ea4feb" /><Relationship Type="http://schemas.openxmlformats.org/officeDocument/2006/relationships/notesSlide" Target="/ppt/notesSlides/notesSlide8.xml" Id="Raf948d2ee6554e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2866e8f0d543d4" /><Relationship Type="http://schemas.openxmlformats.org/officeDocument/2006/relationships/notesSlide" Target="/ppt/notesSlides/notesSlide9.xml" Id="Rb8af546461dc4b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32094b59be147ca" /><Relationship Type="http://schemas.openxmlformats.org/officeDocument/2006/relationships/notesSlide" Target="/ppt/notesSlides/notesSlide10.xml" Id="R981e3d9d3ebc42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e4cfc03499944a2" /><Relationship Type="http://schemas.openxmlformats.org/officeDocument/2006/relationships/notesSlide" Target="/ppt/notesSlides/notesSlide11.xml" Id="Rf7ab0c24fdd54f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5c32fe6d5a14ee1" /><Relationship Type="http://schemas.openxmlformats.org/officeDocument/2006/relationships/notesSlide" Target="/ppt/notesSlides/notesSlide12.xml" Id="R82e1051f695445d5" /></Relationships>
</file>

<file path=ppt/slides/slide1.xml><?xml version="1.0" encoding="utf-8"?>
<p:sld xmlns:p="http://schemas.openxmlformats.org/presentationml/2006/main">
  <p:cSld>
    <p:bg>
      <p:bgPr>
        <a:solidFill xmlns:a="http://schemas.openxmlformats.org/drawingml/2006/main">
          <a:srgbClr val="102D3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2CBEE4-0E93-472C-AC37-870F7C50E923}"/>
              </a:ext>
            </a:extLst>
          </p:cNvPr>
          <p:cNvSpPr>
            <a:spLocks xmlns:a="http://schemas.openxmlformats.org/drawingml/2006/main" noGrp="1"/>
          </p:cNvSpPr>
          <p:nvPr/>
        </p:nvSpPr>
        <p:spPr>
          <a:xfrm xmlns:a="http://schemas.openxmlformats.org/drawingml/2006/main">
            <a:off x="638175" y="6334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C4C8"/>
                </a:solidFill>
                <a:latin typeface="Arial"/>
                <a:ea typeface="Arial"/>
                <a:cs typeface="Arial"/>
              </a:defRPr>
            </a:pPr>
            <a:r>
              <a:rPr sz="1200" b="0">
                <a:solidFill>
                  <a:srgbClr val="A9C4C8"/>
                </a:solidFill>
                <a:latin typeface="Arial"/>
                <a:ea typeface="Arial"/>
                <a:cs typeface="Arial"/>
              </a:rPr>
              <a:t>OpenGuard Kids</a:t>
            </a:r>
          </a:p>
        </p:txBody>
      </p:sp>
      <p:sp>
        <p:nvSpPr>
          <p:cNvPr id="2" name="">
            <a:extLst xmlns:a="http://schemas.openxmlformats.org/drawingml/2006/main">
              <a:ext uri="{FF2B5EF4-FFF2-40B4-BE49-F238E27FC236}">
                <a16:creationId xmlns:a16="http://schemas.microsoft.com/office/drawing/2014/main" id="{B1315049-9AB8-4378-BCDC-22813A06BE69}"/>
              </a:ext>
            </a:extLst>
          </p:cNvPr>
          <p:cNvSpPr>
            <a:spLocks xmlns:a="http://schemas.openxmlformats.org/drawingml/2006/main" noGrp="1"/>
          </p:cNvSpPr>
          <p:nvPr/>
        </p:nvSpPr>
        <p:spPr>
          <a:xfrm xmlns:a="http://schemas.openxmlformats.org/drawingml/2006/main">
            <a:off x="11029950" y="62769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BFEBDD"/>
                </a:solidFill>
                <a:latin typeface="Arial"/>
                <a:ea typeface="Arial"/>
                <a:cs typeface="Arial"/>
              </a:defRPr>
            </a:pPr>
            <a:r>
              <a:rPr sz="1425" b="1">
                <a:solidFill>
                  <a:srgbClr val="BFEBD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8A233F3-FB1C-443E-AB0F-B363C3D73246}"/>
              </a:ext>
            </a:extLst>
          </p:cNvPr>
          <p:cNvSpPr>
            <a:spLocks xmlns:a="http://schemas.openxmlformats.org/drawingml/2006/main" noGrp="1"/>
          </p:cNvSpPr>
          <p:nvPr/>
        </p:nvSpPr>
        <p:spPr>
          <a:xfrm xmlns:a="http://schemas.openxmlformats.org/drawingml/2006/main">
            <a:off x="666750" y="76200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FEBDD"/>
                </a:solidFill>
                <a:latin typeface="Arial"/>
                <a:ea typeface="Arial"/>
                <a:cs typeface="Arial"/>
              </a:defRPr>
            </a:pPr>
            <a:r>
              <a:rPr sz="1650" b="1">
                <a:solidFill>
                  <a:srgbClr val="BFEBDD"/>
                </a:solidFill>
                <a:latin typeface="Arial"/>
                <a:ea typeface="Arial"/>
                <a:cs typeface="Arial"/>
              </a:rPr>
              <a:t>BÁO CÁO TIẾN ĐỘ</a:t>
            </a:r>
          </a:p>
        </p:txBody>
      </p:sp>
      <p:sp>
        <p:nvSpPr>
          <p:cNvPr id="4" name="">
            <a:extLst xmlns:a="http://schemas.openxmlformats.org/drawingml/2006/main">
              <a:ext uri="{FF2B5EF4-FFF2-40B4-BE49-F238E27FC236}">
                <a16:creationId xmlns:a16="http://schemas.microsoft.com/office/drawing/2014/main" id="{1CCE1638-E10B-4E6D-99D3-12A54B4C7033}"/>
              </a:ext>
            </a:extLst>
          </p:cNvPr>
          <p:cNvSpPr>
            <a:spLocks xmlns:a="http://schemas.openxmlformats.org/drawingml/2006/main" noGrp="1"/>
          </p:cNvSpPr>
          <p:nvPr/>
        </p:nvSpPr>
        <p:spPr>
          <a:xfrm xmlns:a="http://schemas.openxmlformats.org/drawingml/2006/main">
            <a:off x="619125" y="1676400"/>
            <a:ext cx="7810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OpenGuard</a:t>
            </a:r>
          </a:p>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Kids</a:t>
            </a:r>
          </a:p>
        </p:txBody>
      </p:sp>
      <p:sp>
        <p:nvSpPr>
          <p:cNvPr id="5" name="">
            <a:extLst xmlns:a="http://schemas.openxmlformats.org/drawingml/2006/main">
              <a:ext uri="{FF2B5EF4-FFF2-40B4-BE49-F238E27FC236}">
                <a16:creationId xmlns:a16="http://schemas.microsoft.com/office/drawing/2014/main" id="{6B1EDF8E-87A7-47CA-9E51-33DDC8ECB1EA}"/>
              </a:ext>
            </a:extLst>
          </p:cNvPr>
          <p:cNvSpPr>
            <a:spLocks xmlns:a="http://schemas.openxmlformats.org/drawingml/2006/main" noGrp="1"/>
          </p:cNvSpPr>
          <p:nvPr/>
        </p:nvSpPr>
        <p:spPr>
          <a:xfrm xmlns:a="http://schemas.openxmlformats.org/drawingml/2006/main">
            <a:off x="9048750" y="857250"/>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FEBDD"/>
                </a:solidFill>
                <a:latin typeface="Arial"/>
                <a:ea typeface="Arial"/>
                <a:cs typeface="Arial"/>
              </a:defRPr>
            </a:pPr>
            <a:r>
              <a:rPr sz="2400" b="1">
                <a:solidFill>
                  <a:srgbClr val="BFEBDD"/>
                </a:solidFill>
                <a:latin typeface="Arial"/>
                <a:ea typeface="Arial"/>
                <a:cs typeface="Arial"/>
              </a:rPr>
              <a:t>Tuần 1</a:t>
            </a:r>
          </a:p>
        </p:txBody>
      </p:sp>
      <p:sp>
        <p:nvSpPr>
          <p:cNvPr id="6" name="">
            <a:extLst xmlns:a="http://schemas.openxmlformats.org/drawingml/2006/main">
              <a:ext uri="{FF2B5EF4-FFF2-40B4-BE49-F238E27FC236}">
                <a16:creationId xmlns:a16="http://schemas.microsoft.com/office/drawing/2014/main" id="{C0EACA71-87DA-44B0-89D2-FE704A317D40}"/>
              </a:ext>
            </a:extLst>
          </p:cNvPr>
          <p:cNvSpPr>
            <a:spLocks xmlns:a="http://schemas.openxmlformats.org/drawingml/2006/main" noGrp="1"/>
          </p:cNvSpPr>
          <p:nvPr/>
        </p:nvSpPr>
        <p:spPr>
          <a:xfrm xmlns:a="http://schemas.openxmlformats.org/drawingml/2006/main">
            <a:off x="8334375" y="1695450"/>
            <a:ext cx="3143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050" b="1">
                <a:solidFill>
                  <a:srgbClr val="BFEBDD"/>
                </a:solidFill>
                <a:latin typeface="Arial"/>
                <a:ea typeface="Arial"/>
                <a:cs typeface="Arial"/>
              </a:defRPr>
            </a:pPr>
            <a:r>
              <a:rPr sz="13050" b="1">
                <a:solidFill>
                  <a:srgbClr val="BFEBDD"/>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E5258D98-500A-4225-BD00-03922A5DB1E5}"/>
              </a:ext>
            </a:extLst>
          </p:cNvPr>
          <p:cNvSpPr>
            <a:spLocks xmlns:a="http://schemas.openxmlformats.org/drawingml/2006/main" noGrp="1"/>
          </p:cNvSpPr>
          <p:nvPr/>
        </p:nvSpPr>
        <p:spPr>
          <a:xfrm xmlns:a="http://schemas.openxmlformats.org/drawingml/2006/main">
            <a:off x="685800" y="4391025"/>
            <a:ext cx="1028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FFFFF"/>
                </a:solidFill>
                <a:latin typeface="Arial"/>
                <a:ea typeface="Arial"/>
                <a:cs typeface="Arial"/>
              </a:defRPr>
            </a:pPr>
            <a:r>
              <a:rPr sz="2625" b="0">
                <a:solidFill>
                  <a:srgbClr val="FFFFFF"/>
                </a:solidFill>
                <a:latin typeface="Arial"/>
                <a:ea typeface="Arial"/>
                <a:cs typeface="Arial"/>
              </a:rPr>
              <a:t>Bộ khung hệ thống và luồng đồng bộ</a:t>
            </a:r>
          </a:p>
        </p:txBody>
      </p:sp>
      <p:sp>
        <p:nvSpPr>
          <p:cNvPr id="8" name="">
            <a:extLst xmlns:a="http://schemas.openxmlformats.org/drawingml/2006/main">
              <a:ext uri="{FF2B5EF4-FFF2-40B4-BE49-F238E27FC236}">
                <a16:creationId xmlns:a16="http://schemas.microsoft.com/office/drawing/2014/main" id="{E648E676-412E-42F8-BC9B-1842EF66F03B}"/>
              </a:ext>
            </a:extLst>
          </p:cNvPr>
          <p:cNvSpPr>
            <a:spLocks xmlns:a="http://schemas.openxmlformats.org/drawingml/2006/main" noGrp="1"/>
          </p:cNvSpPr>
          <p:nvPr/>
        </p:nvSpPr>
        <p:spPr>
          <a:xfrm xmlns:a="http://schemas.openxmlformats.org/drawingml/2006/main">
            <a:off x="704850" y="51339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BD0D4"/>
                </a:solidFill>
                <a:latin typeface="Arial"/>
                <a:ea typeface="Arial"/>
                <a:cs typeface="Arial"/>
              </a:defRPr>
            </a:pPr>
            <a:r>
              <a:rPr sz="1875" b="0">
                <a:solidFill>
                  <a:srgbClr val="BBD0D4"/>
                </a:solidFill>
                <a:latin typeface="Arial"/>
                <a:ea typeface="Arial"/>
                <a:cs typeface="Arial"/>
              </a:rPr>
              <a:t>Dashboard phụ huynh, server điều phối và agent mô phỏng</a:t>
            </a:r>
          </a:p>
        </p:txBody>
      </p:sp>
    </p:spTree>
    <p:extLst>
      <p:ext uri="{BB962C8B-B14F-4D97-AF65-F5344CB8AC3E}">
        <p14:creationId xmlns:p14="http://schemas.microsoft.com/office/powerpoint/2010/main" val="1297740325"/>
      </p:ext>
    </p:extLst>
  </p:cSld>
</p:sld>
</file>

<file path=ppt/slides/slide2.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E7A9F92-C85C-47B2-8C61-4EFF239697F0}"/>
              </a:ext>
            </a:extLst>
          </p:cNvPr>
          <p:cNvSpPr>
            <a:spLocks xmlns:a="http://schemas.openxmlformats.org/drawingml/2006/main" noGrp="1"/>
          </p:cNvSpPr>
          <p:nvPr/>
        </p:nvSpPr>
        <p:spPr>
          <a:xfrm xmlns:a="http://schemas.openxmlformats.org/drawingml/2006/main">
            <a:off x="609600" y="5238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3B"/>
                </a:solidFill>
                <a:latin typeface="Arial"/>
                <a:ea typeface="Arial"/>
                <a:cs typeface="Arial"/>
              </a:defRPr>
            </a:pPr>
            <a:r>
              <a:rPr sz="3225" b="1">
                <a:solidFill>
                  <a:srgbClr val="18313B"/>
                </a:solidFill>
                <a:latin typeface="Arial"/>
                <a:ea typeface="Arial"/>
                <a:cs typeface="Arial"/>
              </a:rPr>
              <a:t>Phạm vi và kết quả tuần 1</a:t>
            </a:r>
          </a:p>
        </p:txBody>
      </p:sp>
      <p:sp>
        <p:nvSpPr>
          <p:cNvPr id="2" name="">
            <a:extLst xmlns:a="http://schemas.openxmlformats.org/drawingml/2006/main">
              <a:ext uri="{FF2B5EF4-FFF2-40B4-BE49-F238E27FC236}">
                <a16:creationId xmlns:a16="http://schemas.microsoft.com/office/drawing/2014/main" id="{E55DA6B4-83F6-4117-9165-C381F4D80F9E}"/>
              </a:ext>
            </a:extLst>
          </p:cNvPr>
          <p:cNvSpPr>
            <a:spLocks xmlns:a="http://schemas.openxmlformats.org/drawingml/2006/main" noGrp="1"/>
          </p:cNvSpPr>
          <p:nvPr/>
        </p:nvSpPr>
        <p:spPr>
          <a:xfrm xmlns:a="http://schemas.openxmlformats.org/drawingml/2006/main">
            <a:off x="638175" y="132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Mốc hiện tại: luồng đầu–cuối đã chạy trong môi trường cục bộ</a:t>
            </a:r>
          </a:p>
        </p:txBody>
      </p:sp>
      <p:sp>
        <p:nvSpPr>
          <p:cNvPr id="3" name="">
            <a:extLst xmlns:a="http://schemas.openxmlformats.org/drawingml/2006/main">
              <a:ext uri="{FF2B5EF4-FFF2-40B4-BE49-F238E27FC236}">
                <a16:creationId xmlns:a16="http://schemas.microsoft.com/office/drawing/2014/main" id="{77C04CFA-4748-456C-9948-A82688F080A4}"/>
              </a:ext>
            </a:extLst>
          </p:cNvPr>
          <p:cNvSpPr>
            <a:spLocks xmlns:a="http://schemas.openxmlformats.org/drawingml/2006/main" noGrp="1"/>
          </p:cNvSpPr>
          <p:nvPr/>
        </p:nvSpPr>
        <p:spPr>
          <a:xfrm xmlns:a="http://schemas.openxmlformats.org/drawingml/2006/main">
            <a:off x="638175" y="6334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17A"/>
                </a:solidFill>
                <a:latin typeface="Arial"/>
                <a:ea typeface="Arial"/>
                <a:cs typeface="Arial"/>
              </a:defRPr>
            </a:pPr>
            <a:r>
              <a:rPr sz="1200" b="0">
                <a:solidFill>
                  <a:srgbClr val="5D717A"/>
                </a:solidFill>
                <a:latin typeface="Arial"/>
                <a:ea typeface="Arial"/>
                <a:cs typeface="Arial"/>
              </a:rPr>
              <a:t>OpenGuard Kids</a:t>
            </a:r>
          </a:p>
        </p:txBody>
      </p:sp>
      <p:sp>
        <p:nvSpPr>
          <p:cNvPr id="4" name="">
            <a:extLst xmlns:a="http://schemas.openxmlformats.org/drawingml/2006/main">
              <a:ext uri="{FF2B5EF4-FFF2-40B4-BE49-F238E27FC236}">
                <a16:creationId xmlns:a16="http://schemas.microsoft.com/office/drawing/2014/main" id="{920E2D54-EB05-4501-A401-5B5779785E00}"/>
              </a:ext>
            </a:extLst>
          </p:cNvPr>
          <p:cNvSpPr>
            <a:spLocks xmlns:a="http://schemas.openxmlformats.org/drawingml/2006/main" noGrp="1"/>
          </p:cNvSpPr>
          <p:nvPr/>
        </p:nvSpPr>
        <p:spPr>
          <a:xfrm xmlns:a="http://schemas.openxmlformats.org/drawingml/2006/main">
            <a:off x="11029950" y="62769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2C604D8B-2A21-48CF-9E16-008DE5EE071D}"/>
              </a:ext>
            </a:extLst>
          </p:cNvPr>
          <p:cNvSpPr>
            <a:spLocks xmlns:a="http://schemas.openxmlformats.org/drawingml/2006/main" noGrp="1"/>
          </p:cNvSpPr>
          <p:nvPr/>
        </p:nvSpPr>
        <p:spPr>
          <a:xfrm xmlns:a="http://schemas.openxmlformats.org/drawingml/2006/main">
            <a:off x="666750" y="21907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MỤC TIÊU</a:t>
            </a:r>
          </a:p>
        </p:txBody>
      </p:sp>
      <p:sp>
        <p:nvSpPr>
          <p:cNvPr id="6" name="">
            <a:extLst xmlns:a="http://schemas.openxmlformats.org/drawingml/2006/main">
              <a:ext uri="{FF2B5EF4-FFF2-40B4-BE49-F238E27FC236}">
                <a16:creationId xmlns:a16="http://schemas.microsoft.com/office/drawing/2014/main" id="{BAB41EB8-A666-4C88-BA9D-F034BE355E0D}"/>
              </a:ext>
            </a:extLst>
          </p:cNvPr>
          <p:cNvSpPr>
            <a:spLocks xmlns:a="http://schemas.openxmlformats.org/drawingml/2006/main" noGrp="1"/>
          </p:cNvSpPr>
          <p:nvPr/>
        </p:nvSpPr>
        <p:spPr>
          <a:xfrm xmlns:a="http://schemas.openxmlformats.org/drawingml/2006/main">
            <a:off x="647700" y="2724150"/>
            <a:ext cx="4667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8313B"/>
                </a:solidFill>
                <a:latin typeface="Arial"/>
                <a:ea typeface="Arial"/>
                <a:cs typeface="Arial"/>
              </a:defRPr>
            </a:pPr>
            <a:r>
              <a:rPr sz="3075" b="1">
                <a:solidFill>
                  <a:srgbClr val="18313B"/>
                </a:solidFill>
                <a:latin typeface="Arial"/>
                <a:ea typeface="Arial"/>
                <a:cs typeface="Arial"/>
              </a:rPr>
              <a:t>Thiết bị nhận</a:t>
            </a:r>
          </a:p>
          <a:p xmlns:a="http://schemas.openxmlformats.org/drawingml/2006/main">
            <a:pPr>
              <a:defRPr sz="3075" b="1">
                <a:solidFill>
                  <a:srgbClr val="18313B"/>
                </a:solidFill>
                <a:latin typeface="Arial"/>
                <a:ea typeface="Arial"/>
                <a:cs typeface="Arial"/>
              </a:defRPr>
            </a:pPr>
            <a:r>
              <a:rPr sz="3075" b="1">
                <a:solidFill>
                  <a:srgbClr val="18313B"/>
                </a:solidFill>
                <a:latin typeface="Arial"/>
                <a:ea typeface="Arial"/>
                <a:cs typeface="Arial"/>
              </a:rPr>
              <a:t>chính sách từ</a:t>
            </a:r>
          </a:p>
          <a:p xmlns:a="http://schemas.openxmlformats.org/drawingml/2006/main">
            <a:pPr>
              <a:defRPr sz="3075" b="1">
                <a:solidFill>
                  <a:srgbClr val="18313B"/>
                </a:solidFill>
                <a:latin typeface="Arial"/>
                <a:ea typeface="Arial"/>
                <a:cs typeface="Arial"/>
              </a:defRPr>
            </a:pPr>
            <a:r>
              <a:rPr sz="3075" b="1">
                <a:solidFill>
                  <a:srgbClr val="18313B"/>
                </a:solidFill>
                <a:latin typeface="Arial"/>
                <a:ea typeface="Arial"/>
                <a:cs typeface="Arial"/>
              </a:rPr>
              <a:t>phụ huynh</a:t>
            </a:r>
          </a:p>
        </p:txBody>
      </p:sp>
      <p:sp>
        <p:nvSpPr>
          <p:cNvPr id="7" name="">
            <a:extLst xmlns:a="http://schemas.openxmlformats.org/drawingml/2006/main">
              <a:ext uri="{FF2B5EF4-FFF2-40B4-BE49-F238E27FC236}">
                <a16:creationId xmlns:a16="http://schemas.microsoft.com/office/drawing/2014/main" id="{1780931B-B9F0-42DE-B27C-6CCD76D0AF5A}"/>
              </a:ext>
            </a:extLst>
          </p:cNvPr>
          <p:cNvSpPr>
            <a:spLocks xmlns:a="http://schemas.openxmlformats.org/drawingml/2006/main" noGrp="1"/>
          </p:cNvSpPr>
          <p:nvPr/>
        </p:nvSpPr>
        <p:spPr>
          <a:xfrm xmlns:a="http://schemas.openxmlformats.org/drawingml/2006/main">
            <a:off x="685800" y="4610100"/>
            <a:ext cx="4476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17A"/>
                </a:solidFill>
                <a:latin typeface="Arial"/>
                <a:ea typeface="Arial"/>
                <a:cs typeface="Arial"/>
              </a:defRPr>
            </a:pPr>
            <a:r>
              <a:rPr sz="1800" b="0">
                <a:solidFill>
                  <a:srgbClr val="5D717A"/>
                </a:solidFill>
                <a:latin typeface="Arial"/>
                <a:ea typeface="Arial"/>
                <a:cs typeface="Arial"/>
              </a:rPr>
              <a:t>Tiền đề cho bộ đếm thời gian</a:t>
            </a:r>
          </a:p>
          <a:p xmlns:a="http://schemas.openxmlformats.org/drawingml/2006/main">
            <a:pPr>
              <a:defRPr sz="1800" b="0">
                <a:solidFill>
                  <a:srgbClr val="5D717A"/>
                </a:solidFill>
                <a:latin typeface="Arial"/>
                <a:ea typeface="Arial"/>
                <a:cs typeface="Arial"/>
              </a:defRPr>
            </a:pPr>
            <a:r>
              <a:rPr sz="1800" b="0">
                <a:solidFill>
                  <a:srgbClr val="5D717A"/>
                </a:solidFill>
                <a:latin typeface="Arial"/>
                <a:ea typeface="Arial"/>
                <a:cs typeface="Arial"/>
              </a:rPr>
              <a:t>và kiểm soát ứng dụng ở các tuần sau</a:t>
            </a:r>
          </a:p>
        </p:txBody>
      </p:sp>
      <p:sp>
        <p:nvSpPr>
          <p:cNvPr id="8" name="">
            <a:extLst xmlns:a="http://schemas.openxmlformats.org/drawingml/2006/main">
              <a:ext uri="{FF2B5EF4-FFF2-40B4-BE49-F238E27FC236}">
                <a16:creationId xmlns:a16="http://schemas.microsoft.com/office/drawing/2014/main" id="{8436B122-252A-43F1-ABAA-CB3FBC166B6D}"/>
              </a:ext>
            </a:extLst>
          </p:cNvPr>
          <p:cNvSpPr>
            <a:spLocks xmlns:a="http://schemas.openxmlformats.org/drawingml/2006/main" noGrp="1"/>
          </p:cNvSpPr>
          <p:nvPr/>
        </p:nvSpPr>
        <p:spPr>
          <a:xfrm xmlns:a="http://schemas.openxmlformats.org/drawingml/2006/main">
            <a:off x="6238875" y="2143125"/>
            <a:ext cx="60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79"/>
                </a:solidFill>
                <a:latin typeface="Arial"/>
                <a:ea typeface="Arial"/>
                <a:cs typeface="Arial"/>
              </a:defRPr>
            </a:pPr>
            <a:r>
              <a:rPr sz="2625" b="1">
                <a:solidFill>
                  <a:srgbClr val="087F79"/>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7874D36E-447D-4665-91F7-1C7366DD4EC8}"/>
              </a:ext>
            </a:extLst>
          </p:cNvPr>
          <p:cNvSpPr>
            <a:spLocks xmlns:a="http://schemas.openxmlformats.org/drawingml/2006/main" noGrp="1"/>
          </p:cNvSpPr>
          <p:nvPr/>
        </p:nvSpPr>
        <p:spPr>
          <a:xfrm xmlns:a="http://schemas.openxmlformats.org/drawingml/2006/main">
            <a:off x="7000875" y="21431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3B"/>
                </a:solidFill>
                <a:latin typeface="Arial"/>
                <a:ea typeface="Arial"/>
                <a:cs typeface="Arial"/>
              </a:defRPr>
            </a:pPr>
            <a:r>
              <a:rPr sz="2100" b="1">
                <a:solidFill>
                  <a:srgbClr val="18313B"/>
                </a:solidFill>
                <a:latin typeface="Arial"/>
                <a:ea typeface="Arial"/>
                <a:cs typeface="Arial"/>
              </a:rPr>
              <a:t>Khung dự án</a:t>
            </a:r>
          </a:p>
        </p:txBody>
      </p:sp>
      <p:sp>
        <p:nvSpPr>
          <p:cNvPr id="10" name="">
            <a:extLst xmlns:a="http://schemas.openxmlformats.org/drawingml/2006/main">
              <a:ext uri="{FF2B5EF4-FFF2-40B4-BE49-F238E27FC236}">
                <a16:creationId xmlns:a16="http://schemas.microsoft.com/office/drawing/2014/main" id="{D1942C42-ABE9-4784-840B-9CAC4DC3923A}"/>
              </a:ext>
            </a:extLst>
          </p:cNvPr>
          <p:cNvSpPr>
            <a:spLocks xmlns:a="http://schemas.openxmlformats.org/drawingml/2006/main" noGrp="1"/>
          </p:cNvSpPr>
          <p:nvPr/>
        </p:nvSpPr>
        <p:spPr>
          <a:xfrm xmlns:a="http://schemas.openxmlformats.org/drawingml/2006/main">
            <a:off x="7000875" y="260985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Server, dashboard, agent và tests</a:t>
            </a:r>
          </a:p>
        </p:txBody>
      </p:sp>
      <p:sp>
        <p:nvSpPr>
          <p:cNvPr id="11" name="">
            <a:extLst xmlns:a="http://schemas.openxmlformats.org/drawingml/2006/main">
              <a:ext uri="{FF2B5EF4-FFF2-40B4-BE49-F238E27FC236}">
                <a16:creationId xmlns:a16="http://schemas.microsoft.com/office/drawing/2014/main" id="{995E65E0-387D-4088-9026-3C4CE8FFD9D3}"/>
              </a:ext>
            </a:extLst>
          </p:cNvPr>
          <p:cNvSpPr>
            <a:spLocks xmlns:a="http://schemas.openxmlformats.org/drawingml/2006/main" noGrp="1"/>
          </p:cNvSpPr>
          <p:nvPr/>
        </p:nvSpPr>
        <p:spPr>
          <a:xfrm xmlns:a="http://schemas.openxmlformats.org/drawingml/2006/main">
            <a:off x="6238875" y="3438525"/>
            <a:ext cx="60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79"/>
                </a:solidFill>
                <a:latin typeface="Arial"/>
                <a:ea typeface="Arial"/>
                <a:cs typeface="Arial"/>
              </a:defRPr>
            </a:pPr>
            <a:r>
              <a:rPr sz="2625" b="1">
                <a:solidFill>
                  <a:srgbClr val="087F79"/>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1A77AD07-1C8C-4B75-8C0C-E8F9F6FEF3B1}"/>
              </a:ext>
            </a:extLst>
          </p:cNvPr>
          <p:cNvSpPr>
            <a:spLocks xmlns:a="http://schemas.openxmlformats.org/drawingml/2006/main" noGrp="1"/>
          </p:cNvSpPr>
          <p:nvPr/>
        </p:nvSpPr>
        <p:spPr>
          <a:xfrm xmlns:a="http://schemas.openxmlformats.org/drawingml/2006/main">
            <a:off x="7000875" y="34385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3B"/>
                </a:solidFill>
                <a:latin typeface="Arial"/>
                <a:ea typeface="Arial"/>
                <a:cs typeface="Arial"/>
              </a:defRPr>
            </a:pPr>
            <a:r>
              <a:rPr sz="2100" b="1">
                <a:solidFill>
                  <a:srgbClr val="18313B"/>
                </a:solidFill>
                <a:latin typeface="Arial"/>
                <a:ea typeface="Arial"/>
                <a:cs typeface="Arial"/>
              </a:rPr>
              <a:t>Giao thức kết nối</a:t>
            </a:r>
          </a:p>
        </p:txBody>
      </p:sp>
      <p:sp>
        <p:nvSpPr>
          <p:cNvPr id="13" name="">
            <a:extLst xmlns:a="http://schemas.openxmlformats.org/drawingml/2006/main">
              <a:ext uri="{FF2B5EF4-FFF2-40B4-BE49-F238E27FC236}">
                <a16:creationId xmlns:a16="http://schemas.microsoft.com/office/drawing/2014/main" id="{17F3C0F1-A9AD-46DE-B83C-388304B8E0E4}"/>
              </a:ext>
            </a:extLst>
          </p:cNvPr>
          <p:cNvSpPr>
            <a:spLocks xmlns:a="http://schemas.openxmlformats.org/drawingml/2006/main" noGrp="1"/>
          </p:cNvSpPr>
          <p:nvPr/>
        </p:nvSpPr>
        <p:spPr>
          <a:xfrm xmlns:a="http://schemas.openxmlformats.org/drawingml/2006/main">
            <a:off x="7000875" y="390525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Đăng nhập, ghép đôi, heartbeat, policy</a:t>
            </a:r>
          </a:p>
        </p:txBody>
      </p:sp>
      <p:sp>
        <p:nvSpPr>
          <p:cNvPr id="14" name="">
            <a:extLst xmlns:a="http://schemas.openxmlformats.org/drawingml/2006/main">
              <a:ext uri="{FF2B5EF4-FFF2-40B4-BE49-F238E27FC236}">
                <a16:creationId xmlns:a16="http://schemas.microsoft.com/office/drawing/2014/main" id="{84AB8CDF-8E95-4CCD-84EE-0846BE9F0616}"/>
              </a:ext>
            </a:extLst>
          </p:cNvPr>
          <p:cNvSpPr>
            <a:spLocks xmlns:a="http://schemas.openxmlformats.org/drawingml/2006/main" noGrp="1"/>
          </p:cNvSpPr>
          <p:nvPr/>
        </p:nvSpPr>
        <p:spPr>
          <a:xfrm xmlns:a="http://schemas.openxmlformats.org/drawingml/2006/main">
            <a:off x="6238875" y="4733925"/>
            <a:ext cx="60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79"/>
                </a:solidFill>
                <a:latin typeface="Arial"/>
                <a:ea typeface="Arial"/>
                <a:cs typeface="Arial"/>
              </a:defRPr>
            </a:pPr>
            <a:r>
              <a:rPr sz="2625" b="1">
                <a:solidFill>
                  <a:srgbClr val="087F79"/>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7CFD1056-107F-43FA-9CB2-3B35EE9F4344}"/>
              </a:ext>
            </a:extLst>
          </p:cNvPr>
          <p:cNvSpPr>
            <a:spLocks xmlns:a="http://schemas.openxmlformats.org/drawingml/2006/main" noGrp="1"/>
          </p:cNvSpPr>
          <p:nvPr/>
        </p:nvSpPr>
        <p:spPr>
          <a:xfrm xmlns:a="http://schemas.openxmlformats.org/drawingml/2006/main">
            <a:off x="7000875" y="47339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3B"/>
                </a:solidFill>
                <a:latin typeface="Arial"/>
                <a:ea typeface="Arial"/>
                <a:cs typeface="Arial"/>
              </a:defRPr>
            </a:pPr>
            <a:r>
              <a:rPr sz="2100" b="1">
                <a:solidFill>
                  <a:srgbClr val="18313B"/>
                </a:solidFill>
                <a:latin typeface="Arial"/>
                <a:ea typeface="Arial"/>
                <a:cs typeface="Arial"/>
              </a:rPr>
              <a:t>Tài liệu bàn giao</a:t>
            </a:r>
          </a:p>
        </p:txBody>
      </p:sp>
      <p:sp>
        <p:nvSpPr>
          <p:cNvPr id="16" name="">
            <a:extLst xmlns:a="http://schemas.openxmlformats.org/drawingml/2006/main">
              <a:ext uri="{FF2B5EF4-FFF2-40B4-BE49-F238E27FC236}">
                <a16:creationId xmlns:a16="http://schemas.microsoft.com/office/drawing/2014/main" id="{F6C8DBF1-0381-46E9-B6C9-F1C116985B08}"/>
              </a:ext>
            </a:extLst>
          </p:cNvPr>
          <p:cNvSpPr>
            <a:spLocks xmlns:a="http://schemas.openxmlformats.org/drawingml/2006/main" noGrp="1"/>
          </p:cNvSpPr>
          <p:nvPr/>
        </p:nvSpPr>
        <p:spPr>
          <a:xfrm xmlns:a="http://schemas.openxmlformats.org/drawingml/2006/main">
            <a:off x="7000875" y="520065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Kiến trúc, API, quyền riêng tư</a:t>
            </a:r>
          </a:p>
        </p:txBody>
      </p:sp>
    </p:spTree>
    <p:extLst>
      <p:ext uri="{BB962C8B-B14F-4D97-AF65-F5344CB8AC3E}">
        <p14:creationId xmlns:p14="http://schemas.microsoft.com/office/powerpoint/2010/main" val="1585114693"/>
      </p:ext>
    </p:extLst>
  </p:cSld>
</p:sld>
</file>

<file path=ppt/slides/slide3.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6533790-FB2B-4EE6-A013-A76DB59435B8}"/>
              </a:ext>
            </a:extLst>
          </p:cNvPr>
          <p:cNvSpPr>
            <a:spLocks xmlns:a="http://schemas.openxmlformats.org/drawingml/2006/main" noGrp="1"/>
          </p:cNvSpPr>
          <p:nvPr/>
        </p:nvSpPr>
        <p:spPr>
          <a:xfrm xmlns:a="http://schemas.openxmlformats.org/drawingml/2006/main">
            <a:off x="609600" y="5238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3B"/>
                </a:solidFill>
                <a:latin typeface="Arial"/>
                <a:ea typeface="Arial"/>
                <a:cs typeface="Arial"/>
              </a:defRPr>
            </a:pPr>
            <a:r>
              <a:rPr sz="3225" b="1">
                <a:solidFill>
                  <a:srgbClr val="18313B"/>
                </a:solidFill>
                <a:latin typeface="Arial"/>
                <a:ea typeface="Arial"/>
                <a:cs typeface="Arial"/>
              </a:rPr>
              <a:t>Kiến trúc hệ thống hiện tại</a:t>
            </a:r>
          </a:p>
        </p:txBody>
      </p:sp>
      <p:sp>
        <p:nvSpPr>
          <p:cNvPr id="2" name="">
            <a:extLst xmlns:a="http://schemas.openxmlformats.org/drawingml/2006/main">
              <a:ext uri="{FF2B5EF4-FFF2-40B4-BE49-F238E27FC236}">
                <a16:creationId xmlns:a16="http://schemas.microsoft.com/office/drawing/2014/main" id="{07763F58-3DA9-4EF5-8380-C9A702D5838A}"/>
              </a:ext>
            </a:extLst>
          </p:cNvPr>
          <p:cNvSpPr>
            <a:spLocks xmlns:a="http://schemas.openxmlformats.org/drawingml/2006/main" noGrp="1"/>
          </p:cNvSpPr>
          <p:nvPr/>
        </p:nvSpPr>
        <p:spPr>
          <a:xfrm xmlns:a="http://schemas.openxmlformats.org/drawingml/2006/main">
            <a:off x="638175" y="132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Ba thành phần trao đổi qua API trong cùng môi trường phát triển</a:t>
            </a:r>
          </a:p>
        </p:txBody>
      </p:sp>
      <p:sp>
        <p:nvSpPr>
          <p:cNvPr id="3" name="">
            <a:extLst xmlns:a="http://schemas.openxmlformats.org/drawingml/2006/main">
              <a:ext uri="{FF2B5EF4-FFF2-40B4-BE49-F238E27FC236}">
                <a16:creationId xmlns:a16="http://schemas.microsoft.com/office/drawing/2014/main" id="{AE531E79-D632-4C18-95AC-CB67DFDA1841}"/>
              </a:ext>
            </a:extLst>
          </p:cNvPr>
          <p:cNvSpPr>
            <a:spLocks xmlns:a="http://schemas.openxmlformats.org/drawingml/2006/main" noGrp="1"/>
          </p:cNvSpPr>
          <p:nvPr/>
        </p:nvSpPr>
        <p:spPr>
          <a:xfrm xmlns:a="http://schemas.openxmlformats.org/drawingml/2006/main">
            <a:off x="638175" y="6334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17A"/>
                </a:solidFill>
                <a:latin typeface="Arial"/>
                <a:ea typeface="Arial"/>
                <a:cs typeface="Arial"/>
              </a:defRPr>
            </a:pPr>
            <a:r>
              <a:rPr sz="1200" b="0">
                <a:solidFill>
                  <a:srgbClr val="5D717A"/>
                </a:solidFill>
                <a:latin typeface="Arial"/>
                <a:ea typeface="Arial"/>
                <a:cs typeface="Arial"/>
              </a:rPr>
              <a:t>OpenGuard Kids</a:t>
            </a:r>
          </a:p>
        </p:txBody>
      </p:sp>
      <p:sp>
        <p:nvSpPr>
          <p:cNvPr id="4" name="">
            <a:extLst xmlns:a="http://schemas.openxmlformats.org/drawingml/2006/main">
              <a:ext uri="{FF2B5EF4-FFF2-40B4-BE49-F238E27FC236}">
                <a16:creationId xmlns:a16="http://schemas.microsoft.com/office/drawing/2014/main" id="{C01DC8C4-92F3-48B4-A919-288D2A7122BC}"/>
              </a:ext>
            </a:extLst>
          </p:cNvPr>
          <p:cNvSpPr>
            <a:spLocks xmlns:a="http://schemas.openxmlformats.org/drawingml/2006/main" noGrp="1"/>
          </p:cNvSpPr>
          <p:nvPr/>
        </p:nvSpPr>
        <p:spPr>
          <a:xfrm xmlns:a="http://schemas.openxmlformats.org/drawingml/2006/main">
            <a:off x="11029950" y="62769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3DB38DD-8698-4B51-A511-6B5B0D35CB4E}"/>
              </a:ext>
            </a:extLst>
          </p:cNvPr>
          <p:cNvSpPr>
            <a:spLocks xmlns:a="http://schemas.openxmlformats.org/drawingml/2006/main" noGrp="1"/>
          </p:cNvSpPr>
          <p:nvPr/>
        </p:nvSpPr>
        <p:spPr>
          <a:xfrm xmlns:a="http://schemas.openxmlformats.org/drawingml/2006/main">
            <a:off x="619125" y="2333625"/>
            <a:ext cx="29051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B3C7C7"/>
            </a:solidFill>
          </a:ln>
        </p:spPr>
      </p:sp>
      <p:sp>
        <p:nvSpPr>
          <p:cNvPr id="6" name="">
            <a:extLst xmlns:a="http://schemas.openxmlformats.org/drawingml/2006/main">
              <a:ext uri="{FF2B5EF4-FFF2-40B4-BE49-F238E27FC236}">
                <a16:creationId xmlns:a16="http://schemas.microsoft.com/office/drawing/2014/main" id="{1A8B98D2-48AE-4D40-8438-195C881B156F}"/>
              </a:ext>
            </a:extLst>
          </p:cNvPr>
          <p:cNvSpPr>
            <a:spLocks xmlns:a="http://schemas.openxmlformats.org/drawingml/2006/main" noGrp="1"/>
          </p:cNvSpPr>
          <p:nvPr/>
        </p:nvSpPr>
        <p:spPr>
          <a:xfrm xmlns:a="http://schemas.openxmlformats.org/drawingml/2006/main">
            <a:off x="809625" y="2466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Dashboard</a:t>
            </a:r>
          </a:p>
        </p:txBody>
      </p:sp>
      <p:sp>
        <p:nvSpPr>
          <p:cNvPr id="7" name="">
            <a:extLst xmlns:a="http://schemas.openxmlformats.org/drawingml/2006/main">
              <a:ext uri="{FF2B5EF4-FFF2-40B4-BE49-F238E27FC236}">
                <a16:creationId xmlns:a16="http://schemas.microsoft.com/office/drawing/2014/main" id="{FB254C98-7587-474A-BF9B-AE53F028469F}"/>
              </a:ext>
            </a:extLst>
          </p:cNvPr>
          <p:cNvSpPr>
            <a:spLocks xmlns:a="http://schemas.openxmlformats.org/drawingml/2006/main" noGrp="1"/>
          </p:cNvSpPr>
          <p:nvPr/>
        </p:nvSpPr>
        <p:spPr>
          <a:xfrm xmlns:a="http://schemas.openxmlformats.org/drawingml/2006/main">
            <a:off x="809625" y="2895600"/>
            <a:ext cx="25241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HTML / CSS / JavaScript</a:t>
            </a:r>
          </a:p>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Phụ huynh thao tác</a:t>
            </a:r>
          </a:p>
        </p:txBody>
      </p:sp>
      <p:sp>
        <p:nvSpPr>
          <p:cNvPr id="8" name="">
            <a:extLst xmlns:a="http://schemas.openxmlformats.org/drawingml/2006/main">
              <a:ext uri="{FF2B5EF4-FFF2-40B4-BE49-F238E27FC236}">
                <a16:creationId xmlns:a16="http://schemas.microsoft.com/office/drawing/2014/main" id="{C205F015-B72F-4FB7-ABF5-E5DB5351117F}"/>
              </a:ext>
            </a:extLst>
          </p:cNvPr>
          <p:cNvSpPr>
            <a:spLocks xmlns:a="http://schemas.openxmlformats.org/drawingml/2006/main" noGrp="1"/>
          </p:cNvSpPr>
          <p:nvPr/>
        </p:nvSpPr>
        <p:spPr>
          <a:xfrm xmlns:a="http://schemas.openxmlformats.org/drawingml/2006/main">
            <a:off x="4619625" y="2333625"/>
            <a:ext cx="2857500" cy="1381125"/>
          </a:xfrm>
          <a:prstGeom xmlns:a="http://schemas.openxmlformats.org/drawingml/2006/main" prst="roundRect">
            <a:avLst>
              <a:gd name="adj" fmla="val 8276"/>
            </a:avLst>
          </a:prstGeom>
          <a:solidFill xmlns:a="http://schemas.openxmlformats.org/drawingml/2006/main">
            <a:srgbClr val="102D38"/>
          </a:solidFill>
          <a:ln xmlns:a="http://schemas.openxmlformats.org/drawingml/2006/main" w="14288">
            <a:solidFill>
              <a:srgbClr val="102D38"/>
            </a:solidFill>
          </a:ln>
        </p:spPr>
      </p:sp>
      <p:sp>
        <p:nvSpPr>
          <p:cNvPr id="9" name="">
            <a:extLst xmlns:a="http://schemas.openxmlformats.org/drawingml/2006/main">
              <a:ext uri="{FF2B5EF4-FFF2-40B4-BE49-F238E27FC236}">
                <a16:creationId xmlns:a16="http://schemas.microsoft.com/office/drawing/2014/main" id="{D6FD6084-BC16-409B-B32A-6C8B634E565D}"/>
              </a:ext>
            </a:extLst>
          </p:cNvPr>
          <p:cNvSpPr>
            <a:spLocks xmlns:a="http://schemas.openxmlformats.org/drawingml/2006/main" noGrp="1"/>
          </p:cNvSpPr>
          <p:nvPr/>
        </p:nvSpPr>
        <p:spPr>
          <a:xfrm xmlns:a="http://schemas.openxmlformats.org/drawingml/2006/main">
            <a:off x="4810125" y="24669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Server</a:t>
            </a:r>
          </a:p>
        </p:txBody>
      </p:sp>
      <p:sp>
        <p:nvSpPr>
          <p:cNvPr id="10" name="">
            <a:extLst xmlns:a="http://schemas.openxmlformats.org/drawingml/2006/main">
              <a:ext uri="{FF2B5EF4-FFF2-40B4-BE49-F238E27FC236}">
                <a16:creationId xmlns:a16="http://schemas.microsoft.com/office/drawing/2014/main" id="{A5847713-B7EE-49DF-869A-123FAAE081F1}"/>
              </a:ext>
            </a:extLst>
          </p:cNvPr>
          <p:cNvSpPr>
            <a:spLocks xmlns:a="http://schemas.openxmlformats.org/drawingml/2006/main" noGrp="1"/>
          </p:cNvSpPr>
          <p:nvPr/>
        </p:nvSpPr>
        <p:spPr>
          <a:xfrm xmlns:a="http://schemas.openxmlformats.org/drawingml/2006/main">
            <a:off x="4810125" y="2895600"/>
            <a:ext cx="2476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EBDD"/>
                </a:solidFill>
                <a:latin typeface="Arial"/>
                <a:ea typeface="Arial"/>
                <a:cs typeface="Arial"/>
              </a:defRPr>
            </a:pPr>
            <a:r>
              <a:rPr sz="1650" b="0">
                <a:solidFill>
                  <a:srgbClr val="BFEBDD"/>
                </a:solidFill>
                <a:latin typeface="Arial"/>
                <a:ea typeface="Arial"/>
                <a:cs typeface="Arial"/>
              </a:rPr>
              <a:t>FastAPI + Uvicorn</a:t>
            </a:r>
          </a:p>
          <a:p xmlns:a="http://schemas.openxmlformats.org/drawingml/2006/main">
            <a:pPr>
              <a:defRPr sz="1650" b="0">
                <a:solidFill>
                  <a:srgbClr val="BFEBDD"/>
                </a:solidFill>
                <a:latin typeface="Arial"/>
                <a:ea typeface="Arial"/>
                <a:cs typeface="Arial"/>
              </a:defRPr>
            </a:pPr>
            <a:r>
              <a:rPr sz="1650" b="0">
                <a:solidFill>
                  <a:srgbClr val="BFEBDD"/>
                </a:solidFill>
                <a:latin typeface="Arial"/>
                <a:ea typeface="Arial"/>
                <a:cs typeface="Arial"/>
              </a:rPr>
              <a:t>Xác thực và policy</a:t>
            </a:r>
          </a:p>
        </p:txBody>
      </p:sp>
      <p:sp>
        <p:nvSpPr>
          <p:cNvPr id="11" name="">
            <a:extLst xmlns:a="http://schemas.openxmlformats.org/drawingml/2006/main">
              <a:ext uri="{FF2B5EF4-FFF2-40B4-BE49-F238E27FC236}">
                <a16:creationId xmlns:a16="http://schemas.microsoft.com/office/drawing/2014/main" id="{2FE1AC1D-1218-4C05-800C-694B13D2F3CE}"/>
              </a:ext>
            </a:extLst>
          </p:cNvPr>
          <p:cNvSpPr>
            <a:spLocks xmlns:a="http://schemas.openxmlformats.org/drawingml/2006/main" noGrp="1"/>
          </p:cNvSpPr>
          <p:nvPr/>
        </p:nvSpPr>
        <p:spPr>
          <a:xfrm xmlns:a="http://schemas.openxmlformats.org/drawingml/2006/main">
            <a:off x="8572500" y="2333625"/>
            <a:ext cx="29051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B3C7C7"/>
            </a:solidFill>
          </a:ln>
        </p:spPr>
      </p:sp>
      <p:sp>
        <p:nvSpPr>
          <p:cNvPr id="12" name="">
            <a:extLst xmlns:a="http://schemas.openxmlformats.org/drawingml/2006/main">
              <a:ext uri="{FF2B5EF4-FFF2-40B4-BE49-F238E27FC236}">
                <a16:creationId xmlns:a16="http://schemas.microsoft.com/office/drawing/2014/main" id="{033EF4EB-8134-4FA6-A559-6B2F347B093D}"/>
              </a:ext>
            </a:extLst>
          </p:cNvPr>
          <p:cNvSpPr>
            <a:spLocks xmlns:a="http://schemas.openxmlformats.org/drawingml/2006/main" noGrp="1"/>
          </p:cNvSpPr>
          <p:nvPr/>
        </p:nvSpPr>
        <p:spPr>
          <a:xfrm xmlns:a="http://schemas.openxmlformats.org/drawingml/2006/main">
            <a:off x="8763000" y="2466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Agent mẫu</a:t>
            </a:r>
          </a:p>
        </p:txBody>
      </p:sp>
      <p:sp>
        <p:nvSpPr>
          <p:cNvPr id="13" name="">
            <a:extLst xmlns:a="http://schemas.openxmlformats.org/drawingml/2006/main">
              <a:ext uri="{FF2B5EF4-FFF2-40B4-BE49-F238E27FC236}">
                <a16:creationId xmlns:a16="http://schemas.microsoft.com/office/drawing/2014/main" id="{65FEE8E3-0D76-429A-855C-A4D70FF73EF3}"/>
              </a:ext>
            </a:extLst>
          </p:cNvPr>
          <p:cNvSpPr>
            <a:spLocks xmlns:a="http://schemas.openxmlformats.org/drawingml/2006/main" noGrp="1"/>
          </p:cNvSpPr>
          <p:nvPr/>
        </p:nvSpPr>
        <p:spPr>
          <a:xfrm xmlns:a="http://schemas.openxmlformats.org/drawingml/2006/main">
            <a:off x="8763000" y="2895600"/>
            <a:ext cx="25241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Python + HTTPX</a:t>
            </a:r>
          </a:p>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Heartbeat và đồng bộ</a:t>
            </a:r>
          </a:p>
        </p:txBody>
      </p:sp>
      <p:sp>
        <p:nvSpPr>
          <p:cNvPr id="14" name="">
            <a:extLst xmlns:a="http://schemas.openxmlformats.org/drawingml/2006/main">
              <a:ext uri="{FF2B5EF4-FFF2-40B4-BE49-F238E27FC236}">
                <a16:creationId xmlns:a16="http://schemas.microsoft.com/office/drawing/2014/main" id="{451AC007-FA06-4882-AE2F-797703BB8D21}"/>
              </a:ext>
            </a:extLst>
          </p:cNvPr>
          <p:cNvSpPr>
            <a:spLocks xmlns:a="http://schemas.openxmlformats.org/drawingml/2006/main" noGrp="1"/>
          </p:cNvSpPr>
          <p:nvPr/>
        </p:nvSpPr>
        <p:spPr>
          <a:xfrm xmlns:a="http://schemas.openxmlformats.org/drawingml/2006/main">
            <a:off x="4286250" y="4619625"/>
            <a:ext cx="3524250" cy="1162050"/>
          </a:xfrm>
          <a:prstGeom xmlns:a="http://schemas.openxmlformats.org/drawingml/2006/main" prst="roundRect">
            <a:avLst>
              <a:gd name="adj" fmla="val 9836"/>
            </a:avLst>
          </a:prstGeom>
          <a:solidFill xmlns:a="http://schemas.openxmlformats.org/drawingml/2006/main">
            <a:srgbClr val="FFFFFF"/>
          </a:solidFill>
          <a:ln xmlns:a="http://schemas.openxmlformats.org/drawingml/2006/main" w="14288">
            <a:solidFill>
              <a:srgbClr val="B3C7C7"/>
            </a:solidFill>
          </a:ln>
        </p:spPr>
      </p:sp>
      <p:sp>
        <p:nvSpPr>
          <p:cNvPr id="15" name="">
            <a:extLst xmlns:a="http://schemas.openxmlformats.org/drawingml/2006/main">
              <a:ext uri="{FF2B5EF4-FFF2-40B4-BE49-F238E27FC236}">
                <a16:creationId xmlns:a16="http://schemas.microsoft.com/office/drawing/2014/main" id="{61CF8455-25D9-43F7-9BF1-2C20BA1B8BCD}"/>
              </a:ext>
            </a:extLst>
          </p:cNvPr>
          <p:cNvSpPr>
            <a:spLocks xmlns:a="http://schemas.openxmlformats.org/drawingml/2006/main" noGrp="1"/>
          </p:cNvSpPr>
          <p:nvPr/>
        </p:nvSpPr>
        <p:spPr>
          <a:xfrm xmlns:a="http://schemas.openxmlformats.org/drawingml/2006/main">
            <a:off x="4476750" y="47529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SQLite server</a:t>
            </a:r>
          </a:p>
        </p:txBody>
      </p:sp>
      <p:sp>
        <p:nvSpPr>
          <p:cNvPr id="16" name="">
            <a:extLst xmlns:a="http://schemas.openxmlformats.org/drawingml/2006/main">
              <a:ext uri="{FF2B5EF4-FFF2-40B4-BE49-F238E27FC236}">
                <a16:creationId xmlns:a16="http://schemas.microsoft.com/office/drawing/2014/main" id="{060FB7EF-4655-473E-9612-862E548C972B}"/>
              </a:ext>
            </a:extLst>
          </p:cNvPr>
          <p:cNvSpPr>
            <a:spLocks xmlns:a="http://schemas.openxmlformats.org/drawingml/2006/main" noGrp="1"/>
          </p:cNvSpPr>
          <p:nvPr/>
        </p:nvSpPr>
        <p:spPr>
          <a:xfrm xmlns:a="http://schemas.openxmlformats.org/drawingml/2006/main">
            <a:off x="4476750" y="518160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Hồ sơ, thiết bị, policy, audit</a:t>
            </a:r>
          </a:p>
        </p:txBody>
      </p:sp>
      <p:sp>
        <p:nvSpPr>
          <p:cNvPr id="17" name="">
            <a:extLst xmlns:a="http://schemas.openxmlformats.org/drawingml/2006/main">
              <a:ext uri="{FF2B5EF4-FFF2-40B4-BE49-F238E27FC236}">
                <a16:creationId xmlns:a16="http://schemas.microsoft.com/office/drawing/2014/main" id="{2ACAD662-34B7-48E8-8F01-0EC3501BCE82}"/>
              </a:ext>
            </a:extLst>
          </p:cNvPr>
          <p:cNvSpPr>
            <a:spLocks xmlns:a="http://schemas.openxmlformats.org/drawingml/2006/main" noGrp="1"/>
          </p:cNvSpPr>
          <p:nvPr/>
        </p:nvSpPr>
        <p:spPr>
          <a:xfrm xmlns:a="http://schemas.openxmlformats.org/drawingml/2006/main">
            <a:off x="8715375" y="4619625"/>
            <a:ext cx="2762250" cy="1162050"/>
          </a:xfrm>
          <a:prstGeom xmlns:a="http://schemas.openxmlformats.org/drawingml/2006/main" prst="roundRect">
            <a:avLst>
              <a:gd name="adj" fmla="val 9836"/>
            </a:avLst>
          </a:prstGeom>
          <a:solidFill xmlns:a="http://schemas.openxmlformats.org/drawingml/2006/main">
            <a:srgbClr val="FFFFFF"/>
          </a:solidFill>
          <a:ln xmlns:a="http://schemas.openxmlformats.org/drawingml/2006/main" w="14288">
            <a:solidFill>
              <a:srgbClr val="B3C7C7"/>
            </a:solidFill>
          </a:ln>
        </p:spPr>
      </p:sp>
      <p:sp>
        <p:nvSpPr>
          <p:cNvPr id="18" name="">
            <a:extLst xmlns:a="http://schemas.openxmlformats.org/drawingml/2006/main">
              <a:ext uri="{FF2B5EF4-FFF2-40B4-BE49-F238E27FC236}">
                <a16:creationId xmlns:a16="http://schemas.microsoft.com/office/drawing/2014/main" id="{7F55909D-75EC-4FC1-BD20-9843D8DD1988}"/>
              </a:ext>
            </a:extLst>
          </p:cNvPr>
          <p:cNvSpPr>
            <a:spLocks xmlns:a="http://schemas.openxmlformats.org/drawingml/2006/main" noGrp="1"/>
          </p:cNvSpPr>
          <p:nvPr/>
        </p:nvSpPr>
        <p:spPr>
          <a:xfrm xmlns:a="http://schemas.openxmlformats.org/drawingml/2006/main">
            <a:off x="8905875" y="47529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SQLite cache</a:t>
            </a:r>
          </a:p>
        </p:txBody>
      </p:sp>
      <p:sp>
        <p:nvSpPr>
          <p:cNvPr id="19" name="">
            <a:extLst xmlns:a="http://schemas.openxmlformats.org/drawingml/2006/main">
              <a:ext uri="{FF2B5EF4-FFF2-40B4-BE49-F238E27FC236}">
                <a16:creationId xmlns:a16="http://schemas.microsoft.com/office/drawing/2014/main" id="{72374648-5DA4-4C6D-BEC5-7F177767D4FF}"/>
              </a:ext>
            </a:extLst>
          </p:cNvPr>
          <p:cNvSpPr>
            <a:spLocks xmlns:a="http://schemas.openxmlformats.org/drawingml/2006/main" noGrp="1"/>
          </p:cNvSpPr>
          <p:nvPr/>
        </p:nvSpPr>
        <p:spPr>
          <a:xfrm xmlns:a="http://schemas.openxmlformats.org/drawingml/2006/main">
            <a:off x="8905875" y="518160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Policy gần nhất</a:t>
            </a:r>
          </a:p>
        </p:txBody>
      </p:sp>
      <p:cxnSp>
        <p:nvCxnSpPr>
          <p:cNvPr id="46" name=""/>
          <p:cNvCxnSpPr>
            <a:stCxn xmlns:a="http://schemas.openxmlformats.org/drawingml/2006/main" id="5" idx="3"/>
            <a:endCxn xmlns:a="http://schemas.openxmlformats.org/drawingml/2006/main" id="8" idx="1"/>
          </p:cNvCxnSpPr>
          <p:nvPr/>
        </p:nvCxnSpPr>
        <p:spPr>
          <a:xfrm xmlns:a="http://schemas.openxmlformats.org/drawingml/2006/main">
            <a:off x="3524250" y="3024188"/>
            <a:ext cx="1095375" cy="0"/>
          </a:xfrm>
          <a:prstGeom xmlns:a="http://schemas.openxmlformats.org/drawingml/2006/main" prst="straightConnector1">
            <a:avLst/>
          </a:prstGeom>
          <a:ln xmlns:a="http://schemas.openxmlformats.org/drawingml/2006/main" w="20955">
            <a:solidFill>
              <a:srgbClr val="087F79"/>
            </a:solidFill>
            <a:prstDash val="solid"/>
            <a:headEnd type="triangle" w="med" len="med"/>
            <a:tailEnd type="triangle" w="med" len="med"/>
          </a:ln>
        </p:spPr>
      </p:cxnSp>
      <p:cxnSp>
        <p:nvCxnSpPr>
          <p:cNvPr id="47" name=""/>
          <p:cNvCxnSpPr>
            <a:stCxn xmlns:a="http://schemas.openxmlformats.org/drawingml/2006/main" id="8" idx="3"/>
            <a:endCxn xmlns:a="http://schemas.openxmlformats.org/drawingml/2006/main" id="11" idx="1"/>
          </p:cNvCxnSpPr>
          <p:nvPr/>
        </p:nvCxnSpPr>
        <p:spPr>
          <a:xfrm xmlns:a="http://schemas.openxmlformats.org/drawingml/2006/main">
            <a:off x="7477125" y="3024188"/>
            <a:ext cx="1095375" cy="0"/>
          </a:xfrm>
          <a:prstGeom xmlns:a="http://schemas.openxmlformats.org/drawingml/2006/main" prst="straightConnector1">
            <a:avLst/>
          </a:prstGeom>
          <a:ln xmlns:a="http://schemas.openxmlformats.org/drawingml/2006/main" w="20955">
            <a:solidFill>
              <a:srgbClr val="087F79"/>
            </a:solidFill>
            <a:prstDash val="solid"/>
            <a:headEnd type="triangle" w="med" len="med"/>
            <a:tailEnd type="triangle" w="med" len="med"/>
          </a:ln>
        </p:spPr>
      </p:cxnSp>
      <p:cxnSp>
        <p:nvCxnSpPr>
          <p:cNvPr id="48" name=""/>
          <p:cNvCxnSpPr>
            <a:stCxn xmlns:a="http://schemas.openxmlformats.org/drawingml/2006/main" id="8" idx="2"/>
            <a:endCxn xmlns:a="http://schemas.openxmlformats.org/drawingml/2006/main" id="14" idx="0"/>
          </p:cNvCxnSpPr>
          <p:nvPr/>
        </p:nvCxnSpPr>
        <p:spPr>
          <a:xfrm xmlns:a="http://schemas.openxmlformats.org/drawingml/2006/main">
            <a:off x="6048375" y="3714750"/>
            <a:ext cx="0" cy="904875"/>
          </a:xfrm>
          <a:prstGeom xmlns:a="http://schemas.openxmlformats.org/drawingml/2006/main" prst="straightConnector1">
            <a:avLst/>
          </a:prstGeom>
          <a:ln xmlns:a="http://schemas.openxmlformats.org/drawingml/2006/main" w="20955">
            <a:solidFill>
              <a:srgbClr val="087F79"/>
            </a:solidFill>
            <a:prstDash val="solid"/>
            <a:headEnd type="triangle" w="med" len="med"/>
            <a:tailEnd type="triangle" w="med" len="med"/>
          </a:ln>
        </p:spPr>
      </p:cxnSp>
      <p:cxnSp>
        <p:nvCxnSpPr>
          <p:cNvPr id="49" name=""/>
          <p:cNvCxnSpPr>
            <a:stCxn xmlns:a="http://schemas.openxmlformats.org/drawingml/2006/main" id="11" idx="2"/>
            <a:endCxn xmlns:a="http://schemas.openxmlformats.org/drawingml/2006/main" id="17" idx="0"/>
          </p:cNvCxnSpPr>
          <p:nvPr/>
        </p:nvCxnSpPr>
        <p:spPr>
          <a:xfrm xmlns:a="http://schemas.openxmlformats.org/drawingml/2006/main">
            <a:off x="10025063" y="3714750"/>
            <a:ext cx="71438" cy="904875"/>
          </a:xfrm>
          <a:prstGeom xmlns:a="http://schemas.openxmlformats.org/drawingml/2006/main" prst="bentConnector4">
            <a:avLst>
              <a:gd name="adj1" fmla="val 0"/>
              <a:gd name="adj2" fmla="val 50000"/>
            </a:avLst>
          </a:prstGeom>
          <a:ln xmlns:a="http://schemas.openxmlformats.org/drawingml/2006/main" w="20955">
            <a:solidFill>
              <a:srgbClr val="087F79"/>
            </a:solidFill>
            <a:prstDash val="solid"/>
            <a:headEnd type="triangle" w="med" len="med"/>
            <a:tailEnd type="triangle" w="med" len="med"/>
          </a:ln>
        </p:spPr>
      </p:cxnSp>
      <p:sp>
        <p:nvSpPr>
          <p:cNvPr id="24" name="">
            <a:extLst xmlns:a="http://schemas.openxmlformats.org/drawingml/2006/main">
              <a:ext uri="{FF2B5EF4-FFF2-40B4-BE49-F238E27FC236}">
                <a16:creationId xmlns:a16="http://schemas.microsoft.com/office/drawing/2014/main" id="{B660EFF7-129F-457F-BC5F-46A1265BFCDD}"/>
              </a:ext>
            </a:extLst>
          </p:cNvPr>
          <p:cNvSpPr>
            <a:spLocks xmlns:a="http://schemas.openxmlformats.org/drawingml/2006/main" noGrp="1"/>
          </p:cNvSpPr>
          <p:nvPr/>
        </p:nvSpPr>
        <p:spPr>
          <a:xfrm xmlns:a="http://schemas.openxmlformats.org/drawingml/2006/main">
            <a:off x="3524250" y="1924050"/>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Cookie</a:t>
            </a:r>
          </a:p>
        </p:txBody>
      </p:sp>
      <p:sp>
        <p:nvSpPr>
          <p:cNvPr id="25" name="">
            <a:extLst xmlns:a="http://schemas.openxmlformats.org/drawingml/2006/main">
              <a:ext uri="{FF2B5EF4-FFF2-40B4-BE49-F238E27FC236}">
                <a16:creationId xmlns:a16="http://schemas.microsoft.com/office/drawing/2014/main" id="{349F23B7-506F-4155-A7E2-E059FD724EAA}"/>
              </a:ext>
            </a:extLst>
          </p:cNvPr>
          <p:cNvSpPr>
            <a:spLocks xmlns:a="http://schemas.openxmlformats.org/drawingml/2006/main" noGrp="1"/>
          </p:cNvSpPr>
          <p:nvPr/>
        </p:nvSpPr>
        <p:spPr>
          <a:xfrm xmlns:a="http://schemas.openxmlformats.org/drawingml/2006/main">
            <a:off x="7591425" y="1924050"/>
            <a:ext cx="147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Bearer token</a:t>
            </a:r>
          </a:p>
        </p:txBody>
      </p:sp>
      <p:sp>
        <p:nvSpPr>
          <p:cNvPr id="26" name="">
            <a:extLst xmlns:a="http://schemas.openxmlformats.org/drawingml/2006/main">
              <a:ext uri="{FF2B5EF4-FFF2-40B4-BE49-F238E27FC236}">
                <a16:creationId xmlns:a16="http://schemas.microsoft.com/office/drawing/2014/main" id="{9F4DE426-03D4-4377-B882-DA8017F572B5}"/>
              </a:ext>
            </a:extLst>
          </p:cNvPr>
          <p:cNvSpPr>
            <a:spLocks xmlns:a="http://schemas.openxmlformats.org/drawingml/2006/main" noGrp="1"/>
          </p:cNvSpPr>
          <p:nvPr/>
        </p:nvSpPr>
        <p:spPr>
          <a:xfrm xmlns:a="http://schemas.openxmlformats.org/drawingml/2006/main">
            <a:off x="628650" y="4743450"/>
            <a:ext cx="314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79"/>
                </a:solidFill>
                <a:latin typeface="Arial"/>
                <a:ea typeface="Arial"/>
                <a:cs typeface="Arial"/>
              </a:defRPr>
            </a:pPr>
            <a:r>
              <a:rPr sz="1950" b="1">
                <a:solidFill>
                  <a:srgbClr val="087F79"/>
                </a:solidFill>
                <a:latin typeface="Arial"/>
                <a:ea typeface="Arial"/>
                <a:cs typeface="Arial"/>
              </a:rPr>
              <a:t>HTTP loopback</a:t>
            </a:r>
          </a:p>
          <a:p xmlns:a="http://schemas.openxmlformats.org/drawingml/2006/main">
            <a:pPr>
              <a:defRPr sz="1950" b="1">
                <a:solidFill>
                  <a:srgbClr val="087F79"/>
                </a:solidFill>
                <a:latin typeface="Arial"/>
                <a:ea typeface="Arial"/>
                <a:cs typeface="Arial"/>
              </a:defRPr>
            </a:pPr>
            <a:r>
              <a:rPr sz="1950" b="1">
                <a:solidFill>
                  <a:srgbClr val="087F79"/>
                </a:solidFill>
                <a:latin typeface="Arial"/>
                <a:ea typeface="Arial"/>
                <a:cs typeface="Arial"/>
              </a:rPr>
              <a:t>127.0.0.1:8000</a:t>
            </a:r>
          </a:p>
        </p:txBody>
      </p:sp>
    </p:spTree>
    <p:extLst>
      <p:ext uri="{BB962C8B-B14F-4D97-AF65-F5344CB8AC3E}">
        <p14:creationId xmlns:p14="http://schemas.microsoft.com/office/powerpoint/2010/main" val="996566864"/>
      </p:ext>
    </p:extLst>
  </p:cSld>
</p:sld>
</file>

<file path=ppt/slides/slide4.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705BC0D-81C6-43FB-B5FE-672AD6160D26}"/>
              </a:ext>
            </a:extLst>
          </p:cNvPr>
          <p:cNvSpPr>
            <a:spLocks xmlns:a="http://schemas.openxmlformats.org/drawingml/2006/main" noGrp="1"/>
          </p:cNvSpPr>
          <p:nvPr/>
        </p:nvSpPr>
        <p:spPr>
          <a:xfrm xmlns:a="http://schemas.openxmlformats.org/drawingml/2006/main">
            <a:off x="609600" y="5238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3B"/>
                </a:solidFill>
                <a:latin typeface="Arial"/>
                <a:ea typeface="Arial"/>
                <a:cs typeface="Arial"/>
              </a:defRPr>
            </a:pPr>
            <a:r>
              <a:rPr sz="3225" b="1">
                <a:solidFill>
                  <a:srgbClr val="18313B"/>
                </a:solidFill>
                <a:latin typeface="Arial"/>
                <a:ea typeface="Arial"/>
                <a:cs typeface="Arial"/>
              </a:rPr>
              <a:t>Mô hình dữ liệu</a:t>
            </a:r>
          </a:p>
        </p:txBody>
      </p:sp>
      <p:sp>
        <p:nvSpPr>
          <p:cNvPr id="2" name="">
            <a:extLst xmlns:a="http://schemas.openxmlformats.org/drawingml/2006/main">
              <a:ext uri="{FF2B5EF4-FFF2-40B4-BE49-F238E27FC236}">
                <a16:creationId xmlns:a16="http://schemas.microsoft.com/office/drawing/2014/main" id="{468C39EC-EA37-41FB-9F10-32CB735BBEBD}"/>
              </a:ext>
            </a:extLst>
          </p:cNvPr>
          <p:cNvSpPr>
            <a:spLocks xmlns:a="http://schemas.openxmlformats.org/drawingml/2006/main" noGrp="1"/>
          </p:cNvSpPr>
          <p:nvPr/>
        </p:nvSpPr>
        <p:spPr>
          <a:xfrm xmlns:a="http://schemas.openxmlformats.org/drawingml/2006/main">
            <a:off x="638175" y="132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Một phụ huynh quản lý nhiều trẻ, mỗi trẻ có nhiều thiết bị</a:t>
            </a:r>
          </a:p>
        </p:txBody>
      </p:sp>
      <p:sp>
        <p:nvSpPr>
          <p:cNvPr id="3" name="">
            <a:extLst xmlns:a="http://schemas.openxmlformats.org/drawingml/2006/main">
              <a:ext uri="{FF2B5EF4-FFF2-40B4-BE49-F238E27FC236}">
                <a16:creationId xmlns:a16="http://schemas.microsoft.com/office/drawing/2014/main" id="{79C885C6-3462-4895-9AE0-7B996E424ABF}"/>
              </a:ext>
            </a:extLst>
          </p:cNvPr>
          <p:cNvSpPr>
            <a:spLocks xmlns:a="http://schemas.openxmlformats.org/drawingml/2006/main" noGrp="1"/>
          </p:cNvSpPr>
          <p:nvPr/>
        </p:nvSpPr>
        <p:spPr>
          <a:xfrm xmlns:a="http://schemas.openxmlformats.org/drawingml/2006/main">
            <a:off x="638175" y="6334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17A"/>
                </a:solidFill>
                <a:latin typeface="Arial"/>
                <a:ea typeface="Arial"/>
                <a:cs typeface="Arial"/>
              </a:defRPr>
            </a:pPr>
            <a:r>
              <a:rPr sz="1200" b="0">
                <a:solidFill>
                  <a:srgbClr val="5D717A"/>
                </a:solidFill>
                <a:latin typeface="Arial"/>
                <a:ea typeface="Arial"/>
                <a:cs typeface="Arial"/>
              </a:rPr>
              <a:t>OpenGuard Kids</a:t>
            </a:r>
          </a:p>
        </p:txBody>
      </p:sp>
      <p:sp>
        <p:nvSpPr>
          <p:cNvPr id="4" name="">
            <a:extLst xmlns:a="http://schemas.openxmlformats.org/drawingml/2006/main">
              <a:ext uri="{FF2B5EF4-FFF2-40B4-BE49-F238E27FC236}">
                <a16:creationId xmlns:a16="http://schemas.microsoft.com/office/drawing/2014/main" id="{397B16ED-5761-4D54-BFA3-A1E0C88CFCDD}"/>
              </a:ext>
            </a:extLst>
          </p:cNvPr>
          <p:cNvSpPr>
            <a:spLocks xmlns:a="http://schemas.openxmlformats.org/drawingml/2006/main" noGrp="1"/>
          </p:cNvSpPr>
          <p:nvPr/>
        </p:nvSpPr>
        <p:spPr>
          <a:xfrm xmlns:a="http://schemas.openxmlformats.org/drawingml/2006/main">
            <a:off x="11029950" y="62769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EA064F5-BD87-4055-AFB4-8035647B258C}"/>
              </a:ext>
            </a:extLst>
          </p:cNvPr>
          <p:cNvSpPr>
            <a:spLocks xmlns:a="http://schemas.openxmlformats.org/drawingml/2006/main" noGrp="1"/>
          </p:cNvSpPr>
          <p:nvPr/>
        </p:nvSpPr>
        <p:spPr>
          <a:xfrm xmlns:a="http://schemas.openxmlformats.org/drawingml/2006/main">
            <a:off x="666750" y="2238375"/>
            <a:ext cx="2857500" cy="1181100"/>
          </a:xfrm>
          <a:prstGeom xmlns:a="http://schemas.openxmlformats.org/drawingml/2006/main" prst="roundRect">
            <a:avLst>
              <a:gd name="adj" fmla="val 9677"/>
            </a:avLst>
          </a:prstGeom>
          <a:solidFill xmlns:a="http://schemas.openxmlformats.org/drawingml/2006/main">
            <a:srgbClr val="102D38"/>
          </a:solidFill>
          <a:ln xmlns:a="http://schemas.openxmlformats.org/drawingml/2006/main" w="14288">
            <a:solidFill>
              <a:srgbClr val="102D38"/>
            </a:solidFill>
          </a:ln>
        </p:spPr>
      </p:sp>
      <p:sp>
        <p:nvSpPr>
          <p:cNvPr id="6" name="">
            <a:extLst xmlns:a="http://schemas.openxmlformats.org/drawingml/2006/main">
              <a:ext uri="{FF2B5EF4-FFF2-40B4-BE49-F238E27FC236}">
                <a16:creationId xmlns:a16="http://schemas.microsoft.com/office/drawing/2014/main" id="{DDD7ACE0-0A9B-41BA-9AE1-ADA6E02B6DCD}"/>
              </a:ext>
            </a:extLst>
          </p:cNvPr>
          <p:cNvSpPr>
            <a:spLocks xmlns:a="http://schemas.openxmlformats.org/drawingml/2006/main" noGrp="1"/>
          </p:cNvSpPr>
          <p:nvPr/>
        </p:nvSpPr>
        <p:spPr>
          <a:xfrm xmlns:a="http://schemas.openxmlformats.org/drawingml/2006/main">
            <a:off x="857250" y="23717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Parent</a:t>
            </a:r>
          </a:p>
        </p:txBody>
      </p:sp>
      <p:sp>
        <p:nvSpPr>
          <p:cNvPr id="7" name="">
            <a:extLst xmlns:a="http://schemas.openxmlformats.org/drawingml/2006/main">
              <a:ext uri="{FF2B5EF4-FFF2-40B4-BE49-F238E27FC236}">
                <a16:creationId xmlns:a16="http://schemas.microsoft.com/office/drawing/2014/main" id="{645A4BB2-F70D-46EA-989E-42ED9792BBA1}"/>
              </a:ext>
            </a:extLst>
          </p:cNvPr>
          <p:cNvSpPr>
            <a:spLocks xmlns:a="http://schemas.openxmlformats.org/drawingml/2006/main" noGrp="1"/>
          </p:cNvSpPr>
          <p:nvPr/>
        </p:nvSpPr>
        <p:spPr>
          <a:xfrm xmlns:a="http://schemas.openxmlformats.org/drawingml/2006/main">
            <a:off x="857250" y="280035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EBDD"/>
                </a:solidFill>
                <a:latin typeface="Arial"/>
                <a:ea typeface="Arial"/>
                <a:cs typeface="Arial"/>
              </a:defRPr>
            </a:pPr>
            <a:r>
              <a:rPr sz="1650" b="0">
                <a:solidFill>
                  <a:srgbClr val="BFEBDD"/>
                </a:solidFill>
                <a:latin typeface="Arial"/>
                <a:ea typeface="Arial"/>
                <a:cs typeface="Arial"/>
              </a:rPr>
              <a:t>Tài khoản phụ huynh</a:t>
            </a:r>
          </a:p>
        </p:txBody>
      </p:sp>
      <p:sp>
        <p:nvSpPr>
          <p:cNvPr id="8" name="">
            <a:extLst xmlns:a="http://schemas.openxmlformats.org/drawingml/2006/main">
              <a:ext uri="{FF2B5EF4-FFF2-40B4-BE49-F238E27FC236}">
                <a16:creationId xmlns:a16="http://schemas.microsoft.com/office/drawing/2014/main" id="{4544930E-6E18-499E-850A-F675DF4A8874}"/>
              </a:ext>
            </a:extLst>
          </p:cNvPr>
          <p:cNvSpPr>
            <a:spLocks xmlns:a="http://schemas.openxmlformats.org/drawingml/2006/main" noGrp="1"/>
          </p:cNvSpPr>
          <p:nvPr/>
        </p:nvSpPr>
        <p:spPr>
          <a:xfrm xmlns:a="http://schemas.openxmlformats.org/drawingml/2006/main">
            <a:off x="4667250" y="2238375"/>
            <a:ext cx="2857500"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4288">
            <a:solidFill>
              <a:srgbClr val="B3C7C7"/>
            </a:solidFill>
          </a:ln>
        </p:spPr>
      </p:sp>
      <p:sp>
        <p:nvSpPr>
          <p:cNvPr id="9" name="">
            <a:extLst xmlns:a="http://schemas.openxmlformats.org/drawingml/2006/main">
              <a:ext uri="{FF2B5EF4-FFF2-40B4-BE49-F238E27FC236}">
                <a16:creationId xmlns:a16="http://schemas.microsoft.com/office/drawing/2014/main" id="{E655894E-33BA-4100-AD1B-6F14C14814DA}"/>
              </a:ext>
            </a:extLst>
          </p:cNvPr>
          <p:cNvSpPr>
            <a:spLocks xmlns:a="http://schemas.openxmlformats.org/drawingml/2006/main" noGrp="1"/>
          </p:cNvSpPr>
          <p:nvPr/>
        </p:nvSpPr>
        <p:spPr>
          <a:xfrm xmlns:a="http://schemas.openxmlformats.org/drawingml/2006/main">
            <a:off x="4857750" y="23717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Child</a:t>
            </a:r>
          </a:p>
        </p:txBody>
      </p:sp>
      <p:sp>
        <p:nvSpPr>
          <p:cNvPr id="10" name="">
            <a:extLst xmlns:a="http://schemas.openxmlformats.org/drawingml/2006/main">
              <a:ext uri="{FF2B5EF4-FFF2-40B4-BE49-F238E27FC236}">
                <a16:creationId xmlns:a16="http://schemas.microsoft.com/office/drawing/2014/main" id="{141C37A1-C100-42FC-A15F-ED0D568AE2F1}"/>
              </a:ext>
            </a:extLst>
          </p:cNvPr>
          <p:cNvSpPr>
            <a:spLocks xmlns:a="http://schemas.openxmlformats.org/drawingml/2006/main" noGrp="1"/>
          </p:cNvSpPr>
          <p:nvPr/>
        </p:nvSpPr>
        <p:spPr>
          <a:xfrm xmlns:a="http://schemas.openxmlformats.org/drawingml/2006/main">
            <a:off x="4857750" y="280035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Hồ sơ và tên gọi</a:t>
            </a:r>
          </a:p>
        </p:txBody>
      </p:sp>
      <p:sp>
        <p:nvSpPr>
          <p:cNvPr id="11" name="">
            <a:extLst xmlns:a="http://schemas.openxmlformats.org/drawingml/2006/main">
              <a:ext uri="{FF2B5EF4-FFF2-40B4-BE49-F238E27FC236}">
                <a16:creationId xmlns:a16="http://schemas.microsoft.com/office/drawing/2014/main" id="{18EF4A14-EAC8-40D4-929A-B63E1908D46D}"/>
              </a:ext>
            </a:extLst>
          </p:cNvPr>
          <p:cNvSpPr>
            <a:spLocks xmlns:a="http://schemas.openxmlformats.org/drawingml/2006/main" noGrp="1"/>
          </p:cNvSpPr>
          <p:nvPr/>
        </p:nvSpPr>
        <p:spPr>
          <a:xfrm xmlns:a="http://schemas.openxmlformats.org/drawingml/2006/main">
            <a:off x="8667750" y="2238375"/>
            <a:ext cx="2857500"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4288">
            <a:solidFill>
              <a:srgbClr val="B3C7C7"/>
            </a:solidFill>
          </a:ln>
        </p:spPr>
      </p:sp>
      <p:sp>
        <p:nvSpPr>
          <p:cNvPr id="12" name="">
            <a:extLst xmlns:a="http://schemas.openxmlformats.org/drawingml/2006/main">
              <a:ext uri="{FF2B5EF4-FFF2-40B4-BE49-F238E27FC236}">
                <a16:creationId xmlns:a16="http://schemas.microsoft.com/office/drawing/2014/main" id="{7D117B12-79C0-43F5-B78A-CD490C0F7FF0}"/>
              </a:ext>
            </a:extLst>
          </p:cNvPr>
          <p:cNvSpPr>
            <a:spLocks xmlns:a="http://schemas.openxmlformats.org/drawingml/2006/main" noGrp="1"/>
          </p:cNvSpPr>
          <p:nvPr/>
        </p:nvSpPr>
        <p:spPr>
          <a:xfrm xmlns:a="http://schemas.openxmlformats.org/drawingml/2006/main">
            <a:off x="8858250" y="23717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Device</a:t>
            </a:r>
          </a:p>
        </p:txBody>
      </p:sp>
      <p:sp>
        <p:nvSpPr>
          <p:cNvPr id="13" name="">
            <a:extLst xmlns:a="http://schemas.openxmlformats.org/drawingml/2006/main">
              <a:ext uri="{FF2B5EF4-FFF2-40B4-BE49-F238E27FC236}">
                <a16:creationId xmlns:a16="http://schemas.microsoft.com/office/drawing/2014/main" id="{7068AECC-B6BA-471F-9D24-1A64F6B3E8FB}"/>
              </a:ext>
            </a:extLst>
          </p:cNvPr>
          <p:cNvSpPr>
            <a:spLocks xmlns:a="http://schemas.openxmlformats.org/drawingml/2006/main" noGrp="1"/>
          </p:cNvSpPr>
          <p:nvPr/>
        </p:nvSpPr>
        <p:spPr>
          <a:xfrm xmlns:a="http://schemas.openxmlformats.org/drawingml/2006/main">
            <a:off x="8858250" y="280035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Định danh và trạng thái</a:t>
            </a:r>
          </a:p>
        </p:txBody>
      </p:sp>
      <p:sp>
        <p:nvSpPr>
          <p:cNvPr id="14" name="">
            <a:extLst xmlns:a="http://schemas.openxmlformats.org/drawingml/2006/main">
              <a:ext uri="{FF2B5EF4-FFF2-40B4-BE49-F238E27FC236}">
                <a16:creationId xmlns:a16="http://schemas.microsoft.com/office/drawing/2014/main" id="{A34602E3-13A0-456D-880D-E9DBBD0A19FA}"/>
              </a:ext>
            </a:extLst>
          </p:cNvPr>
          <p:cNvSpPr>
            <a:spLocks xmlns:a="http://schemas.openxmlformats.org/drawingml/2006/main" noGrp="1"/>
          </p:cNvSpPr>
          <p:nvPr/>
        </p:nvSpPr>
        <p:spPr>
          <a:xfrm xmlns:a="http://schemas.openxmlformats.org/drawingml/2006/main">
            <a:off x="4667250" y="4610100"/>
            <a:ext cx="2857500"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4288">
            <a:solidFill>
              <a:srgbClr val="B3C7C7"/>
            </a:solidFill>
          </a:ln>
        </p:spPr>
      </p:sp>
      <p:sp>
        <p:nvSpPr>
          <p:cNvPr id="15" name="">
            <a:extLst xmlns:a="http://schemas.openxmlformats.org/drawingml/2006/main">
              <a:ext uri="{FF2B5EF4-FFF2-40B4-BE49-F238E27FC236}">
                <a16:creationId xmlns:a16="http://schemas.microsoft.com/office/drawing/2014/main" id="{BE6BC585-9F84-4A37-9FA2-705C531837CA}"/>
              </a:ext>
            </a:extLst>
          </p:cNvPr>
          <p:cNvSpPr>
            <a:spLocks xmlns:a="http://schemas.openxmlformats.org/drawingml/2006/main" noGrp="1"/>
          </p:cNvSpPr>
          <p:nvPr/>
        </p:nvSpPr>
        <p:spPr>
          <a:xfrm xmlns:a="http://schemas.openxmlformats.org/drawingml/2006/main">
            <a:off x="4857750" y="47434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Policy</a:t>
            </a:r>
          </a:p>
        </p:txBody>
      </p:sp>
      <p:sp>
        <p:nvSpPr>
          <p:cNvPr id="16" name="">
            <a:extLst xmlns:a="http://schemas.openxmlformats.org/drawingml/2006/main">
              <a:ext uri="{FF2B5EF4-FFF2-40B4-BE49-F238E27FC236}">
                <a16:creationId xmlns:a16="http://schemas.microsoft.com/office/drawing/2014/main" id="{825096EC-E60B-4A05-A542-A574077E827D}"/>
              </a:ext>
            </a:extLst>
          </p:cNvPr>
          <p:cNvSpPr>
            <a:spLocks xmlns:a="http://schemas.openxmlformats.org/drawingml/2006/main" noGrp="1"/>
          </p:cNvSpPr>
          <p:nvPr/>
        </p:nvSpPr>
        <p:spPr>
          <a:xfrm xmlns:a="http://schemas.openxmlformats.org/drawingml/2006/main">
            <a:off x="4857750" y="517207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Quota + phiên bản</a:t>
            </a:r>
          </a:p>
        </p:txBody>
      </p:sp>
      <p:cxnSp>
        <p:nvCxnSpPr>
          <p:cNvPr id="43" name=""/>
          <p:cNvCxnSpPr>
            <a:stCxn xmlns:a="http://schemas.openxmlformats.org/drawingml/2006/main" id="5" idx="3"/>
            <a:endCxn xmlns:a="http://schemas.openxmlformats.org/drawingml/2006/main" id="8" idx="1"/>
          </p:cNvCxnSpPr>
          <p:nvPr/>
        </p:nvCxnSpPr>
        <p:spPr>
          <a:xfrm xmlns:a="http://schemas.openxmlformats.org/drawingml/2006/main">
            <a:off x="3524250" y="2828925"/>
            <a:ext cx="1143000" cy="0"/>
          </a:xfrm>
          <a:prstGeom xmlns:a="http://schemas.openxmlformats.org/drawingml/2006/main" prst="straightConnector1">
            <a:avLst/>
          </a:prstGeom>
          <a:ln xmlns:a="http://schemas.openxmlformats.org/drawingml/2006/main" w="20955">
            <a:solidFill>
              <a:srgbClr val="087F79"/>
            </a:solidFill>
            <a:prstDash val="solid"/>
            <a:tailEnd type="triangle" w="med" len="med"/>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a:off x="7524750" y="2828925"/>
            <a:ext cx="1143000" cy="0"/>
          </a:xfrm>
          <a:prstGeom xmlns:a="http://schemas.openxmlformats.org/drawingml/2006/main" prst="straightConnector1">
            <a:avLst/>
          </a:prstGeom>
          <a:ln xmlns:a="http://schemas.openxmlformats.org/drawingml/2006/main" w="20955">
            <a:solidFill>
              <a:srgbClr val="087F79"/>
            </a:solidFill>
            <a:prstDash val="solid"/>
            <a:tailEnd type="triangle" w="med" len="med"/>
          </a:ln>
        </p:spPr>
      </p:cxnSp>
      <p:cxnSp>
        <p:nvCxnSpPr>
          <p:cNvPr id="45" name=""/>
          <p:cNvCxnSpPr>
            <a:stCxn xmlns:a="http://schemas.openxmlformats.org/drawingml/2006/main" id="8" idx="2"/>
            <a:endCxn xmlns:a="http://schemas.openxmlformats.org/drawingml/2006/main" id="14" idx="0"/>
          </p:cNvCxnSpPr>
          <p:nvPr/>
        </p:nvCxnSpPr>
        <p:spPr>
          <a:xfrm xmlns:a="http://schemas.openxmlformats.org/drawingml/2006/main">
            <a:off x="6057900" y="3419475"/>
            <a:ext cx="38100" cy="1190625"/>
          </a:xfrm>
          <a:prstGeom xmlns:a="http://schemas.openxmlformats.org/drawingml/2006/main" prst="bentConnector4">
            <a:avLst/>
          </a:prstGeom>
          <a:ln xmlns:a="http://schemas.openxmlformats.org/drawingml/2006/main" w="20955">
            <a:solidFill>
              <a:srgbClr val="087F79"/>
            </a:solidFill>
            <a:prstDash val="solid"/>
            <a:tailEnd type="triangle" w="med" len="med"/>
          </a:ln>
        </p:spPr>
      </p:cxnSp>
      <p:sp>
        <p:nvSpPr>
          <p:cNvPr id="20" name="">
            <a:extLst xmlns:a="http://schemas.openxmlformats.org/drawingml/2006/main">
              <a:ext uri="{FF2B5EF4-FFF2-40B4-BE49-F238E27FC236}">
                <a16:creationId xmlns:a16="http://schemas.microsoft.com/office/drawing/2014/main" id="{9C1A7696-8E1C-4A71-AB38-0D7146278548}"/>
              </a:ext>
            </a:extLst>
          </p:cNvPr>
          <p:cNvSpPr>
            <a:spLocks xmlns:a="http://schemas.openxmlformats.org/drawingml/2006/main" noGrp="1"/>
          </p:cNvSpPr>
          <p:nvPr/>
        </p:nvSpPr>
        <p:spPr>
          <a:xfrm xmlns:a="http://schemas.openxmlformats.org/drawingml/2006/main">
            <a:off x="3762375" y="23431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Arial"/>
                <a:ea typeface="Arial"/>
                <a:cs typeface="Arial"/>
              </a:defRPr>
            </a:pPr>
            <a:r>
              <a:rPr sz="1800" b="1">
                <a:solidFill>
                  <a:srgbClr val="087F79"/>
                </a:solidFill>
                <a:latin typeface="Arial"/>
                <a:ea typeface="Arial"/>
                <a:cs typeface="Arial"/>
              </a:rPr>
              <a:t>1 : n</a:t>
            </a:r>
          </a:p>
        </p:txBody>
      </p:sp>
      <p:sp>
        <p:nvSpPr>
          <p:cNvPr id="21" name="">
            <a:extLst xmlns:a="http://schemas.openxmlformats.org/drawingml/2006/main">
              <a:ext uri="{FF2B5EF4-FFF2-40B4-BE49-F238E27FC236}">
                <a16:creationId xmlns:a16="http://schemas.microsoft.com/office/drawing/2014/main" id="{340AF680-CFB0-406D-902A-7757C5AFCCA0}"/>
              </a:ext>
            </a:extLst>
          </p:cNvPr>
          <p:cNvSpPr>
            <a:spLocks xmlns:a="http://schemas.openxmlformats.org/drawingml/2006/main" noGrp="1"/>
          </p:cNvSpPr>
          <p:nvPr/>
        </p:nvSpPr>
        <p:spPr>
          <a:xfrm xmlns:a="http://schemas.openxmlformats.org/drawingml/2006/main">
            <a:off x="7762875" y="23431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Arial"/>
                <a:ea typeface="Arial"/>
                <a:cs typeface="Arial"/>
              </a:defRPr>
            </a:pPr>
            <a:r>
              <a:rPr sz="1800" b="1">
                <a:solidFill>
                  <a:srgbClr val="087F79"/>
                </a:solidFill>
                <a:latin typeface="Arial"/>
                <a:ea typeface="Arial"/>
                <a:cs typeface="Arial"/>
              </a:rPr>
              <a:t>1 : n</a:t>
            </a:r>
          </a:p>
        </p:txBody>
      </p:sp>
      <p:sp>
        <p:nvSpPr>
          <p:cNvPr id="22" name="">
            <a:extLst xmlns:a="http://schemas.openxmlformats.org/drawingml/2006/main">
              <a:ext uri="{FF2B5EF4-FFF2-40B4-BE49-F238E27FC236}">
                <a16:creationId xmlns:a16="http://schemas.microsoft.com/office/drawing/2014/main" id="{0E41F142-883E-4A85-9AD3-3718BD9E148A}"/>
              </a:ext>
            </a:extLst>
          </p:cNvPr>
          <p:cNvSpPr>
            <a:spLocks xmlns:a="http://schemas.openxmlformats.org/drawingml/2006/main" noGrp="1"/>
          </p:cNvSpPr>
          <p:nvPr/>
        </p:nvSpPr>
        <p:spPr>
          <a:xfrm xmlns:a="http://schemas.openxmlformats.org/drawingml/2006/main">
            <a:off x="6172200" y="3857625"/>
            <a:ext cx="809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9"/>
                </a:solidFill>
                <a:latin typeface="Arial"/>
                <a:ea typeface="Arial"/>
                <a:cs typeface="Arial"/>
              </a:defRPr>
            </a:pPr>
            <a:r>
              <a:rPr sz="1875" b="1">
                <a:solidFill>
                  <a:srgbClr val="087F79"/>
                </a:solidFill>
                <a:latin typeface="Arial"/>
                <a:ea typeface="Arial"/>
                <a:cs typeface="Arial"/>
              </a:rPr>
              <a:t>1 : 1</a:t>
            </a:r>
          </a:p>
        </p:txBody>
      </p:sp>
      <p:sp>
        <p:nvSpPr>
          <p:cNvPr id="23" name="">
            <a:extLst xmlns:a="http://schemas.openxmlformats.org/drawingml/2006/main">
              <a:ext uri="{FF2B5EF4-FFF2-40B4-BE49-F238E27FC236}">
                <a16:creationId xmlns:a16="http://schemas.microsoft.com/office/drawing/2014/main" id="{6592A5F2-648E-4D06-83CF-3B269A93071D}"/>
              </a:ext>
            </a:extLst>
          </p:cNvPr>
          <p:cNvSpPr>
            <a:spLocks xmlns:a="http://schemas.openxmlformats.org/drawingml/2006/main" noGrp="1"/>
          </p:cNvSpPr>
          <p:nvPr/>
        </p:nvSpPr>
        <p:spPr>
          <a:xfrm xmlns:a="http://schemas.openxmlformats.org/drawingml/2006/main">
            <a:off x="790575" y="4391025"/>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79"/>
                </a:solidFill>
                <a:latin typeface="Arial"/>
                <a:ea typeface="Arial"/>
                <a:cs typeface="Arial"/>
              </a:defRPr>
            </a:pPr>
            <a:r>
              <a:rPr sz="2175" b="1">
                <a:solidFill>
                  <a:srgbClr val="087F79"/>
                </a:solidFill>
                <a:latin typeface="Arial"/>
                <a:ea typeface="Arial"/>
                <a:cs typeface="Arial"/>
              </a:rPr>
              <a:t>Audit</a:t>
            </a:r>
          </a:p>
        </p:txBody>
      </p:sp>
      <p:sp>
        <p:nvSpPr>
          <p:cNvPr id="24" name="">
            <a:extLst xmlns:a="http://schemas.openxmlformats.org/drawingml/2006/main">
              <a:ext uri="{FF2B5EF4-FFF2-40B4-BE49-F238E27FC236}">
                <a16:creationId xmlns:a16="http://schemas.microsoft.com/office/drawing/2014/main" id="{37320F93-F08D-4772-BD81-987226DA6D0B}"/>
              </a:ext>
            </a:extLst>
          </p:cNvPr>
          <p:cNvSpPr>
            <a:spLocks xmlns:a="http://schemas.openxmlformats.org/drawingml/2006/main" noGrp="1"/>
          </p:cNvSpPr>
          <p:nvPr/>
        </p:nvSpPr>
        <p:spPr>
          <a:xfrm xmlns:a="http://schemas.openxmlformats.org/drawingml/2006/main">
            <a:off x="790575" y="487680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Người sửa và thời gian</a:t>
            </a:r>
          </a:p>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Giá trị trước và sau</a:t>
            </a:r>
          </a:p>
        </p:txBody>
      </p:sp>
      <p:sp>
        <p:nvSpPr>
          <p:cNvPr id="25" name="">
            <a:extLst xmlns:a="http://schemas.openxmlformats.org/drawingml/2006/main">
              <a:ext uri="{FF2B5EF4-FFF2-40B4-BE49-F238E27FC236}">
                <a16:creationId xmlns:a16="http://schemas.microsoft.com/office/drawing/2014/main" id="{5E4BA9FE-13BF-4161-82ED-B9BA8DC7556F}"/>
              </a:ext>
            </a:extLst>
          </p:cNvPr>
          <p:cNvSpPr>
            <a:spLocks xmlns:a="http://schemas.openxmlformats.org/drawingml/2006/main" noGrp="1"/>
          </p:cNvSpPr>
          <p:nvPr/>
        </p:nvSpPr>
        <p:spPr>
          <a:xfrm xmlns:a="http://schemas.openxmlformats.org/drawingml/2006/main">
            <a:off x="8705850" y="4391025"/>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79"/>
                </a:solidFill>
                <a:latin typeface="Arial"/>
                <a:ea typeface="Arial"/>
                <a:cs typeface="Arial"/>
              </a:defRPr>
            </a:pPr>
            <a:r>
              <a:rPr sz="2100" b="1">
                <a:solidFill>
                  <a:srgbClr val="087F79"/>
                </a:solidFill>
                <a:latin typeface="Arial"/>
                <a:ea typeface="Arial"/>
                <a:cs typeface="Arial"/>
              </a:rPr>
              <a:t>Tối thiểu dữ liệu</a:t>
            </a:r>
          </a:p>
        </p:txBody>
      </p:sp>
      <p:sp>
        <p:nvSpPr>
          <p:cNvPr id="26" name="">
            <a:extLst xmlns:a="http://schemas.openxmlformats.org/drawingml/2006/main">
              <a:ext uri="{FF2B5EF4-FFF2-40B4-BE49-F238E27FC236}">
                <a16:creationId xmlns:a16="http://schemas.microsoft.com/office/drawing/2014/main" id="{2F14FE46-6F77-425F-9314-CED71181FEF4}"/>
              </a:ext>
            </a:extLst>
          </p:cNvPr>
          <p:cNvSpPr>
            <a:spLocks xmlns:a="http://schemas.openxmlformats.org/drawingml/2006/main" noGrp="1"/>
          </p:cNvSpPr>
          <p:nvPr/>
        </p:nvSpPr>
        <p:spPr>
          <a:xfrm xmlns:a="http://schemas.openxmlformats.org/drawingml/2006/main">
            <a:off x="8705850" y="4876800"/>
            <a:ext cx="2714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Không đọc tin nhắn</a:t>
            </a:r>
          </a:p>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Không chụp màn hình</a:t>
            </a:r>
          </a:p>
        </p:txBody>
      </p:sp>
    </p:spTree>
    <p:extLst>
      <p:ext uri="{BB962C8B-B14F-4D97-AF65-F5344CB8AC3E}">
        <p14:creationId xmlns:p14="http://schemas.microsoft.com/office/powerpoint/2010/main" val="1995538214"/>
      </p:ext>
    </p:extLst>
  </p:cSld>
</p:sld>
</file>

<file path=ppt/slides/slide5.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5F9146A-FED8-4F75-923E-C03B3ACB8943}"/>
              </a:ext>
            </a:extLst>
          </p:cNvPr>
          <p:cNvSpPr>
            <a:spLocks xmlns:a="http://schemas.openxmlformats.org/drawingml/2006/main" noGrp="1"/>
          </p:cNvSpPr>
          <p:nvPr/>
        </p:nvSpPr>
        <p:spPr>
          <a:xfrm xmlns:a="http://schemas.openxmlformats.org/drawingml/2006/main">
            <a:off x="609600" y="5238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3B"/>
                </a:solidFill>
                <a:latin typeface="Arial"/>
                <a:ea typeface="Arial"/>
                <a:cs typeface="Arial"/>
              </a:defRPr>
            </a:pPr>
            <a:r>
              <a:rPr sz="3225" b="1">
                <a:solidFill>
                  <a:srgbClr val="18313B"/>
                </a:solidFill>
                <a:latin typeface="Arial"/>
                <a:ea typeface="Arial"/>
                <a:cs typeface="Arial"/>
              </a:rPr>
              <a:t>Luồng ghép đôi thiết bị</a:t>
            </a:r>
          </a:p>
        </p:txBody>
      </p:sp>
      <p:sp>
        <p:nvSpPr>
          <p:cNvPr id="2" name="">
            <a:extLst xmlns:a="http://schemas.openxmlformats.org/drawingml/2006/main">
              <a:ext uri="{FF2B5EF4-FFF2-40B4-BE49-F238E27FC236}">
                <a16:creationId xmlns:a16="http://schemas.microsoft.com/office/drawing/2014/main" id="{A234C386-E860-4087-BE2A-B226D0CDBEAF}"/>
              </a:ext>
            </a:extLst>
          </p:cNvPr>
          <p:cNvSpPr>
            <a:spLocks xmlns:a="http://schemas.openxmlformats.org/drawingml/2006/main" noGrp="1"/>
          </p:cNvSpPr>
          <p:nvPr/>
        </p:nvSpPr>
        <p:spPr>
          <a:xfrm xmlns:a="http://schemas.openxmlformats.org/drawingml/2006/main">
            <a:off x="638175" y="132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Mã ghép có hạn 10 phút và chỉ sử dụng một lần</a:t>
            </a:r>
          </a:p>
        </p:txBody>
      </p:sp>
      <p:sp>
        <p:nvSpPr>
          <p:cNvPr id="3" name="">
            <a:extLst xmlns:a="http://schemas.openxmlformats.org/drawingml/2006/main">
              <a:ext uri="{FF2B5EF4-FFF2-40B4-BE49-F238E27FC236}">
                <a16:creationId xmlns:a16="http://schemas.microsoft.com/office/drawing/2014/main" id="{402F1874-F678-49A4-A0AE-EEA5949093BE}"/>
              </a:ext>
            </a:extLst>
          </p:cNvPr>
          <p:cNvSpPr>
            <a:spLocks xmlns:a="http://schemas.openxmlformats.org/drawingml/2006/main" noGrp="1"/>
          </p:cNvSpPr>
          <p:nvPr/>
        </p:nvSpPr>
        <p:spPr>
          <a:xfrm xmlns:a="http://schemas.openxmlformats.org/drawingml/2006/main">
            <a:off x="638175" y="6334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17A"/>
                </a:solidFill>
                <a:latin typeface="Arial"/>
                <a:ea typeface="Arial"/>
                <a:cs typeface="Arial"/>
              </a:defRPr>
            </a:pPr>
            <a:r>
              <a:rPr sz="1200" b="0">
                <a:solidFill>
                  <a:srgbClr val="5D717A"/>
                </a:solidFill>
                <a:latin typeface="Arial"/>
                <a:ea typeface="Arial"/>
                <a:cs typeface="Arial"/>
              </a:rPr>
              <a:t>OpenGuard Kids</a:t>
            </a:r>
          </a:p>
        </p:txBody>
      </p:sp>
      <p:sp>
        <p:nvSpPr>
          <p:cNvPr id="4" name="">
            <a:extLst xmlns:a="http://schemas.openxmlformats.org/drawingml/2006/main">
              <a:ext uri="{FF2B5EF4-FFF2-40B4-BE49-F238E27FC236}">
                <a16:creationId xmlns:a16="http://schemas.microsoft.com/office/drawing/2014/main" id="{E1966A71-C780-449B-8778-B0A238CF9FCE}"/>
              </a:ext>
            </a:extLst>
          </p:cNvPr>
          <p:cNvSpPr>
            <a:spLocks xmlns:a="http://schemas.openxmlformats.org/drawingml/2006/main" noGrp="1"/>
          </p:cNvSpPr>
          <p:nvPr/>
        </p:nvSpPr>
        <p:spPr>
          <a:xfrm xmlns:a="http://schemas.openxmlformats.org/drawingml/2006/main">
            <a:off x="11029950" y="62769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4BE389F-6C5C-4172-A61D-A464AAE63DB0}"/>
              </a:ext>
            </a:extLst>
          </p:cNvPr>
          <p:cNvSpPr>
            <a:spLocks xmlns:a="http://schemas.openxmlformats.org/drawingml/2006/main" noGrp="1"/>
          </p:cNvSpPr>
          <p:nvPr/>
        </p:nvSpPr>
        <p:spPr>
          <a:xfrm xmlns:a="http://schemas.openxmlformats.org/drawingml/2006/main">
            <a:off x="619125" y="2019300"/>
            <a:ext cx="2762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4288">
            <a:solidFill>
              <a:srgbClr val="B3C7C7"/>
            </a:solidFill>
          </a:ln>
        </p:spPr>
      </p:sp>
      <p:sp>
        <p:nvSpPr>
          <p:cNvPr id="6" name="">
            <a:extLst xmlns:a="http://schemas.openxmlformats.org/drawingml/2006/main">
              <a:ext uri="{FF2B5EF4-FFF2-40B4-BE49-F238E27FC236}">
                <a16:creationId xmlns:a16="http://schemas.microsoft.com/office/drawing/2014/main" id="{9179E135-5C97-4343-85EE-412EA2626E4C}"/>
              </a:ext>
            </a:extLst>
          </p:cNvPr>
          <p:cNvSpPr>
            <a:spLocks xmlns:a="http://schemas.openxmlformats.org/drawingml/2006/main" noGrp="1"/>
          </p:cNvSpPr>
          <p:nvPr/>
        </p:nvSpPr>
        <p:spPr>
          <a:xfrm xmlns:a="http://schemas.openxmlformats.org/drawingml/2006/main">
            <a:off x="809625" y="21526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Dashboard</a:t>
            </a:r>
          </a:p>
        </p:txBody>
      </p:sp>
      <p:sp>
        <p:nvSpPr>
          <p:cNvPr id="7" name="">
            <a:extLst xmlns:a="http://schemas.openxmlformats.org/drawingml/2006/main">
              <a:ext uri="{FF2B5EF4-FFF2-40B4-BE49-F238E27FC236}">
                <a16:creationId xmlns:a16="http://schemas.microsoft.com/office/drawing/2014/main" id="{E11F5FCC-F5A4-4439-8DB5-83BC3655B15E}"/>
              </a:ext>
            </a:extLst>
          </p:cNvPr>
          <p:cNvSpPr>
            <a:spLocks xmlns:a="http://schemas.openxmlformats.org/drawingml/2006/main" noGrp="1"/>
          </p:cNvSpPr>
          <p:nvPr/>
        </p:nvSpPr>
        <p:spPr>
          <a:xfrm xmlns:a="http://schemas.openxmlformats.org/drawingml/2006/main">
            <a:off x="809625" y="258127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Phụ huynh</a:t>
            </a:r>
          </a:p>
        </p:txBody>
      </p:sp>
      <p:sp>
        <p:nvSpPr>
          <p:cNvPr id="8" name="">
            <a:extLst xmlns:a="http://schemas.openxmlformats.org/drawingml/2006/main">
              <a:ext uri="{FF2B5EF4-FFF2-40B4-BE49-F238E27FC236}">
                <a16:creationId xmlns:a16="http://schemas.microsoft.com/office/drawing/2014/main" id="{E6493D03-B38E-44DB-BB08-B969EEA21B65}"/>
              </a:ext>
            </a:extLst>
          </p:cNvPr>
          <p:cNvSpPr>
            <a:spLocks xmlns:a="http://schemas.openxmlformats.org/drawingml/2006/main" noGrp="1"/>
          </p:cNvSpPr>
          <p:nvPr/>
        </p:nvSpPr>
        <p:spPr>
          <a:xfrm xmlns:a="http://schemas.openxmlformats.org/drawingml/2006/main">
            <a:off x="4714875" y="2019300"/>
            <a:ext cx="2762250" cy="1104900"/>
          </a:xfrm>
          <a:prstGeom xmlns:a="http://schemas.openxmlformats.org/drawingml/2006/main" prst="roundRect">
            <a:avLst>
              <a:gd name="adj" fmla="val 10345"/>
            </a:avLst>
          </a:prstGeom>
          <a:solidFill xmlns:a="http://schemas.openxmlformats.org/drawingml/2006/main">
            <a:srgbClr val="102D38"/>
          </a:solidFill>
          <a:ln xmlns:a="http://schemas.openxmlformats.org/drawingml/2006/main" w="14288">
            <a:solidFill>
              <a:srgbClr val="102D38"/>
            </a:solidFill>
          </a:ln>
        </p:spPr>
      </p:sp>
      <p:sp>
        <p:nvSpPr>
          <p:cNvPr id="9" name="">
            <a:extLst xmlns:a="http://schemas.openxmlformats.org/drawingml/2006/main">
              <a:ext uri="{FF2B5EF4-FFF2-40B4-BE49-F238E27FC236}">
                <a16:creationId xmlns:a16="http://schemas.microsoft.com/office/drawing/2014/main" id="{94E6A1D0-540A-44D2-BAAF-C0614A97BC92}"/>
              </a:ext>
            </a:extLst>
          </p:cNvPr>
          <p:cNvSpPr>
            <a:spLocks xmlns:a="http://schemas.openxmlformats.org/drawingml/2006/main" noGrp="1"/>
          </p:cNvSpPr>
          <p:nvPr/>
        </p:nvSpPr>
        <p:spPr>
          <a:xfrm xmlns:a="http://schemas.openxmlformats.org/drawingml/2006/main">
            <a:off x="4905375" y="21526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Server</a:t>
            </a:r>
          </a:p>
        </p:txBody>
      </p:sp>
      <p:sp>
        <p:nvSpPr>
          <p:cNvPr id="10" name="">
            <a:extLst xmlns:a="http://schemas.openxmlformats.org/drawingml/2006/main">
              <a:ext uri="{FF2B5EF4-FFF2-40B4-BE49-F238E27FC236}">
                <a16:creationId xmlns:a16="http://schemas.microsoft.com/office/drawing/2014/main" id="{60529A69-C68B-4A23-B24E-78E62D458AD7}"/>
              </a:ext>
            </a:extLst>
          </p:cNvPr>
          <p:cNvSpPr>
            <a:spLocks xmlns:a="http://schemas.openxmlformats.org/drawingml/2006/main" noGrp="1"/>
          </p:cNvSpPr>
          <p:nvPr/>
        </p:nvSpPr>
        <p:spPr>
          <a:xfrm xmlns:a="http://schemas.openxmlformats.org/drawingml/2006/main">
            <a:off x="4905375" y="258127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EBDD"/>
                </a:solidFill>
                <a:latin typeface="Arial"/>
                <a:ea typeface="Arial"/>
                <a:cs typeface="Arial"/>
              </a:defRPr>
            </a:pPr>
            <a:r>
              <a:rPr sz="1650" b="0">
                <a:solidFill>
                  <a:srgbClr val="BFEBDD"/>
                </a:solidFill>
                <a:latin typeface="Arial"/>
                <a:ea typeface="Arial"/>
                <a:cs typeface="Arial"/>
              </a:rPr>
              <a:t>Kiểm tra và cấp quyền</a:t>
            </a:r>
          </a:p>
        </p:txBody>
      </p:sp>
      <p:sp>
        <p:nvSpPr>
          <p:cNvPr id="11" name="">
            <a:extLst xmlns:a="http://schemas.openxmlformats.org/drawingml/2006/main">
              <a:ext uri="{FF2B5EF4-FFF2-40B4-BE49-F238E27FC236}">
                <a16:creationId xmlns:a16="http://schemas.microsoft.com/office/drawing/2014/main" id="{C13B3A95-2E3A-4BDD-A200-CAEEE2854725}"/>
              </a:ext>
            </a:extLst>
          </p:cNvPr>
          <p:cNvSpPr>
            <a:spLocks xmlns:a="http://schemas.openxmlformats.org/drawingml/2006/main" noGrp="1"/>
          </p:cNvSpPr>
          <p:nvPr/>
        </p:nvSpPr>
        <p:spPr>
          <a:xfrm xmlns:a="http://schemas.openxmlformats.org/drawingml/2006/main">
            <a:off x="8810625" y="2019300"/>
            <a:ext cx="2762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4288">
            <a:solidFill>
              <a:srgbClr val="B3C7C7"/>
            </a:solidFill>
          </a:ln>
        </p:spPr>
      </p:sp>
      <p:sp>
        <p:nvSpPr>
          <p:cNvPr id="12" name="">
            <a:extLst xmlns:a="http://schemas.openxmlformats.org/drawingml/2006/main">
              <a:ext uri="{FF2B5EF4-FFF2-40B4-BE49-F238E27FC236}">
                <a16:creationId xmlns:a16="http://schemas.microsoft.com/office/drawing/2014/main" id="{628A8BE8-0979-4785-ADB3-868F2C3069F3}"/>
              </a:ext>
            </a:extLst>
          </p:cNvPr>
          <p:cNvSpPr>
            <a:spLocks xmlns:a="http://schemas.openxmlformats.org/drawingml/2006/main" noGrp="1"/>
          </p:cNvSpPr>
          <p:nvPr/>
        </p:nvSpPr>
        <p:spPr>
          <a:xfrm xmlns:a="http://schemas.openxmlformats.org/drawingml/2006/main">
            <a:off x="9001125" y="21526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Agent</a:t>
            </a:r>
          </a:p>
        </p:txBody>
      </p:sp>
      <p:sp>
        <p:nvSpPr>
          <p:cNvPr id="13" name="">
            <a:extLst xmlns:a="http://schemas.openxmlformats.org/drawingml/2006/main">
              <a:ext uri="{FF2B5EF4-FFF2-40B4-BE49-F238E27FC236}">
                <a16:creationId xmlns:a16="http://schemas.microsoft.com/office/drawing/2014/main" id="{F60D5E09-9517-41D0-B917-264C44151878}"/>
              </a:ext>
            </a:extLst>
          </p:cNvPr>
          <p:cNvSpPr>
            <a:spLocks xmlns:a="http://schemas.openxmlformats.org/drawingml/2006/main" noGrp="1"/>
          </p:cNvSpPr>
          <p:nvPr/>
        </p:nvSpPr>
        <p:spPr>
          <a:xfrm xmlns:a="http://schemas.openxmlformats.org/drawingml/2006/main">
            <a:off x="9001125" y="258127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Thiết bị demo</a:t>
            </a:r>
          </a:p>
        </p:txBody>
      </p:sp>
      <p:sp>
        <p:nvSpPr>
          <p:cNvPr id="14" name="">
            <a:extLst xmlns:a="http://schemas.openxmlformats.org/drawingml/2006/main">
              <a:ext uri="{FF2B5EF4-FFF2-40B4-BE49-F238E27FC236}">
                <a16:creationId xmlns:a16="http://schemas.microsoft.com/office/drawing/2014/main" id="{A540BA6A-783A-449A-B045-86C0DD7E6F0B}"/>
              </a:ext>
            </a:extLst>
          </p:cNvPr>
          <p:cNvSpPr>
            <a:spLocks xmlns:a="http://schemas.openxmlformats.org/drawingml/2006/main" noGrp="1"/>
          </p:cNvSpPr>
          <p:nvPr/>
        </p:nvSpPr>
        <p:spPr>
          <a:xfrm xmlns:a="http://schemas.openxmlformats.org/drawingml/2006/main">
            <a:off x="2000250" y="3162300"/>
            <a:ext cx="0" cy="2457450"/>
          </a:xfrm>
          <a:prstGeom xmlns:a="http://schemas.openxmlformats.org/drawingml/2006/main" prst="line">
            <a:avLst/>
          </a:prstGeom>
          <a:noFill xmlns:a="http://schemas.openxmlformats.org/drawingml/2006/main"/>
          <a:ln xmlns:a="http://schemas.openxmlformats.org/drawingml/2006/main" w="14288">
            <a:solidFill>
              <a:srgbClr val="B3C7C7"/>
            </a:solidFill>
            <a:prstDash val="dash"/>
          </a:ln>
        </p:spPr>
      </p:sp>
      <p:sp>
        <p:nvSpPr>
          <p:cNvPr id="15" name="">
            <a:extLst xmlns:a="http://schemas.openxmlformats.org/drawingml/2006/main">
              <a:ext uri="{FF2B5EF4-FFF2-40B4-BE49-F238E27FC236}">
                <a16:creationId xmlns:a16="http://schemas.microsoft.com/office/drawing/2014/main" id="{61C0CC50-83CB-4E91-9BF1-D1DDFC6DBF2A}"/>
              </a:ext>
            </a:extLst>
          </p:cNvPr>
          <p:cNvSpPr>
            <a:spLocks xmlns:a="http://schemas.openxmlformats.org/drawingml/2006/main" noGrp="1"/>
          </p:cNvSpPr>
          <p:nvPr/>
        </p:nvSpPr>
        <p:spPr>
          <a:xfrm xmlns:a="http://schemas.openxmlformats.org/drawingml/2006/main">
            <a:off x="6096000" y="3162300"/>
            <a:ext cx="0" cy="2457450"/>
          </a:xfrm>
          <a:prstGeom xmlns:a="http://schemas.openxmlformats.org/drawingml/2006/main" prst="line">
            <a:avLst/>
          </a:prstGeom>
          <a:noFill xmlns:a="http://schemas.openxmlformats.org/drawingml/2006/main"/>
          <a:ln xmlns:a="http://schemas.openxmlformats.org/drawingml/2006/main" w="14288">
            <a:solidFill>
              <a:srgbClr val="B3C7C7"/>
            </a:solidFill>
            <a:prstDash val="dash"/>
          </a:ln>
        </p:spPr>
      </p:sp>
      <p:sp>
        <p:nvSpPr>
          <p:cNvPr id="16" name="">
            <a:extLst xmlns:a="http://schemas.openxmlformats.org/drawingml/2006/main">
              <a:ext uri="{FF2B5EF4-FFF2-40B4-BE49-F238E27FC236}">
                <a16:creationId xmlns:a16="http://schemas.microsoft.com/office/drawing/2014/main" id="{FA0AB806-7964-468E-BD17-A2290DE7AB6C}"/>
              </a:ext>
            </a:extLst>
          </p:cNvPr>
          <p:cNvSpPr>
            <a:spLocks xmlns:a="http://schemas.openxmlformats.org/drawingml/2006/main" noGrp="1"/>
          </p:cNvSpPr>
          <p:nvPr/>
        </p:nvSpPr>
        <p:spPr>
          <a:xfrm xmlns:a="http://schemas.openxmlformats.org/drawingml/2006/main">
            <a:off x="10191750" y="3162300"/>
            <a:ext cx="0" cy="2457450"/>
          </a:xfrm>
          <a:prstGeom xmlns:a="http://schemas.openxmlformats.org/drawingml/2006/main" prst="line">
            <a:avLst/>
          </a:prstGeom>
          <a:noFill xmlns:a="http://schemas.openxmlformats.org/drawingml/2006/main"/>
          <a:ln xmlns:a="http://schemas.openxmlformats.org/drawingml/2006/main" w="14288">
            <a:solidFill>
              <a:srgbClr val="B3C7C7"/>
            </a:solidFill>
            <a:prstDash val="dash"/>
          </a:ln>
        </p:spPr>
      </p:sp>
      <p:sp>
        <p:nvSpPr>
          <p:cNvPr id="17" name="">
            <a:extLst xmlns:a="http://schemas.openxmlformats.org/drawingml/2006/main">
              <a:ext uri="{FF2B5EF4-FFF2-40B4-BE49-F238E27FC236}">
                <a16:creationId xmlns:a16="http://schemas.microsoft.com/office/drawing/2014/main" id="{0C50B274-6FF3-4FEB-81A4-B285E8136F63}"/>
              </a:ext>
            </a:extLst>
          </p:cNvPr>
          <p:cNvSpPr>
            <a:spLocks xmlns:a="http://schemas.openxmlformats.org/drawingml/2006/main" noGrp="1"/>
          </p:cNvSpPr>
          <p:nvPr/>
        </p:nvSpPr>
        <p:spPr>
          <a:xfrm xmlns:a="http://schemas.openxmlformats.org/drawingml/2006/main">
            <a:off x="2000250" y="3705225"/>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BC9C4FB-F32E-48DB-AB40-B16638D807DD}"/>
              </a:ext>
            </a:extLst>
          </p:cNvPr>
          <p:cNvSpPr>
            <a:spLocks xmlns:a="http://schemas.openxmlformats.org/drawingml/2006/main" noGrp="1"/>
          </p:cNvSpPr>
          <p:nvPr/>
        </p:nvSpPr>
        <p:spPr>
          <a:xfrm xmlns:a="http://schemas.openxmlformats.org/drawingml/2006/main">
            <a:off x="6096000" y="370522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2" name=""/>
          <p:cNvCxnSpPr>
            <a:stCxn xmlns:a="http://schemas.openxmlformats.org/drawingml/2006/main" id="17" idx="3"/>
            <a:endCxn xmlns:a="http://schemas.openxmlformats.org/drawingml/2006/main" id="18" idx="1"/>
          </p:cNvCxnSpPr>
          <p:nvPr/>
        </p:nvCxnSpPr>
        <p:spPr>
          <a:xfrm xmlns:a="http://schemas.openxmlformats.org/drawingml/2006/main">
            <a:off x="2009775" y="3709988"/>
            <a:ext cx="4086225" cy="0"/>
          </a:xfrm>
          <a:prstGeom xmlns:a="http://schemas.openxmlformats.org/drawingml/2006/main" prst="straightConnector1">
            <a:avLst/>
          </a:prstGeom>
          <a:ln xmlns:a="http://schemas.openxmlformats.org/drawingml/2006/main" w="20955">
            <a:solidFill>
              <a:srgbClr val="087F79"/>
            </a:solidFill>
            <a:prstDash val="solid"/>
            <a:tailEnd type="triangle" w="med" len="med"/>
          </a:ln>
        </p:spPr>
      </p:cxnSp>
      <p:sp>
        <p:nvSpPr>
          <p:cNvPr id="20" name="">
            <a:extLst xmlns:a="http://schemas.openxmlformats.org/drawingml/2006/main">
              <a:ext uri="{FF2B5EF4-FFF2-40B4-BE49-F238E27FC236}">
                <a16:creationId xmlns:a16="http://schemas.microsoft.com/office/drawing/2014/main" id="{65326E32-C6B5-4A85-98A7-933084E851E7}"/>
              </a:ext>
            </a:extLst>
          </p:cNvPr>
          <p:cNvSpPr>
            <a:spLocks xmlns:a="http://schemas.openxmlformats.org/drawingml/2006/main" noGrp="1"/>
          </p:cNvSpPr>
          <p:nvPr/>
        </p:nvSpPr>
        <p:spPr>
          <a:xfrm xmlns:a="http://schemas.openxmlformats.org/drawingml/2006/main">
            <a:off x="2190750" y="3295650"/>
            <a:ext cx="3905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13B"/>
                </a:solidFill>
                <a:latin typeface="Arial"/>
                <a:ea typeface="Arial"/>
                <a:cs typeface="Arial"/>
              </a:defRPr>
            </a:pPr>
            <a:r>
              <a:rPr sz="1725" b="0">
                <a:solidFill>
                  <a:srgbClr val="18313B"/>
                </a:solidFill>
                <a:latin typeface="Arial"/>
                <a:ea typeface="Arial"/>
                <a:cs typeface="Arial"/>
              </a:rPr>
              <a:t>1  Tạo mã và xác nhận đồng ý</a:t>
            </a:r>
          </a:p>
        </p:txBody>
      </p:sp>
      <p:sp>
        <p:nvSpPr>
          <p:cNvPr id="21" name="">
            <a:extLst xmlns:a="http://schemas.openxmlformats.org/drawingml/2006/main">
              <a:ext uri="{FF2B5EF4-FFF2-40B4-BE49-F238E27FC236}">
                <a16:creationId xmlns:a16="http://schemas.microsoft.com/office/drawing/2014/main" id="{C4DA0EEB-4BD8-417D-A3D2-3E84947EE75A}"/>
              </a:ext>
            </a:extLst>
          </p:cNvPr>
          <p:cNvSpPr>
            <a:spLocks xmlns:a="http://schemas.openxmlformats.org/drawingml/2006/main" noGrp="1"/>
          </p:cNvSpPr>
          <p:nvPr/>
        </p:nvSpPr>
        <p:spPr>
          <a:xfrm xmlns:a="http://schemas.openxmlformats.org/drawingml/2006/main">
            <a:off x="6096000" y="4391025"/>
            <a:ext cx="9525" cy="9525"/>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928F37C-4770-4A9E-BCB0-F9BFCE40903D}"/>
              </a:ext>
            </a:extLst>
          </p:cNvPr>
          <p:cNvSpPr>
            <a:spLocks xmlns:a="http://schemas.openxmlformats.org/drawingml/2006/main" noGrp="1"/>
          </p:cNvSpPr>
          <p:nvPr/>
        </p:nvSpPr>
        <p:spPr>
          <a:xfrm xmlns:a="http://schemas.openxmlformats.org/drawingml/2006/main">
            <a:off x="2000250" y="439102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6" name=""/>
          <p:cNvCxnSpPr>
            <a:stCxn xmlns:a="http://schemas.openxmlformats.org/drawingml/2006/main" id="21" idx="1"/>
            <a:endCxn xmlns:a="http://schemas.openxmlformats.org/drawingml/2006/main" id="22" idx="3"/>
          </p:cNvCxnSpPr>
          <p:nvPr/>
        </p:nvCxnSpPr>
        <p:spPr>
          <a:xfrm xmlns:a="http://schemas.openxmlformats.org/drawingml/2006/main" flipH="1">
            <a:off x="2009775" y="4395788"/>
            <a:ext cx="4086225" cy="0"/>
          </a:xfrm>
          <a:prstGeom xmlns:a="http://schemas.openxmlformats.org/drawingml/2006/main" prst="straightConnector1">
            <a:avLst/>
          </a:prstGeom>
          <a:ln xmlns:a="http://schemas.openxmlformats.org/drawingml/2006/main" w="20955">
            <a:solidFill>
              <a:srgbClr val="087F79"/>
            </a:solidFill>
            <a:prstDash val="solid"/>
            <a:tailEnd type="triangle" w="med" len="med"/>
          </a:ln>
        </p:spPr>
      </p:cxnSp>
      <p:sp>
        <p:nvSpPr>
          <p:cNvPr id="24" name="">
            <a:extLst xmlns:a="http://schemas.openxmlformats.org/drawingml/2006/main">
              <a:ext uri="{FF2B5EF4-FFF2-40B4-BE49-F238E27FC236}">
                <a16:creationId xmlns:a16="http://schemas.microsoft.com/office/drawing/2014/main" id="{36A98FA7-966A-4E9B-93E1-FF8A6938DFFC}"/>
              </a:ext>
            </a:extLst>
          </p:cNvPr>
          <p:cNvSpPr>
            <a:spLocks xmlns:a="http://schemas.openxmlformats.org/drawingml/2006/main" noGrp="1"/>
          </p:cNvSpPr>
          <p:nvPr/>
        </p:nvSpPr>
        <p:spPr>
          <a:xfrm xmlns:a="http://schemas.openxmlformats.org/drawingml/2006/main">
            <a:off x="2476500" y="3981450"/>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13B"/>
                </a:solidFill>
                <a:latin typeface="Arial"/>
                <a:ea typeface="Arial"/>
                <a:cs typeface="Arial"/>
              </a:defRPr>
            </a:pPr>
            <a:r>
              <a:rPr sz="1725" b="0">
                <a:solidFill>
                  <a:srgbClr val="18313B"/>
                </a:solidFill>
                <a:latin typeface="Arial"/>
                <a:ea typeface="Arial"/>
                <a:cs typeface="Arial"/>
              </a:rPr>
              <a:t>2  Trả mã 8 ký tự</a:t>
            </a:r>
          </a:p>
        </p:txBody>
      </p:sp>
      <p:sp>
        <p:nvSpPr>
          <p:cNvPr id="25" name="">
            <a:extLst xmlns:a="http://schemas.openxmlformats.org/drawingml/2006/main">
              <a:ext uri="{FF2B5EF4-FFF2-40B4-BE49-F238E27FC236}">
                <a16:creationId xmlns:a16="http://schemas.microsoft.com/office/drawing/2014/main" id="{EF4C5E6D-51B2-4DB8-A41B-499691B5BFA7}"/>
              </a:ext>
            </a:extLst>
          </p:cNvPr>
          <p:cNvSpPr>
            <a:spLocks xmlns:a="http://schemas.openxmlformats.org/drawingml/2006/main" noGrp="1"/>
          </p:cNvSpPr>
          <p:nvPr/>
        </p:nvSpPr>
        <p:spPr>
          <a:xfrm xmlns:a="http://schemas.openxmlformats.org/drawingml/2006/main">
            <a:off x="10191750" y="4391025"/>
            <a:ext cx="9525" cy="9525"/>
          </a:xfrm>
          <a:prstGeom xmlns:a="http://schemas.openxmlformats.org/drawingml/2006/main" prst="rect">
            <a:avLst/>
          </a:prstGeom>
          <a:noFill xmlns:a="http://schemas.openxmlformats.org/drawingml/2006/main"/>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CACD853-0804-439F-88F4-3DFF0CA08D6C}"/>
              </a:ext>
            </a:extLst>
          </p:cNvPr>
          <p:cNvSpPr>
            <a:spLocks xmlns:a="http://schemas.openxmlformats.org/drawingml/2006/main" noGrp="1"/>
          </p:cNvSpPr>
          <p:nvPr/>
        </p:nvSpPr>
        <p:spPr>
          <a:xfrm xmlns:a="http://schemas.openxmlformats.org/drawingml/2006/main">
            <a:off x="6096000" y="439102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0" name=""/>
          <p:cNvCxnSpPr>
            <a:stCxn xmlns:a="http://schemas.openxmlformats.org/drawingml/2006/main" id="25" idx="1"/>
            <a:endCxn xmlns:a="http://schemas.openxmlformats.org/drawingml/2006/main" id="26" idx="3"/>
          </p:cNvCxnSpPr>
          <p:nvPr/>
        </p:nvCxnSpPr>
        <p:spPr>
          <a:xfrm xmlns:a="http://schemas.openxmlformats.org/drawingml/2006/main" flipH="1">
            <a:off x="6105525" y="4395788"/>
            <a:ext cx="4086225" cy="0"/>
          </a:xfrm>
          <a:prstGeom xmlns:a="http://schemas.openxmlformats.org/drawingml/2006/main" prst="straightConnector1">
            <a:avLst/>
          </a:prstGeom>
          <a:ln xmlns:a="http://schemas.openxmlformats.org/drawingml/2006/main" w="20955">
            <a:solidFill>
              <a:srgbClr val="087F79"/>
            </a:solidFill>
            <a:prstDash val="solid"/>
            <a:tailEnd type="triangle" w="med" len="med"/>
          </a:ln>
        </p:spPr>
      </p:cxnSp>
      <p:sp>
        <p:nvSpPr>
          <p:cNvPr id="28" name="">
            <a:extLst xmlns:a="http://schemas.openxmlformats.org/drawingml/2006/main">
              <a:ext uri="{FF2B5EF4-FFF2-40B4-BE49-F238E27FC236}">
                <a16:creationId xmlns:a16="http://schemas.microsoft.com/office/drawing/2014/main" id="{1901AF24-291D-48D6-AF62-85D8198C50DC}"/>
              </a:ext>
            </a:extLst>
          </p:cNvPr>
          <p:cNvSpPr>
            <a:spLocks xmlns:a="http://schemas.openxmlformats.org/drawingml/2006/main" noGrp="1"/>
          </p:cNvSpPr>
          <p:nvPr/>
        </p:nvSpPr>
        <p:spPr>
          <a:xfrm xmlns:a="http://schemas.openxmlformats.org/drawingml/2006/main">
            <a:off x="6905625" y="3981450"/>
            <a:ext cx="314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13B"/>
                </a:solidFill>
                <a:latin typeface="Arial"/>
                <a:ea typeface="Arial"/>
                <a:cs typeface="Arial"/>
              </a:defRPr>
            </a:pPr>
            <a:r>
              <a:rPr sz="1725" b="0">
                <a:solidFill>
                  <a:srgbClr val="18313B"/>
                </a:solidFill>
                <a:latin typeface="Arial"/>
                <a:ea typeface="Arial"/>
                <a:cs typeface="Arial"/>
              </a:rPr>
              <a:t>3  Nhập mã ghép đôi</a:t>
            </a:r>
          </a:p>
        </p:txBody>
      </p:sp>
      <p:sp>
        <p:nvSpPr>
          <p:cNvPr id="29" name="">
            <a:extLst xmlns:a="http://schemas.openxmlformats.org/drawingml/2006/main">
              <a:ext uri="{FF2B5EF4-FFF2-40B4-BE49-F238E27FC236}">
                <a16:creationId xmlns:a16="http://schemas.microsoft.com/office/drawing/2014/main" id="{32B6EFA4-C0AE-4859-922F-A42F9142FCA5}"/>
              </a:ext>
            </a:extLst>
          </p:cNvPr>
          <p:cNvSpPr>
            <a:spLocks xmlns:a="http://schemas.openxmlformats.org/drawingml/2006/main" noGrp="1"/>
          </p:cNvSpPr>
          <p:nvPr/>
        </p:nvSpPr>
        <p:spPr>
          <a:xfrm xmlns:a="http://schemas.openxmlformats.org/drawingml/2006/main">
            <a:off x="6096000" y="5305425"/>
            <a:ext cx="9525" cy="9525"/>
          </a:xfrm>
          <a:prstGeom xmlns:a="http://schemas.openxmlformats.org/drawingml/2006/main" prst="rect">
            <a:avLst/>
          </a:prstGeom>
          <a:noFill xmlns:a="http://schemas.openxmlformats.org/drawingml/2006/main"/>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6750F4E-35D7-4C01-9C2B-33F2255F850F}"/>
              </a:ext>
            </a:extLst>
          </p:cNvPr>
          <p:cNvSpPr>
            <a:spLocks xmlns:a="http://schemas.openxmlformats.org/drawingml/2006/main" noGrp="1"/>
          </p:cNvSpPr>
          <p:nvPr/>
        </p:nvSpPr>
        <p:spPr>
          <a:xfrm xmlns:a="http://schemas.openxmlformats.org/drawingml/2006/main">
            <a:off x="10191750" y="530542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29" idx="3"/>
            <a:endCxn xmlns:a="http://schemas.openxmlformats.org/drawingml/2006/main" id="30" idx="1"/>
          </p:cNvCxnSpPr>
          <p:nvPr/>
        </p:nvCxnSpPr>
        <p:spPr>
          <a:xfrm xmlns:a="http://schemas.openxmlformats.org/drawingml/2006/main">
            <a:off x="6105525" y="5310188"/>
            <a:ext cx="4086225" cy="0"/>
          </a:xfrm>
          <a:prstGeom xmlns:a="http://schemas.openxmlformats.org/drawingml/2006/main" prst="straightConnector1">
            <a:avLst/>
          </a:prstGeom>
          <a:ln xmlns:a="http://schemas.openxmlformats.org/drawingml/2006/main" w="20955">
            <a:solidFill>
              <a:srgbClr val="087F79"/>
            </a:solidFill>
            <a:prstDash val="solid"/>
            <a:tailEnd type="triangle" w="med" len="med"/>
          </a:ln>
        </p:spPr>
      </p:cxnSp>
      <p:sp>
        <p:nvSpPr>
          <p:cNvPr id="32" name="">
            <a:extLst xmlns:a="http://schemas.openxmlformats.org/drawingml/2006/main">
              <a:ext uri="{FF2B5EF4-FFF2-40B4-BE49-F238E27FC236}">
                <a16:creationId xmlns:a16="http://schemas.microsoft.com/office/drawing/2014/main" id="{72E157A5-CE75-42E6-89E9-0DB69B848508}"/>
              </a:ext>
            </a:extLst>
          </p:cNvPr>
          <p:cNvSpPr>
            <a:spLocks xmlns:a="http://schemas.openxmlformats.org/drawingml/2006/main" noGrp="1"/>
          </p:cNvSpPr>
          <p:nvPr/>
        </p:nvSpPr>
        <p:spPr>
          <a:xfrm xmlns:a="http://schemas.openxmlformats.org/drawingml/2006/main">
            <a:off x="6477000" y="4895850"/>
            <a:ext cx="3667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13B"/>
                </a:solidFill>
                <a:latin typeface="Arial"/>
                <a:ea typeface="Arial"/>
                <a:cs typeface="Arial"/>
              </a:defRPr>
            </a:pPr>
            <a:r>
              <a:rPr sz="1725" b="0">
                <a:solidFill>
                  <a:srgbClr val="18313B"/>
                </a:solidFill>
                <a:latin typeface="Arial"/>
                <a:ea typeface="Arial"/>
                <a:cs typeface="Arial"/>
              </a:rPr>
              <a:t>4  Cấp device_id và token</a:t>
            </a:r>
          </a:p>
        </p:txBody>
      </p:sp>
      <p:sp>
        <p:nvSpPr>
          <p:cNvPr id="33" name="">
            <a:extLst xmlns:a="http://schemas.openxmlformats.org/drawingml/2006/main">
              <a:ext uri="{FF2B5EF4-FFF2-40B4-BE49-F238E27FC236}">
                <a16:creationId xmlns:a16="http://schemas.microsoft.com/office/drawing/2014/main" id="{8DC2D333-BAAF-4CED-9D08-F36CA4BBF49D}"/>
              </a:ext>
            </a:extLst>
          </p:cNvPr>
          <p:cNvSpPr>
            <a:spLocks xmlns:a="http://schemas.openxmlformats.org/drawingml/2006/main" noGrp="1"/>
          </p:cNvSpPr>
          <p:nvPr/>
        </p:nvSpPr>
        <p:spPr>
          <a:xfrm xmlns:a="http://schemas.openxmlformats.org/drawingml/2006/main">
            <a:off x="657225" y="5791200"/>
            <a:ext cx="10382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9"/>
                </a:solidFill>
                <a:latin typeface="Arial"/>
                <a:ea typeface="Arial"/>
                <a:cs typeface="Arial"/>
              </a:defRPr>
            </a:pPr>
            <a:r>
              <a:rPr sz="1875" b="1">
                <a:solidFill>
                  <a:srgbClr val="087F79"/>
                </a:solidFill>
                <a:latin typeface="Arial"/>
                <a:ea typeface="Arial"/>
                <a:cs typeface="Arial"/>
              </a:rPr>
              <a:t>Mã đã dùng hoặc hết hạn sẽ bị từ chối</a:t>
            </a:r>
          </a:p>
        </p:txBody>
      </p:sp>
    </p:spTree>
    <p:extLst>
      <p:ext uri="{BB962C8B-B14F-4D97-AF65-F5344CB8AC3E}">
        <p14:creationId xmlns:p14="http://schemas.microsoft.com/office/powerpoint/2010/main" val="1119678237"/>
      </p:ext>
    </p:extLst>
  </p:cSld>
</p:sld>
</file>

<file path=ppt/slides/slide6.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B172F79-95A5-467A-A307-96E944601112}"/>
              </a:ext>
            </a:extLst>
          </p:cNvPr>
          <p:cNvSpPr>
            <a:spLocks xmlns:a="http://schemas.openxmlformats.org/drawingml/2006/main" noGrp="1"/>
          </p:cNvSpPr>
          <p:nvPr/>
        </p:nvSpPr>
        <p:spPr>
          <a:xfrm xmlns:a="http://schemas.openxmlformats.org/drawingml/2006/main">
            <a:off x="609600" y="5238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3B"/>
                </a:solidFill>
                <a:latin typeface="Arial"/>
                <a:ea typeface="Arial"/>
                <a:cs typeface="Arial"/>
              </a:defRPr>
            </a:pPr>
            <a:r>
              <a:rPr sz="3225" b="1">
                <a:solidFill>
                  <a:srgbClr val="18313B"/>
                </a:solidFill>
                <a:latin typeface="Arial"/>
                <a:ea typeface="Arial"/>
                <a:cs typeface="Arial"/>
              </a:rPr>
              <a:t>Đồng bộ policy theo phiên bản</a:t>
            </a:r>
          </a:p>
        </p:txBody>
      </p:sp>
      <p:sp>
        <p:nvSpPr>
          <p:cNvPr id="2" name="">
            <a:extLst xmlns:a="http://schemas.openxmlformats.org/drawingml/2006/main">
              <a:ext uri="{FF2B5EF4-FFF2-40B4-BE49-F238E27FC236}">
                <a16:creationId xmlns:a16="http://schemas.microsoft.com/office/drawing/2014/main" id="{7A80A286-E113-4F99-A74D-E0D954FECD01}"/>
              </a:ext>
            </a:extLst>
          </p:cNvPr>
          <p:cNvSpPr>
            <a:spLocks xmlns:a="http://schemas.openxmlformats.org/drawingml/2006/main" noGrp="1"/>
          </p:cNvSpPr>
          <p:nvPr/>
        </p:nvSpPr>
        <p:spPr>
          <a:xfrm xmlns:a="http://schemas.openxmlformats.org/drawingml/2006/main">
            <a:off x="638175" y="132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Ví dụ: phụ huynh giảm quota ngày thường từ 90 xuống 60 phút</a:t>
            </a:r>
          </a:p>
        </p:txBody>
      </p:sp>
      <p:sp>
        <p:nvSpPr>
          <p:cNvPr id="3" name="">
            <a:extLst xmlns:a="http://schemas.openxmlformats.org/drawingml/2006/main">
              <a:ext uri="{FF2B5EF4-FFF2-40B4-BE49-F238E27FC236}">
                <a16:creationId xmlns:a16="http://schemas.microsoft.com/office/drawing/2014/main" id="{C69ACD69-C3B1-4DC3-AA61-08F725FBDDD4}"/>
              </a:ext>
            </a:extLst>
          </p:cNvPr>
          <p:cNvSpPr>
            <a:spLocks xmlns:a="http://schemas.openxmlformats.org/drawingml/2006/main" noGrp="1"/>
          </p:cNvSpPr>
          <p:nvPr/>
        </p:nvSpPr>
        <p:spPr>
          <a:xfrm xmlns:a="http://schemas.openxmlformats.org/drawingml/2006/main">
            <a:off x="638175" y="6334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17A"/>
                </a:solidFill>
                <a:latin typeface="Arial"/>
                <a:ea typeface="Arial"/>
                <a:cs typeface="Arial"/>
              </a:defRPr>
            </a:pPr>
            <a:r>
              <a:rPr sz="1200" b="0">
                <a:solidFill>
                  <a:srgbClr val="5D717A"/>
                </a:solidFill>
                <a:latin typeface="Arial"/>
                <a:ea typeface="Arial"/>
                <a:cs typeface="Arial"/>
              </a:rPr>
              <a:t>OpenGuard Kids</a:t>
            </a:r>
          </a:p>
        </p:txBody>
      </p:sp>
      <p:sp>
        <p:nvSpPr>
          <p:cNvPr id="4" name="">
            <a:extLst xmlns:a="http://schemas.openxmlformats.org/drawingml/2006/main">
              <a:ext uri="{FF2B5EF4-FFF2-40B4-BE49-F238E27FC236}">
                <a16:creationId xmlns:a16="http://schemas.microsoft.com/office/drawing/2014/main" id="{CB766652-E7D5-4272-A7D1-2AE673534E18}"/>
              </a:ext>
            </a:extLst>
          </p:cNvPr>
          <p:cNvSpPr>
            <a:spLocks xmlns:a="http://schemas.openxmlformats.org/drawingml/2006/main" noGrp="1"/>
          </p:cNvSpPr>
          <p:nvPr/>
        </p:nvSpPr>
        <p:spPr>
          <a:xfrm xmlns:a="http://schemas.openxmlformats.org/drawingml/2006/main">
            <a:off x="11029950" y="62769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DFE5E87-BC4D-4BE4-BF50-E9F56D224CBF}"/>
              </a:ext>
            </a:extLst>
          </p:cNvPr>
          <p:cNvSpPr>
            <a:spLocks xmlns:a="http://schemas.openxmlformats.org/drawingml/2006/main" noGrp="1"/>
          </p:cNvSpPr>
          <p:nvPr/>
        </p:nvSpPr>
        <p:spPr>
          <a:xfrm xmlns:a="http://schemas.openxmlformats.org/drawingml/2006/main">
            <a:off x="666750" y="2333625"/>
            <a:ext cx="2857500" cy="1552575"/>
          </a:xfrm>
          <a:prstGeom xmlns:a="http://schemas.openxmlformats.org/drawingml/2006/main" prst="roundRect">
            <a:avLst>
              <a:gd name="adj" fmla="val 7362"/>
            </a:avLst>
          </a:prstGeom>
          <a:solidFill xmlns:a="http://schemas.openxmlformats.org/drawingml/2006/main">
            <a:srgbClr val="FFFFFF"/>
          </a:solidFill>
          <a:ln xmlns:a="http://schemas.openxmlformats.org/drawingml/2006/main" w="14288">
            <a:solidFill>
              <a:srgbClr val="B3C7C7"/>
            </a:solidFill>
          </a:ln>
        </p:spPr>
      </p:sp>
      <p:sp>
        <p:nvSpPr>
          <p:cNvPr id="6" name="">
            <a:extLst xmlns:a="http://schemas.openxmlformats.org/drawingml/2006/main">
              <a:ext uri="{FF2B5EF4-FFF2-40B4-BE49-F238E27FC236}">
                <a16:creationId xmlns:a16="http://schemas.microsoft.com/office/drawing/2014/main" id="{6AF3D828-5A34-4C1A-992D-3CB4DC7E24AB}"/>
              </a:ext>
            </a:extLst>
          </p:cNvPr>
          <p:cNvSpPr>
            <a:spLocks xmlns:a="http://schemas.openxmlformats.org/drawingml/2006/main" noGrp="1"/>
          </p:cNvSpPr>
          <p:nvPr/>
        </p:nvSpPr>
        <p:spPr>
          <a:xfrm xmlns:a="http://schemas.openxmlformats.org/drawingml/2006/main">
            <a:off x="857250" y="24669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Phụ huynh lưu</a:t>
            </a:r>
          </a:p>
        </p:txBody>
      </p:sp>
      <p:sp>
        <p:nvSpPr>
          <p:cNvPr id="7" name="">
            <a:extLst xmlns:a="http://schemas.openxmlformats.org/drawingml/2006/main">
              <a:ext uri="{FF2B5EF4-FFF2-40B4-BE49-F238E27FC236}">
                <a16:creationId xmlns:a16="http://schemas.microsoft.com/office/drawing/2014/main" id="{B1DE9019-5ECD-4C25-BC36-610F6A9588FD}"/>
              </a:ext>
            </a:extLst>
          </p:cNvPr>
          <p:cNvSpPr>
            <a:spLocks xmlns:a="http://schemas.openxmlformats.org/drawingml/2006/main" noGrp="1"/>
          </p:cNvSpPr>
          <p:nvPr/>
        </p:nvSpPr>
        <p:spPr>
          <a:xfrm xmlns:a="http://schemas.openxmlformats.org/drawingml/2006/main">
            <a:off x="857250" y="2895600"/>
            <a:ext cx="2476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60 phút</a:t>
            </a:r>
          </a:p>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expected_version = 1</a:t>
            </a:r>
          </a:p>
        </p:txBody>
      </p:sp>
      <p:sp>
        <p:nvSpPr>
          <p:cNvPr id="8" name="">
            <a:extLst xmlns:a="http://schemas.openxmlformats.org/drawingml/2006/main">
              <a:ext uri="{FF2B5EF4-FFF2-40B4-BE49-F238E27FC236}">
                <a16:creationId xmlns:a16="http://schemas.microsoft.com/office/drawing/2014/main" id="{4881E5B7-BE0A-4C4D-AE83-FC27DF21BD87}"/>
              </a:ext>
            </a:extLst>
          </p:cNvPr>
          <p:cNvSpPr>
            <a:spLocks xmlns:a="http://schemas.openxmlformats.org/drawingml/2006/main" noGrp="1"/>
          </p:cNvSpPr>
          <p:nvPr/>
        </p:nvSpPr>
        <p:spPr>
          <a:xfrm xmlns:a="http://schemas.openxmlformats.org/drawingml/2006/main">
            <a:off x="4667250" y="2333625"/>
            <a:ext cx="2857500" cy="1552575"/>
          </a:xfrm>
          <a:prstGeom xmlns:a="http://schemas.openxmlformats.org/drawingml/2006/main" prst="roundRect">
            <a:avLst>
              <a:gd name="adj" fmla="val 7362"/>
            </a:avLst>
          </a:prstGeom>
          <a:solidFill xmlns:a="http://schemas.openxmlformats.org/drawingml/2006/main">
            <a:srgbClr val="102D38"/>
          </a:solidFill>
          <a:ln xmlns:a="http://schemas.openxmlformats.org/drawingml/2006/main" w="14288">
            <a:solidFill>
              <a:srgbClr val="102D38"/>
            </a:solidFill>
          </a:ln>
        </p:spPr>
      </p:sp>
      <p:sp>
        <p:nvSpPr>
          <p:cNvPr id="9" name="">
            <a:extLst xmlns:a="http://schemas.openxmlformats.org/drawingml/2006/main">
              <a:ext uri="{FF2B5EF4-FFF2-40B4-BE49-F238E27FC236}">
                <a16:creationId xmlns:a16="http://schemas.microsoft.com/office/drawing/2014/main" id="{AC5AD600-E033-4408-B64C-B1C00D960381}"/>
              </a:ext>
            </a:extLst>
          </p:cNvPr>
          <p:cNvSpPr>
            <a:spLocks xmlns:a="http://schemas.openxmlformats.org/drawingml/2006/main" noGrp="1"/>
          </p:cNvSpPr>
          <p:nvPr/>
        </p:nvSpPr>
        <p:spPr>
          <a:xfrm xmlns:a="http://schemas.openxmlformats.org/drawingml/2006/main">
            <a:off x="4857750" y="24669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Server cập nhật</a:t>
            </a:r>
          </a:p>
        </p:txBody>
      </p:sp>
      <p:sp>
        <p:nvSpPr>
          <p:cNvPr id="10" name="">
            <a:extLst xmlns:a="http://schemas.openxmlformats.org/drawingml/2006/main">
              <a:ext uri="{FF2B5EF4-FFF2-40B4-BE49-F238E27FC236}">
                <a16:creationId xmlns:a16="http://schemas.microsoft.com/office/drawing/2014/main" id="{0D57CE68-D7D1-4693-BCA4-463F722DA55D}"/>
              </a:ext>
            </a:extLst>
          </p:cNvPr>
          <p:cNvSpPr>
            <a:spLocks xmlns:a="http://schemas.openxmlformats.org/drawingml/2006/main" noGrp="1"/>
          </p:cNvSpPr>
          <p:nvPr/>
        </p:nvSpPr>
        <p:spPr>
          <a:xfrm xmlns:a="http://schemas.openxmlformats.org/drawingml/2006/main">
            <a:off x="4857750" y="2895600"/>
            <a:ext cx="2476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EBDD"/>
                </a:solidFill>
                <a:latin typeface="Arial"/>
                <a:ea typeface="Arial"/>
                <a:cs typeface="Arial"/>
              </a:defRPr>
            </a:pPr>
            <a:r>
              <a:rPr sz="1650" b="0">
                <a:solidFill>
                  <a:srgbClr val="BFEBDD"/>
                </a:solidFill>
                <a:latin typeface="Arial"/>
                <a:ea typeface="Arial"/>
                <a:cs typeface="Arial"/>
              </a:rPr>
              <a:t>Policy v2</a:t>
            </a:r>
          </a:p>
          <a:p xmlns:a="http://schemas.openxmlformats.org/drawingml/2006/main">
            <a:pPr>
              <a:defRPr sz="1650" b="0">
                <a:solidFill>
                  <a:srgbClr val="BFEBDD"/>
                </a:solidFill>
                <a:latin typeface="Arial"/>
                <a:ea typeface="Arial"/>
                <a:cs typeface="Arial"/>
              </a:defRPr>
            </a:pPr>
            <a:r>
              <a:rPr sz="1650" b="0">
                <a:solidFill>
                  <a:srgbClr val="BFEBDD"/>
                </a:solidFill>
                <a:latin typeface="Arial"/>
                <a:ea typeface="Arial"/>
                <a:cs typeface="Arial"/>
              </a:rPr>
              <a:t>Ghi audit thay đổi</a:t>
            </a:r>
          </a:p>
        </p:txBody>
      </p:sp>
      <p:sp>
        <p:nvSpPr>
          <p:cNvPr id="11" name="">
            <a:extLst xmlns:a="http://schemas.openxmlformats.org/drawingml/2006/main">
              <a:ext uri="{FF2B5EF4-FFF2-40B4-BE49-F238E27FC236}">
                <a16:creationId xmlns:a16="http://schemas.microsoft.com/office/drawing/2014/main" id="{40B15989-A1CC-4A4A-A936-B44899972625}"/>
              </a:ext>
            </a:extLst>
          </p:cNvPr>
          <p:cNvSpPr>
            <a:spLocks xmlns:a="http://schemas.openxmlformats.org/drawingml/2006/main" noGrp="1"/>
          </p:cNvSpPr>
          <p:nvPr/>
        </p:nvSpPr>
        <p:spPr>
          <a:xfrm xmlns:a="http://schemas.openxmlformats.org/drawingml/2006/main">
            <a:off x="8667750" y="2333625"/>
            <a:ext cx="2857500" cy="1552575"/>
          </a:xfrm>
          <a:prstGeom xmlns:a="http://schemas.openxmlformats.org/drawingml/2006/main" prst="roundRect">
            <a:avLst>
              <a:gd name="adj" fmla="val 7362"/>
            </a:avLst>
          </a:prstGeom>
          <a:solidFill xmlns:a="http://schemas.openxmlformats.org/drawingml/2006/main">
            <a:srgbClr val="FFFFFF"/>
          </a:solidFill>
          <a:ln xmlns:a="http://schemas.openxmlformats.org/drawingml/2006/main" w="14288">
            <a:solidFill>
              <a:srgbClr val="B3C7C7"/>
            </a:solidFill>
          </a:ln>
        </p:spPr>
      </p:sp>
      <p:sp>
        <p:nvSpPr>
          <p:cNvPr id="12" name="">
            <a:extLst xmlns:a="http://schemas.openxmlformats.org/drawingml/2006/main">
              <a:ext uri="{FF2B5EF4-FFF2-40B4-BE49-F238E27FC236}">
                <a16:creationId xmlns:a16="http://schemas.microsoft.com/office/drawing/2014/main" id="{F943EADF-65A4-4D5A-AE63-3754CEF6BBA7}"/>
              </a:ext>
            </a:extLst>
          </p:cNvPr>
          <p:cNvSpPr>
            <a:spLocks xmlns:a="http://schemas.openxmlformats.org/drawingml/2006/main" noGrp="1"/>
          </p:cNvSpPr>
          <p:nvPr/>
        </p:nvSpPr>
        <p:spPr>
          <a:xfrm xmlns:a="http://schemas.openxmlformats.org/drawingml/2006/main">
            <a:off x="8858250" y="24669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Agent tải lại</a:t>
            </a:r>
          </a:p>
        </p:txBody>
      </p:sp>
      <p:sp>
        <p:nvSpPr>
          <p:cNvPr id="13" name="">
            <a:extLst xmlns:a="http://schemas.openxmlformats.org/drawingml/2006/main">
              <a:ext uri="{FF2B5EF4-FFF2-40B4-BE49-F238E27FC236}">
                <a16:creationId xmlns:a16="http://schemas.microsoft.com/office/drawing/2014/main" id="{E09341E2-30D1-4732-98AB-07F308FF3D4E}"/>
              </a:ext>
            </a:extLst>
          </p:cNvPr>
          <p:cNvSpPr>
            <a:spLocks xmlns:a="http://schemas.openxmlformats.org/drawingml/2006/main" noGrp="1"/>
          </p:cNvSpPr>
          <p:nvPr/>
        </p:nvSpPr>
        <p:spPr>
          <a:xfrm xmlns:a="http://schemas.openxmlformats.org/drawingml/2006/main">
            <a:off x="8858250" y="2895600"/>
            <a:ext cx="2476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So sánh v1 và v2</a:t>
            </a:r>
          </a:p>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Lưu vào cache</a:t>
            </a:r>
          </a:p>
        </p:txBody>
      </p:sp>
      <p:cxnSp>
        <p:nvCxnSpPr>
          <p:cNvPr id="35" name=""/>
          <p:cNvCxnSpPr>
            <a:stCxn xmlns:a="http://schemas.openxmlformats.org/drawingml/2006/main" id="5" idx="3"/>
            <a:endCxn xmlns:a="http://schemas.openxmlformats.org/drawingml/2006/main" id="8" idx="1"/>
          </p:cNvCxnSpPr>
          <p:nvPr/>
        </p:nvCxnSpPr>
        <p:spPr>
          <a:xfrm xmlns:a="http://schemas.openxmlformats.org/drawingml/2006/main">
            <a:off x="3524250" y="3109913"/>
            <a:ext cx="1143000" cy="0"/>
          </a:xfrm>
          <a:prstGeom xmlns:a="http://schemas.openxmlformats.org/drawingml/2006/main" prst="straightConnector1">
            <a:avLst/>
          </a:prstGeom>
          <a:ln xmlns:a="http://schemas.openxmlformats.org/drawingml/2006/main" w="20955">
            <a:solidFill>
              <a:srgbClr val="087F79"/>
            </a:solidFill>
            <a:prstDash val="solid"/>
            <a:tailEnd type="triangle" w="med" len="med"/>
          </a:ln>
        </p:spPr>
      </p:cxnSp>
      <p:cxnSp>
        <p:nvCxnSpPr>
          <p:cNvPr id="36" name=""/>
          <p:cNvCxnSpPr>
            <a:stCxn xmlns:a="http://schemas.openxmlformats.org/drawingml/2006/main" id="8" idx="3"/>
            <a:endCxn xmlns:a="http://schemas.openxmlformats.org/drawingml/2006/main" id="11" idx="1"/>
          </p:cNvCxnSpPr>
          <p:nvPr/>
        </p:nvCxnSpPr>
        <p:spPr>
          <a:xfrm xmlns:a="http://schemas.openxmlformats.org/drawingml/2006/main">
            <a:off x="7524750" y="3109913"/>
            <a:ext cx="1143000" cy="0"/>
          </a:xfrm>
          <a:prstGeom xmlns:a="http://schemas.openxmlformats.org/drawingml/2006/main" prst="straightConnector1">
            <a:avLst/>
          </a:prstGeom>
          <a:ln xmlns:a="http://schemas.openxmlformats.org/drawingml/2006/main" w="20955">
            <a:solidFill>
              <a:srgbClr val="087F79"/>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411F8B0D-D601-4B3B-824B-BEC8429A940D}"/>
              </a:ext>
            </a:extLst>
          </p:cNvPr>
          <p:cNvSpPr>
            <a:spLocks xmlns:a="http://schemas.openxmlformats.org/drawingml/2006/main" noGrp="1"/>
          </p:cNvSpPr>
          <p:nvPr/>
        </p:nvSpPr>
        <p:spPr>
          <a:xfrm xmlns:a="http://schemas.openxmlformats.org/drawingml/2006/main">
            <a:off x="733425" y="4410075"/>
            <a:ext cx="228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75" b="1">
                <a:solidFill>
                  <a:srgbClr val="087F79"/>
                </a:solidFill>
                <a:latin typeface="Arial"/>
                <a:ea typeface="Arial"/>
                <a:cs typeface="Arial"/>
              </a:defRPr>
            </a:pPr>
            <a:r>
              <a:rPr sz="5175" b="1">
                <a:solidFill>
                  <a:srgbClr val="087F79"/>
                </a:solidFill>
                <a:latin typeface="Arial"/>
                <a:ea typeface="Arial"/>
                <a:cs typeface="Arial"/>
              </a:rPr>
              <a:t>60s</a:t>
            </a:r>
          </a:p>
        </p:txBody>
      </p:sp>
      <p:sp>
        <p:nvSpPr>
          <p:cNvPr id="17" name="">
            <a:extLst xmlns:a="http://schemas.openxmlformats.org/drawingml/2006/main">
              <a:ext uri="{FF2B5EF4-FFF2-40B4-BE49-F238E27FC236}">
                <a16:creationId xmlns:a16="http://schemas.microsoft.com/office/drawing/2014/main" id="{98EE665F-09BB-49AB-BEE1-CD040EA3BE1F}"/>
              </a:ext>
            </a:extLst>
          </p:cNvPr>
          <p:cNvSpPr>
            <a:spLocks xmlns:a="http://schemas.openxmlformats.org/drawingml/2006/main" noGrp="1"/>
          </p:cNvSpPr>
          <p:nvPr/>
        </p:nvSpPr>
        <p:spPr>
          <a:xfrm xmlns:a="http://schemas.openxmlformats.org/drawingml/2006/main">
            <a:off x="762000" y="5314950"/>
            <a:ext cx="295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17A"/>
                </a:solidFill>
                <a:latin typeface="Arial"/>
                <a:ea typeface="Arial"/>
                <a:cs typeface="Arial"/>
              </a:defRPr>
            </a:pPr>
            <a:r>
              <a:rPr sz="1875" b="0">
                <a:solidFill>
                  <a:srgbClr val="5D717A"/>
                </a:solidFill>
                <a:latin typeface="Arial"/>
                <a:ea typeface="Arial"/>
                <a:cs typeface="Arial"/>
              </a:rPr>
              <a:t>Chu kỳ heartbeat</a:t>
            </a:r>
          </a:p>
        </p:txBody>
      </p:sp>
      <p:sp>
        <p:nvSpPr>
          <p:cNvPr id="18" name="">
            <a:extLst xmlns:a="http://schemas.openxmlformats.org/drawingml/2006/main">
              <a:ext uri="{FF2B5EF4-FFF2-40B4-BE49-F238E27FC236}">
                <a16:creationId xmlns:a16="http://schemas.microsoft.com/office/drawing/2014/main" id="{B620CA59-AAD3-4E1C-9CAA-AF50A5E4BE06}"/>
              </a:ext>
            </a:extLst>
          </p:cNvPr>
          <p:cNvSpPr>
            <a:spLocks xmlns:a="http://schemas.openxmlformats.org/drawingml/2006/main" noGrp="1"/>
          </p:cNvSpPr>
          <p:nvPr/>
        </p:nvSpPr>
        <p:spPr>
          <a:xfrm xmlns:a="http://schemas.openxmlformats.org/drawingml/2006/main">
            <a:off x="4676775" y="44958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313B"/>
                </a:solidFill>
                <a:latin typeface="Arial"/>
                <a:ea typeface="Arial"/>
                <a:cs typeface="Arial"/>
              </a:defRPr>
            </a:pPr>
            <a:r>
              <a:rPr sz="4050" b="1">
                <a:solidFill>
                  <a:srgbClr val="18313B"/>
                </a:solidFill>
                <a:latin typeface="Arial"/>
                <a:ea typeface="Arial"/>
                <a:cs typeface="Arial"/>
              </a:rPr>
              <a:t>v1 / v2</a:t>
            </a:r>
          </a:p>
        </p:txBody>
      </p:sp>
      <p:sp>
        <p:nvSpPr>
          <p:cNvPr id="19" name="">
            <a:extLst xmlns:a="http://schemas.openxmlformats.org/drawingml/2006/main">
              <a:ext uri="{FF2B5EF4-FFF2-40B4-BE49-F238E27FC236}">
                <a16:creationId xmlns:a16="http://schemas.microsoft.com/office/drawing/2014/main" id="{2ECDF549-CBAE-4EBD-AFC7-FEE747697001}"/>
              </a:ext>
            </a:extLst>
          </p:cNvPr>
          <p:cNvSpPr>
            <a:spLocks xmlns:a="http://schemas.openxmlformats.org/drawingml/2006/main" noGrp="1"/>
          </p:cNvSpPr>
          <p:nvPr/>
        </p:nvSpPr>
        <p:spPr>
          <a:xfrm xmlns:a="http://schemas.openxmlformats.org/drawingml/2006/main">
            <a:off x="4705350" y="5314950"/>
            <a:ext cx="3429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17A"/>
                </a:solidFill>
                <a:latin typeface="Arial"/>
                <a:ea typeface="Arial"/>
                <a:cs typeface="Arial"/>
              </a:defRPr>
            </a:pPr>
            <a:r>
              <a:rPr sz="1875" b="0">
                <a:solidFill>
                  <a:srgbClr val="5D717A"/>
                </a:solidFill>
                <a:latin typeface="Arial"/>
                <a:ea typeface="Arial"/>
                <a:cs typeface="Arial"/>
              </a:rPr>
              <a:t>Version khác thì tải mới</a:t>
            </a:r>
          </a:p>
        </p:txBody>
      </p:sp>
      <p:sp>
        <p:nvSpPr>
          <p:cNvPr id="20" name="">
            <a:extLst xmlns:a="http://schemas.openxmlformats.org/drawingml/2006/main">
              <a:ext uri="{FF2B5EF4-FFF2-40B4-BE49-F238E27FC236}">
                <a16:creationId xmlns:a16="http://schemas.microsoft.com/office/drawing/2014/main" id="{BA715198-EFAF-4091-B7DC-3990EA9F29BE}"/>
              </a:ext>
            </a:extLst>
          </p:cNvPr>
          <p:cNvSpPr>
            <a:spLocks xmlns:a="http://schemas.openxmlformats.org/drawingml/2006/main" noGrp="1"/>
          </p:cNvSpPr>
          <p:nvPr/>
        </p:nvSpPr>
        <p:spPr>
          <a:xfrm xmlns:a="http://schemas.openxmlformats.org/drawingml/2006/main">
            <a:off x="8715375" y="4610100"/>
            <a:ext cx="2809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13B"/>
                </a:solidFill>
                <a:latin typeface="Arial"/>
                <a:ea typeface="Arial"/>
                <a:cs typeface="Arial"/>
              </a:defRPr>
            </a:pPr>
            <a:r>
              <a:rPr sz="3375" b="1">
                <a:solidFill>
                  <a:srgbClr val="18313B"/>
                </a:solidFill>
                <a:latin typeface="Arial"/>
                <a:ea typeface="Arial"/>
                <a:cs typeface="Arial"/>
              </a:rPr>
              <a:t>Cache</a:t>
            </a:r>
          </a:p>
        </p:txBody>
      </p:sp>
      <p:sp>
        <p:nvSpPr>
          <p:cNvPr id="21" name="">
            <a:extLst xmlns:a="http://schemas.openxmlformats.org/drawingml/2006/main">
              <a:ext uri="{FF2B5EF4-FFF2-40B4-BE49-F238E27FC236}">
                <a16:creationId xmlns:a16="http://schemas.microsoft.com/office/drawing/2014/main" id="{67199072-ABFE-4507-AD30-D605CF12728C}"/>
              </a:ext>
            </a:extLst>
          </p:cNvPr>
          <p:cNvSpPr>
            <a:spLocks xmlns:a="http://schemas.openxmlformats.org/drawingml/2006/main" noGrp="1"/>
          </p:cNvSpPr>
          <p:nvPr/>
        </p:nvSpPr>
        <p:spPr>
          <a:xfrm xmlns:a="http://schemas.openxmlformats.org/drawingml/2006/main">
            <a:off x="8715375" y="531495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17A"/>
                </a:solidFill>
                <a:latin typeface="Arial"/>
                <a:ea typeface="Arial"/>
                <a:cs typeface="Arial"/>
              </a:defRPr>
            </a:pPr>
            <a:r>
              <a:rPr sz="1800" b="0">
                <a:solidFill>
                  <a:srgbClr val="5D717A"/>
                </a:solidFill>
                <a:latin typeface="Arial"/>
                <a:ea typeface="Arial"/>
                <a:cs typeface="Arial"/>
              </a:rPr>
              <a:t>Giữ cấu hình khi mất mạng</a:t>
            </a:r>
          </a:p>
        </p:txBody>
      </p:sp>
    </p:spTree>
    <p:extLst>
      <p:ext uri="{BB962C8B-B14F-4D97-AF65-F5344CB8AC3E}">
        <p14:creationId xmlns:p14="http://schemas.microsoft.com/office/powerpoint/2010/main" val="971407642"/>
      </p:ext>
    </p:extLst>
  </p:cSld>
</p:sld>
</file>

<file path=ppt/slides/slide7.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E720DD6-7452-493A-B533-054305A1509D}"/>
              </a:ext>
            </a:extLst>
          </p:cNvPr>
          <p:cNvSpPr>
            <a:spLocks xmlns:a="http://schemas.openxmlformats.org/drawingml/2006/main" noGrp="1"/>
          </p:cNvSpPr>
          <p:nvPr/>
        </p:nvSpPr>
        <p:spPr>
          <a:xfrm xmlns:a="http://schemas.openxmlformats.org/drawingml/2006/main">
            <a:off x="609600" y="5238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3B"/>
                </a:solidFill>
                <a:latin typeface="Arial"/>
                <a:ea typeface="Arial"/>
                <a:cs typeface="Arial"/>
              </a:defRPr>
            </a:pPr>
            <a:r>
              <a:rPr sz="3225" b="1">
                <a:solidFill>
                  <a:srgbClr val="18313B"/>
                </a:solidFill>
                <a:latin typeface="Arial"/>
                <a:ea typeface="Arial"/>
                <a:cs typeface="Arial"/>
              </a:rPr>
              <a:t>Bảo mật đã triển khai</a:t>
            </a:r>
          </a:p>
        </p:txBody>
      </p:sp>
      <p:sp>
        <p:nvSpPr>
          <p:cNvPr id="2" name="">
            <a:extLst xmlns:a="http://schemas.openxmlformats.org/drawingml/2006/main">
              <a:ext uri="{FF2B5EF4-FFF2-40B4-BE49-F238E27FC236}">
                <a16:creationId xmlns:a16="http://schemas.microsoft.com/office/drawing/2014/main" id="{2C3A73E4-8DFF-4FF8-A88A-787E4911FE06}"/>
              </a:ext>
            </a:extLst>
          </p:cNvPr>
          <p:cNvSpPr>
            <a:spLocks xmlns:a="http://schemas.openxmlformats.org/drawingml/2006/main" noGrp="1"/>
          </p:cNvSpPr>
          <p:nvPr/>
        </p:nvSpPr>
        <p:spPr>
          <a:xfrm xmlns:a="http://schemas.openxmlformats.org/drawingml/2006/main">
            <a:off x="638175" y="132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Hai cơ chế xác thực cho phụ huynh và thiết bị</a:t>
            </a:r>
          </a:p>
        </p:txBody>
      </p:sp>
      <p:sp>
        <p:nvSpPr>
          <p:cNvPr id="3" name="">
            <a:extLst xmlns:a="http://schemas.openxmlformats.org/drawingml/2006/main">
              <a:ext uri="{FF2B5EF4-FFF2-40B4-BE49-F238E27FC236}">
                <a16:creationId xmlns:a16="http://schemas.microsoft.com/office/drawing/2014/main" id="{61A6AB10-582C-407D-AF1C-3FAEFA88C8CA}"/>
              </a:ext>
            </a:extLst>
          </p:cNvPr>
          <p:cNvSpPr>
            <a:spLocks xmlns:a="http://schemas.openxmlformats.org/drawingml/2006/main" noGrp="1"/>
          </p:cNvSpPr>
          <p:nvPr/>
        </p:nvSpPr>
        <p:spPr>
          <a:xfrm xmlns:a="http://schemas.openxmlformats.org/drawingml/2006/main">
            <a:off x="638175" y="6334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17A"/>
                </a:solidFill>
                <a:latin typeface="Arial"/>
                <a:ea typeface="Arial"/>
                <a:cs typeface="Arial"/>
              </a:defRPr>
            </a:pPr>
            <a:r>
              <a:rPr sz="1200" b="0">
                <a:solidFill>
                  <a:srgbClr val="5D717A"/>
                </a:solidFill>
                <a:latin typeface="Arial"/>
                <a:ea typeface="Arial"/>
                <a:cs typeface="Arial"/>
              </a:rPr>
              <a:t>OpenGuard Kids</a:t>
            </a:r>
          </a:p>
        </p:txBody>
      </p:sp>
      <p:sp>
        <p:nvSpPr>
          <p:cNvPr id="4" name="">
            <a:extLst xmlns:a="http://schemas.openxmlformats.org/drawingml/2006/main">
              <a:ext uri="{FF2B5EF4-FFF2-40B4-BE49-F238E27FC236}">
                <a16:creationId xmlns:a16="http://schemas.microsoft.com/office/drawing/2014/main" id="{2C31F223-1890-43BD-9A67-45AF98C0537D}"/>
              </a:ext>
            </a:extLst>
          </p:cNvPr>
          <p:cNvSpPr>
            <a:spLocks xmlns:a="http://schemas.openxmlformats.org/drawingml/2006/main" noGrp="1"/>
          </p:cNvSpPr>
          <p:nvPr/>
        </p:nvSpPr>
        <p:spPr>
          <a:xfrm xmlns:a="http://schemas.openxmlformats.org/drawingml/2006/main">
            <a:off x="11029950" y="62769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9A348AA-575C-4285-8431-535D83B3DA06}"/>
              </a:ext>
            </a:extLst>
          </p:cNvPr>
          <p:cNvSpPr>
            <a:spLocks xmlns:a="http://schemas.openxmlformats.org/drawingml/2006/main" noGrp="1"/>
          </p:cNvSpPr>
          <p:nvPr/>
        </p:nvSpPr>
        <p:spPr>
          <a:xfrm xmlns:a="http://schemas.openxmlformats.org/drawingml/2006/main">
            <a:off x="695325" y="213360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79"/>
                </a:solidFill>
                <a:latin typeface="Arial"/>
                <a:ea typeface="Arial"/>
                <a:cs typeface="Arial"/>
              </a:defRPr>
            </a:pPr>
            <a:r>
              <a:rPr sz="1575" b="1">
                <a:solidFill>
                  <a:srgbClr val="087F79"/>
                </a:solidFill>
                <a:latin typeface="Arial"/>
                <a:ea typeface="Arial"/>
                <a:cs typeface="Arial"/>
              </a:rPr>
              <a:t>PHỤ HUYNH</a:t>
            </a:r>
          </a:p>
        </p:txBody>
      </p:sp>
      <p:sp>
        <p:nvSpPr>
          <p:cNvPr id="6" name="">
            <a:extLst xmlns:a="http://schemas.openxmlformats.org/drawingml/2006/main">
              <a:ext uri="{FF2B5EF4-FFF2-40B4-BE49-F238E27FC236}">
                <a16:creationId xmlns:a16="http://schemas.microsoft.com/office/drawing/2014/main" id="{ED4F6045-C3D7-41D7-8275-606C59D1A041}"/>
              </a:ext>
            </a:extLst>
          </p:cNvPr>
          <p:cNvSpPr>
            <a:spLocks xmlns:a="http://schemas.openxmlformats.org/drawingml/2006/main" noGrp="1"/>
          </p:cNvSpPr>
          <p:nvPr/>
        </p:nvSpPr>
        <p:spPr>
          <a:xfrm xmlns:a="http://schemas.openxmlformats.org/drawingml/2006/main">
            <a:off x="695325" y="2714625"/>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3B"/>
                </a:solidFill>
                <a:latin typeface="Arial"/>
                <a:ea typeface="Arial"/>
                <a:cs typeface="Arial"/>
              </a:defRPr>
            </a:pPr>
            <a:r>
              <a:rPr sz="2625" b="1">
                <a:solidFill>
                  <a:srgbClr val="18313B"/>
                </a:solidFill>
                <a:latin typeface="Arial"/>
                <a:ea typeface="Arial"/>
                <a:cs typeface="Arial"/>
              </a:rPr>
              <a:t>Mật khẩu Argon2id</a:t>
            </a:r>
          </a:p>
        </p:txBody>
      </p:sp>
      <p:sp>
        <p:nvSpPr>
          <p:cNvPr id="7" name="">
            <a:extLst xmlns:a="http://schemas.openxmlformats.org/drawingml/2006/main">
              <a:ext uri="{FF2B5EF4-FFF2-40B4-BE49-F238E27FC236}">
                <a16:creationId xmlns:a16="http://schemas.microsoft.com/office/drawing/2014/main" id="{8626827B-C49A-471B-9182-39A2D0B2E651}"/>
              </a:ext>
            </a:extLst>
          </p:cNvPr>
          <p:cNvSpPr>
            <a:spLocks xmlns:a="http://schemas.openxmlformats.org/drawingml/2006/main" noGrp="1"/>
          </p:cNvSpPr>
          <p:nvPr/>
        </p:nvSpPr>
        <p:spPr>
          <a:xfrm xmlns:a="http://schemas.openxmlformats.org/drawingml/2006/main">
            <a:off x="733425" y="3514725"/>
            <a:ext cx="4667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D717A"/>
                </a:solidFill>
                <a:latin typeface="Arial"/>
                <a:ea typeface="Arial"/>
                <a:cs typeface="Arial"/>
              </a:defRPr>
            </a:pPr>
            <a:r>
              <a:rPr sz="2100" b="0">
                <a:solidFill>
                  <a:srgbClr val="5D717A"/>
                </a:solidFill>
                <a:latin typeface="Arial"/>
                <a:ea typeface="Arial"/>
                <a:cs typeface="Arial"/>
              </a:rPr>
              <a:t>Cookie phiên 12 giờ</a:t>
            </a:r>
          </a:p>
          <a:p xmlns:a="http://schemas.openxmlformats.org/drawingml/2006/main">
            <a:pPr>
              <a:defRPr sz="2100" b="0">
                <a:solidFill>
                  <a:srgbClr val="5D717A"/>
                </a:solidFill>
                <a:latin typeface="Arial"/>
                <a:ea typeface="Arial"/>
                <a:cs typeface="Arial"/>
              </a:defRPr>
            </a:pPr>
            <a:r>
              <a:rPr sz="2100" b="0">
                <a:solidFill>
                  <a:srgbClr val="5D717A"/>
                </a:solidFill>
                <a:latin typeface="Arial"/>
                <a:ea typeface="Arial"/>
                <a:cs typeface="Arial"/>
              </a:rPr>
              <a:t>CSRF cho thao tác ghi</a:t>
            </a:r>
          </a:p>
          <a:p xmlns:a="http://schemas.openxmlformats.org/drawingml/2006/main">
            <a:pPr>
              <a:defRPr sz="2100" b="0">
                <a:solidFill>
                  <a:srgbClr val="5D717A"/>
                </a:solidFill>
                <a:latin typeface="Arial"/>
                <a:ea typeface="Arial"/>
                <a:cs typeface="Arial"/>
              </a:defRPr>
            </a:pPr>
            <a:r>
              <a:rPr sz="2100" b="0">
                <a:solidFill>
                  <a:srgbClr val="5D717A"/>
                </a:solidFill>
                <a:latin typeface="Arial"/>
                <a:ea typeface="Arial"/>
                <a:cs typeface="Arial"/>
              </a:rPr>
              <a:t>Kiểm tra chủ sở hữu dữ liệu</a:t>
            </a:r>
          </a:p>
        </p:txBody>
      </p:sp>
      <p:sp>
        <p:nvSpPr>
          <p:cNvPr id="8" name="">
            <a:extLst xmlns:a="http://schemas.openxmlformats.org/drawingml/2006/main">
              <a:ext uri="{FF2B5EF4-FFF2-40B4-BE49-F238E27FC236}">
                <a16:creationId xmlns:a16="http://schemas.microsoft.com/office/drawing/2014/main" id="{412A24DB-D3F0-47A7-B5E3-7DDB7F9B5757}"/>
              </a:ext>
            </a:extLst>
          </p:cNvPr>
          <p:cNvSpPr>
            <a:spLocks xmlns:a="http://schemas.openxmlformats.org/drawingml/2006/main" noGrp="1"/>
          </p:cNvSpPr>
          <p:nvPr/>
        </p:nvSpPr>
        <p:spPr>
          <a:xfrm xmlns:a="http://schemas.openxmlformats.org/drawingml/2006/main">
            <a:off x="6543675" y="2133600"/>
            <a:ext cx="4619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79"/>
                </a:solidFill>
                <a:latin typeface="Arial"/>
                <a:ea typeface="Arial"/>
                <a:cs typeface="Arial"/>
              </a:defRPr>
            </a:pPr>
            <a:r>
              <a:rPr sz="1575" b="1">
                <a:solidFill>
                  <a:srgbClr val="087F79"/>
                </a:solidFill>
                <a:latin typeface="Arial"/>
                <a:ea typeface="Arial"/>
                <a:cs typeface="Arial"/>
              </a:rPr>
              <a:t>THIẾT BỊ</a:t>
            </a:r>
          </a:p>
        </p:txBody>
      </p:sp>
      <p:sp>
        <p:nvSpPr>
          <p:cNvPr id="9" name="">
            <a:extLst xmlns:a="http://schemas.openxmlformats.org/drawingml/2006/main">
              <a:ext uri="{FF2B5EF4-FFF2-40B4-BE49-F238E27FC236}">
                <a16:creationId xmlns:a16="http://schemas.microsoft.com/office/drawing/2014/main" id="{CCC17A41-DF3C-4EE1-8ACF-C8C297FE1C06}"/>
              </a:ext>
            </a:extLst>
          </p:cNvPr>
          <p:cNvSpPr>
            <a:spLocks xmlns:a="http://schemas.openxmlformats.org/drawingml/2006/main" noGrp="1"/>
          </p:cNvSpPr>
          <p:nvPr/>
        </p:nvSpPr>
        <p:spPr>
          <a:xfrm xmlns:a="http://schemas.openxmlformats.org/drawingml/2006/main">
            <a:off x="6543675" y="27146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3B"/>
                </a:solidFill>
                <a:latin typeface="Arial"/>
                <a:ea typeface="Arial"/>
                <a:cs typeface="Arial"/>
              </a:defRPr>
            </a:pPr>
            <a:r>
              <a:rPr sz="2625" b="1">
                <a:solidFill>
                  <a:srgbClr val="18313B"/>
                </a:solidFill>
                <a:latin typeface="Arial"/>
                <a:ea typeface="Arial"/>
                <a:cs typeface="Arial"/>
              </a:rPr>
              <a:t>Token được xoay vòng</a:t>
            </a:r>
          </a:p>
        </p:txBody>
      </p:sp>
      <p:sp>
        <p:nvSpPr>
          <p:cNvPr id="10" name="">
            <a:extLst xmlns:a="http://schemas.openxmlformats.org/drawingml/2006/main">
              <a:ext uri="{FF2B5EF4-FFF2-40B4-BE49-F238E27FC236}">
                <a16:creationId xmlns:a16="http://schemas.microsoft.com/office/drawing/2014/main" id="{DE6C092E-4220-46A1-AF98-252A069156C2}"/>
              </a:ext>
            </a:extLst>
          </p:cNvPr>
          <p:cNvSpPr>
            <a:spLocks xmlns:a="http://schemas.openxmlformats.org/drawingml/2006/main" noGrp="1"/>
          </p:cNvSpPr>
          <p:nvPr/>
        </p:nvSpPr>
        <p:spPr>
          <a:xfrm xmlns:a="http://schemas.openxmlformats.org/drawingml/2006/main">
            <a:off x="6581775" y="3514725"/>
            <a:ext cx="4667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D717A"/>
                </a:solidFill>
                <a:latin typeface="Arial"/>
                <a:ea typeface="Arial"/>
                <a:cs typeface="Arial"/>
              </a:defRPr>
            </a:pPr>
            <a:r>
              <a:rPr sz="2100" b="0">
                <a:solidFill>
                  <a:srgbClr val="5D717A"/>
                </a:solidFill>
                <a:latin typeface="Arial"/>
                <a:ea typeface="Arial"/>
                <a:cs typeface="Arial"/>
              </a:rPr>
              <a:t>Access token 15 phút</a:t>
            </a:r>
          </a:p>
          <a:p xmlns:a="http://schemas.openxmlformats.org/drawingml/2006/main">
            <a:pPr>
              <a:defRPr sz="2100" b="0">
                <a:solidFill>
                  <a:srgbClr val="5D717A"/>
                </a:solidFill>
                <a:latin typeface="Arial"/>
                <a:ea typeface="Arial"/>
                <a:cs typeface="Arial"/>
              </a:defRPr>
            </a:pPr>
            <a:r>
              <a:rPr sz="2100" b="0">
                <a:solidFill>
                  <a:srgbClr val="5D717A"/>
                </a:solidFill>
                <a:latin typeface="Arial"/>
                <a:ea typeface="Arial"/>
                <a:cs typeface="Arial"/>
              </a:rPr>
              <a:t>Refresh token 30 ngày</a:t>
            </a:r>
          </a:p>
          <a:p xmlns:a="http://schemas.openxmlformats.org/drawingml/2006/main">
            <a:pPr>
              <a:defRPr sz="2100" b="0">
                <a:solidFill>
                  <a:srgbClr val="5D717A"/>
                </a:solidFill>
                <a:latin typeface="Arial"/>
                <a:ea typeface="Arial"/>
                <a:cs typeface="Arial"/>
              </a:defRPr>
            </a:pPr>
            <a:r>
              <a:rPr sz="2100" b="0">
                <a:solidFill>
                  <a:srgbClr val="5D717A"/>
                </a:solidFill>
                <a:latin typeface="Arial"/>
                <a:ea typeface="Arial"/>
                <a:cs typeface="Arial"/>
              </a:rPr>
              <a:t>Server lưu bản băm token</a:t>
            </a:r>
          </a:p>
        </p:txBody>
      </p:sp>
      <p:sp>
        <p:nvSpPr>
          <p:cNvPr id="11" name="">
            <a:extLst xmlns:a="http://schemas.openxmlformats.org/drawingml/2006/main">
              <a:ext uri="{FF2B5EF4-FFF2-40B4-BE49-F238E27FC236}">
                <a16:creationId xmlns:a16="http://schemas.microsoft.com/office/drawing/2014/main" id="{52E35F04-49D8-4F59-8E32-017312F7964C}"/>
              </a:ext>
            </a:extLst>
          </p:cNvPr>
          <p:cNvSpPr>
            <a:spLocks xmlns:a="http://schemas.openxmlformats.org/drawingml/2006/main" noGrp="1"/>
          </p:cNvSpPr>
          <p:nvPr/>
        </p:nvSpPr>
        <p:spPr>
          <a:xfrm xmlns:a="http://schemas.openxmlformats.org/drawingml/2006/main">
            <a:off x="733425" y="5219700"/>
            <a:ext cx="10668000" cy="0"/>
          </a:xfrm>
          <a:prstGeom xmlns:a="http://schemas.openxmlformats.org/drawingml/2006/main" prst="line">
            <a:avLst/>
          </a:prstGeom>
          <a:noFill xmlns:a="http://schemas.openxmlformats.org/drawingml/2006/main"/>
          <a:ln xmlns:a="http://schemas.openxmlformats.org/drawingml/2006/main" w="9525">
            <a:solidFill>
              <a:srgbClr val="B3C7C7"/>
            </a:solidFill>
          </a:ln>
        </p:spPr>
      </p:sp>
      <p:sp>
        <p:nvSpPr>
          <p:cNvPr id="12" name="">
            <a:extLst xmlns:a="http://schemas.openxmlformats.org/drawingml/2006/main">
              <a:ext uri="{FF2B5EF4-FFF2-40B4-BE49-F238E27FC236}">
                <a16:creationId xmlns:a16="http://schemas.microsoft.com/office/drawing/2014/main" id="{B40737CB-0A16-4F0D-B26D-04F805F5EC82}"/>
              </a:ext>
            </a:extLst>
          </p:cNvPr>
          <p:cNvSpPr>
            <a:spLocks xmlns:a="http://schemas.openxmlformats.org/drawingml/2006/main" noGrp="1"/>
          </p:cNvSpPr>
          <p:nvPr/>
        </p:nvSpPr>
        <p:spPr>
          <a:xfrm xmlns:a="http://schemas.openxmlformats.org/drawingml/2006/main">
            <a:off x="714375" y="54673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79"/>
                </a:solidFill>
                <a:latin typeface="Arial"/>
                <a:ea typeface="Arial"/>
                <a:cs typeface="Arial"/>
              </a:defRPr>
            </a:pPr>
            <a:r>
              <a:rPr sz="2550" b="1">
                <a:solidFill>
                  <a:srgbClr val="087F79"/>
                </a:solidFill>
                <a:latin typeface="Arial"/>
                <a:ea typeface="Arial"/>
                <a:cs typeface="Arial"/>
              </a:rPr>
              <a:t>5 lần sai</a:t>
            </a:r>
          </a:p>
        </p:txBody>
      </p:sp>
      <p:sp>
        <p:nvSpPr>
          <p:cNvPr id="13" name="">
            <a:extLst xmlns:a="http://schemas.openxmlformats.org/drawingml/2006/main">
              <a:ext uri="{FF2B5EF4-FFF2-40B4-BE49-F238E27FC236}">
                <a16:creationId xmlns:a16="http://schemas.microsoft.com/office/drawing/2014/main" id="{714F39F0-9F1A-49FE-A300-D90F0ECD847C}"/>
              </a:ext>
            </a:extLst>
          </p:cNvPr>
          <p:cNvSpPr>
            <a:spLocks xmlns:a="http://schemas.openxmlformats.org/drawingml/2006/main" noGrp="1"/>
          </p:cNvSpPr>
          <p:nvPr/>
        </p:nvSpPr>
        <p:spPr>
          <a:xfrm xmlns:a="http://schemas.openxmlformats.org/drawingml/2006/main">
            <a:off x="3162300" y="5534025"/>
            <a:ext cx="8048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3B"/>
                </a:solidFill>
                <a:latin typeface="Arial"/>
                <a:ea typeface="Arial"/>
                <a:cs typeface="Arial"/>
              </a:defRPr>
            </a:pPr>
            <a:r>
              <a:rPr sz="1950" b="0">
                <a:solidFill>
                  <a:srgbClr val="18313B"/>
                </a:solidFill>
                <a:latin typeface="Arial"/>
                <a:ea typeface="Arial"/>
                <a:cs typeface="Arial"/>
              </a:rPr>
              <a:t>Khóa tạm 15 phút và giới hạn yêu cầu đăng nhập</a:t>
            </a:r>
          </a:p>
        </p:txBody>
      </p:sp>
    </p:spTree>
    <p:extLst>
      <p:ext uri="{BB962C8B-B14F-4D97-AF65-F5344CB8AC3E}">
        <p14:creationId xmlns:p14="http://schemas.microsoft.com/office/powerpoint/2010/main" val="641069242"/>
      </p:ext>
    </p:extLst>
  </p:cSld>
</p:sld>
</file>

<file path=ppt/slides/slide8.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41A0AA3-9379-460B-AD9B-85C7465B9D4C}"/>
              </a:ext>
            </a:extLst>
          </p:cNvPr>
          <p:cNvSpPr>
            <a:spLocks xmlns:a="http://schemas.openxmlformats.org/drawingml/2006/main" noGrp="1"/>
          </p:cNvSpPr>
          <p:nvPr/>
        </p:nvSpPr>
        <p:spPr>
          <a:xfrm xmlns:a="http://schemas.openxmlformats.org/drawingml/2006/main">
            <a:off x="609600" y="5238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3B"/>
                </a:solidFill>
                <a:latin typeface="Arial"/>
                <a:ea typeface="Arial"/>
                <a:cs typeface="Arial"/>
              </a:defRPr>
            </a:pPr>
            <a:r>
              <a:rPr sz="3225" b="1">
                <a:solidFill>
                  <a:srgbClr val="18313B"/>
                </a:solidFill>
                <a:latin typeface="Arial"/>
                <a:ea typeface="Arial"/>
                <a:cs typeface="Arial"/>
              </a:rPr>
              <a:t>Kịch bản demo tuần 1</a:t>
            </a:r>
          </a:p>
        </p:txBody>
      </p:sp>
      <p:sp>
        <p:nvSpPr>
          <p:cNvPr id="2" name="">
            <a:extLst xmlns:a="http://schemas.openxmlformats.org/drawingml/2006/main">
              <a:ext uri="{FF2B5EF4-FFF2-40B4-BE49-F238E27FC236}">
                <a16:creationId xmlns:a16="http://schemas.microsoft.com/office/drawing/2014/main" id="{930F63D5-E994-4F56-9B40-E7084FF89242}"/>
              </a:ext>
            </a:extLst>
          </p:cNvPr>
          <p:cNvSpPr>
            <a:spLocks xmlns:a="http://schemas.openxmlformats.org/drawingml/2006/main" noGrp="1"/>
          </p:cNvSpPr>
          <p:nvPr/>
        </p:nvSpPr>
        <p:spPr>
          <a:xfrm xmlns:a="http://schemas.openxmlformats.org/drawingml/2006/main">
            <a:off x="638175" y="132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Một luồng ngắn để chứng minh các thành phần phối hợp</a:t>
            </a:r>
          </a:p>
        </p:txBody>
      </p:sp>
      <p:sp>
        <p:nvSpPr>
          <p:cNvPr id="3" name="">
            <a:extLst xmlns:a="http://schemas.openxmlformats.org/drawingml/2006/main">
              <a:ext uri="{FF2B5EF4-FFF2-40B4-BE49-F238E27FC236}">
                <a16:creationId xmlns:a16="http://schemas.microsoft.com/office/drawing/2014/main" id="{F163CDF2-EF58-4D16-906B-B6C194472322}"/>
              </a:ext>
            </a:extLst>
          </p:cNvPr>
          <p:cNvSpPr>
            <a:spLocks xmlns:a="http://schemas.openxmlformats.org/drawingml/2006/main" noGrp="1"/>
          </p:cNvSpPr>
          <p:nvPr/>
        </p:nvSpPr>
        <p:spPr>
          <a:xfrm xmlns:a="http://schemas.openxmlformats.org/drawingml/2006/main">
            <a:off x="638175" y="6334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17A"/>
                </a:solidFill>
                <a:latin typeface="Arial"/>
                <a:ea typeface="Arial"/>
                <a:cs typeface="Arial"/>
              </a:defRPr>
            </a:pPr>
            <a:r>
              <a:rPr sz="1200" b="0">
                <a:solidFill>
                  <a:srgbClr val="5D717A"/>
                </a:solidFill>
                <a:latin typeface="Arial"/>
                <a:ea typeface="Arial"/>
                <a:cs typeface="Arial"/>
              </a:rPr>
              <a:t>OpenGuard Kids</a:t>
            </a:r>
          </a:p>
        </p:txBody>
      </p:sp>
      <p:sp>
        <p:nvSpPr>
          <p:cNvPr id="4" name="">
            <a:extLst xmlns:a="http://schemas.openxmlformats.org/drawingml/2006/main">
              <a:ext uri="{FF2B5EF4-FFF2-40B4-BE49-F238E27FC236}">
                <a16:creationId xmlns:a16="http://schemas.microsoft.com/office/drawing/2014/main" id="{972D3ACC-0A96-4766-AC97-1C136A23FFFC}"/>
              </a:ext>
            </a:extLst>
          </p:cNvPr>
          <p:cNvSpPr>
            <a:spLocks xmlns:a="http://schemas.openxmlformats.org/drawingml/2006/main" noGrp="1"/>
          </p:cNvSpPr>
          <p:nvPr/>
        </p:nvSpPr>
        <p:spPr>
          <a:xfrm xmlns:a="http://schemas.openxmlformats.org/drawingml/2006/main">
            <a:off x="11029950" y="62769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E9AEEFDC-460D-4D4F-9075-3B4B433EB2C2}"/>
              </a:ext>
            </a:extLst>
          </p:cNvPr>
          <p:cNvSpPr>
            <a:spLocks xmlns:a="http://schemas.openxmlformats.org/drawingml/2006/main" noGrp="1"/>
          </p:cNvSpPr>
          <p:nvPr/>
        </p:nvSpPr>
        <p:spPr>
          <a:xfrm xmlns:a="http://schemas.openxmlformats.org/drawingml/2006/main">
            <a:off x="619125" y="2428875"/>
            <a:ext cx="2524125" cy="1276350"/>
          </a:xfrm>
          <a:prstGeom xmlns:a="http://schemas.openxmlformats.org/drawingml/2006/main" prst="roundRect">
            <a:avLst>
              <a:gd name="adj" fmla="val 8955"/>
            </a:avLst>
          </a:prstGeom>
          <a:solidFill xmlns:a="http://schemas.openxmlformats.org/drawingml/2006/main">
            <a:srgbClr val="FFFFFF"/>
          </a:solidFill>
          <a:ln xmlns:a="http://schemas.openxmlformats.org/drawingml/2006/main" w="14288">
            <a:solidFill>
              <a:srgbClr val="B3C7C7"/>
            </a:solidFill>
          </a:ln>
        </p:spPr>
      </p:sp>
      <p:sp>
        <p:nvSpPr>
          <p:cNvPr id="6" name="">
            <a:extLst xmlns:a="http://schemas.openxmlformats.org/drawingml/2006/main">
              <a:ext uri="{FF2B5EF4-FFF2-40B4-BE49-F238E27FC236}">
                <a16:creationId xmlns:a16="http://schemas.microsoft.com/office/drawing/2014/main" id="{29EA810E-6D91-4346-BA97-96FDCEBB7431}"/>
              </a:ext>
            </a:extLst>
          </p:cNvPr>
          <p:cNvSpPr>
            <a:spLocks xmlns:a="http://schemas.openxmlformats.org/drawingml/2006/main" noGrp="1"/>
          </p:cNvSpPr>
          <p:nvPr/>
        </p:nvSpPr>
        <p:spPr>
          <a:xfrm xmlns:a="http://schemas.openxmlformats.org/drawingml/2006/main">
            <a:off x="809625" y="2562225"/>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01  Đăng nhập</a:t>
            </a:r>
          </a:p>
        </p:txBody>
      </p:sp>
      <p:sp>
        <p:nvSpPr>
          <p:cNvPr id="7" name="">
            <a:extLst xmlns:a="http://schemas.openxmlformats.org/drawingml/2006/main">
              <a:ext uri="{FF2B5EF4-FFF2-40B4-BE49-F238E27FC236}">
                <a16:creationId xmlns:a16="http://schemas.microsoft.com/office/drawing/2014/main" id="{8B30695D-7D6F-4631-B883-6F9C9746262D}"/>
              </a:ext>
            </a:extLst>
          </p:cNvPr>
          <p:cNvSpPr>
            <a:spLocks xmlns:a="http://schemas.openxmlformats.org/drawingml/2006/main" noGrp="1"/>
          </p:cNvSpPr>
          <p:nvPr/>
        </p:nvSpPr>
        <p:spPr>
          <a:xfrm xmlns:a="http://schemas.openxmlformats.org/drawingml/2006/main">
            <a:off x="809625" y="2990850"/>
            <a:ext cx="2143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Tạo hồ sơ Bé An</a:t>
            </a:r>
          </a:p>
        </p:txBody>
      </p:sp>
      <p:sp>
        <p:nvSpPr>
          <p:cNvPr id="8" name="">
            <a:extLst xmlns:a="http://schemas.openxmlformats.org/drawingml/2006/main">
              <a:ext uri="{FF2B5EF4-FFF2-40B4-BE49-F238E27FC236}">
                <a16:creationId xmlns:a16="http://schemas.microsoft.com/office/drawing/2014/main" id="{8C34C5BF-6E50-49F3-93E8-A0EB0753EFD9}"/>
              </a:ext>
            </a:extLst>
          </p:cNvPr>
          <p:cNvSpPr>
            <a:spLocks xmlns:a="http://schemas.openxmlformats.org/drawingml/2006/main" noGrp="1"/>
          </p:cNvSpPr>
          <p:nvPr/>
        </p:nvSpPr>
        <p:spPr>
          <a:xfrm xmlns:a="http://schemas.openxmlformats.org/drawingml/2006/main">
            <a:off x="3429000" y="2428875"/>
            <a:ext cx="2524125" cy="1276350"/>
          </a:xfrm>
          <a:prstGeom xmlns:a="http://schemas.openxmlformats.org/drawingml/2006/main" prst="roundRect">
            <a:avLst>
              <a:gd name="adj" fmla="val 8955"/>
            </a:avLst>
          </a:prstGeom>
          <a:solidFill xmlns:a="http://schemas.openxmlformats.org/drawingml/2006/main">
            <a:srgbClr val="FFFFFF"/>
          </a:solidFill>
          <a:ln xmlns:a="http://schemas.openxmlformats.org/drawingml/2006/main" w="14288">
            <a:solidFill>
              <a:srgbClr val="B3C7C7"/>
            </a:solidFill>
          </a:ln>
        </p:spPr>
      </p:sp>
      <p:sp>
        <p:nvSpPr>
          <p:cNvPr id="9" name="">
            <a:extLst xmlns:a="http://schemas.openxmlformats.org/drawingml/2006/main">
              <a:ext uri="{FF2B5EF4-FFF2-40B4-BE49-F238E27FC236}">
                <a16:creationId xmlns:a16="http://schemas.microsoft.com/office/drawing/2014/main" id="{E37B41F5-88BE-4110-B77B-4B3F3609890D}"/>
              </a:ext>
            </a:extLst>
          </p:cNvPr>
          <p:cNvSpPr>
            <a:spLocks xmlns:a="http://schemas.openxmlformats.org/drawingml/2006/main" noGrp="1"/>
          </p:cNvSpPr>
          <p:nvPr/>
        </p:nvSpPr>
        <p:spPr>
          <a:xfrm xmlns:a="http://schemas.openxmlformats.org/drawingml/2006/main">
            <a:off x="3619500" y="2562225"/>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02  Ghép máy</a:t>
            </a:r>
          </a:p>
        </p:txBody>
      </p:sp>
      <p:sp>
        <p:nvSpPr>
          <p:cNvPr id="10" name="">
            <a:extLst xmlns:a="http://schemas.openxmlformats.org/drawingml/2006/main">
              <a:ext uri="{FF2B5EF4-FFF2-40B4-BE49-F238E27FC236}">
                <a16:creationId xmlns:a16="http://schemas.microsoft.com/office/drawing/2014/main" id="{13BEBC2B-AF38-482A-BE1F-3A178F5C9C79}"/>
              </a:ext>
            </a:extLst>
          </p:cNvPr>
          <p:cNvSpPr>
            <a:spLocks xmlns:a="http://schemas.openxmlformats.org/drawingml/2006/main" noGrp="1"/>
          </p:cNvSpPr>
          <p:nvPr/>
        </p:nvSpPr>
        <p:spPr>
          <a:xfrm xmlns:a="http://schemas.openxmlformats.org/drawingml/2006/main">
            <a:off x="3619500" y="2990850"/>
            <a:ext cx="2143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Nhập mã trên agent</a:t>
            </a:r>
          </a:p>
        </p:txBody>
      </p:sp>
      <p:sp>
        <p:nvSpPr>
          <p:cNvPr id="11" name="">
            <a:extLst xmlns:a="http://schemas.openxmlformats.org/drawingml/2006/main">
              <a:ext uri="{FF2B5EF4-FFF2-40B4-BE49-F238E27FC236}">
                <a16:creationId xmlns:a16="http://schemas.microsoft.com/office/drawing/2014/main" id="{DEB9E09C-97C7-4BCA-981F-CB30D0AE6A0B}"/>
              </a:ext>
            </a:extLst>
          </p:cNvPr>
          <p:cNvSpPr>
            <a:spLocks xmlns:a="http://schemas.openxmlformats.org/drawingml/2006/main" noGrp="1"/>
          </p:cNvSpPr>
          <p:nvPr/>
        </p:nvSpPr>
        <p:spPr>
          <a:xfrm xmlns:a="http://schemas.openxmlformats.org/drawingml/2006/main">
            <a:off x="6238875" y="2428875"/>
            <a:ext cx="2524125" cy="1276350"/>
          </a:xfrm>
          <a:prstGeom xmlns:a="http://schemas.openxmlformats.org/drawingml/2006/main" prst="roundRect">
            <a:avLst>
              <a:gd name="adj" fmla="val 8955"/>
            </a:avLst>
          </a:prstGeom>
          <a:solidFill xmlns:a="http://schemas.openxmlformats.org/drawingml/2006/main">
            <a:srgbClr val="FFFFFF"/>
          </a:solidFill>
          <a:ln xmlns:a="http://schemas.openxmlformats.org/drawingml/2006/main" w="14288">
            <a:solidFill>
              <a:srgbClr val="B3C7C7"/>
            </a:solidFill>
          </a:ln>
        </p:spPr>
      </p:sp>
      <p:sp>
        <p:nvSpPr>
          <p:cNvPr id="12" name="">
            <a:extLst xmlns:a="http://schemas.openxmlformats.org/drawingml/2006/main">
              <a:ext uri="{FF2B5EF4-FFF2-40B4-BE49-F238E27FC236}">
                <a16:creationId xmlns:a16="http://schemas.microsoft.com/office/drawing/2014/main" id="{BA2AF8EB-8F2D-4C58-A818-D212959C0C50}"/>
              </a:ext>
            </a:extLst>
          </p:cNvPr>
          <p:cNvSpPr>
            <a:spLocks xmlns:a="http://schemas.openxmlformats.org/drawingml/2006/main" noGrp="1"/>
          </p:cNvSpPr>
          <p:nvPr/>
        </p:nvSpPr>
        <p:spPr>
          <a:xfrm xmlns:a="http://schemas.openxmlformats.org/drawingml/2006/main">
            <a:off x="6429375" y="2562225"/>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03  Đổi quota</a:t>
            </a:r>
          </a:p>
        </p:txBody>
      </p:sp>
      <p:sp>
        <p:nvSpPr>
          <p:cNvPr id="13" name="">
            <a:extLst xmlns:a="http://schemas.openxmlformats.org/drawingml/2006/main">
              <a:ext uri="{FF2B5EF4-FFF2-40B4-BE49-F238E27FC236}">
                <a16:creationId xmlns:a16="http://schemas.microsoft.com/office/drawing/2014/main" id="{D19C35ED-BF05-46A5-AEB5-00BC9097D694}"/>
              </a:ext>
            </a:extLst>
          </p:cNvPr>
          <p:cNvSpPr>
            <a:spLocks xmlns:a="http://schemas.openxmlformats.org/drawingml/2006/main" noGrp="1"/>
          </p:cNvSpPr>
          <p:nvPr/>
        </p:nvSpPr>
        <p:spPr>
          <a:xfrm xmlns:a="http://schemas.openxmlformats.org/drawingml/2006/main">
            <a:off x="6429375" y="2990850"/>
            <a:ext cx="2143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90 thành 60 phút</a:t>
            </a:r>
          </a:p>
        </p:txBody>
      </p:sp>
      <p:sp>
        <p:nvSpPr>
          <p:cNvPr id="14" name="">
            <a:extLst xmlns:a="http://schemas.openxmlformats.org/drawingml/2006/main">
              <a:ext uri="{FF2B5EF4-FFF2-40B4-BE49-F238E27FC236}">
                <a16:creationId xmlns:a16="http://schemas.microsoft.com/office/drawing/2014/main" id="{7AA90CF7-97C6-4220-B16E-A93C25EEBA55}"/>
              </a:ext>
            </a:extLst>
          </p:cNvPr>
          <p:cNvSpPr>
            <a:spLocks xmlns:a="http://schemas.openxmlformats.org/drawingml/2006/main" noGrp="1"/>
          </p:cNvSpPr>
          <p:nvPr/>
        </p:nvSpPr>
        <p:spPr>
          <a:xfrm xmlns:a="http://schemas.openxmlformats.org/drawingml/2006/main">
            <a:off x="9048750" y="2428875"/>
            <a:ext cx="2524125" cy="1276350"/>
          </a:xfrm>
          <a:prstGeom xmlns:a="http://schemas.openxmlformats.org/drawingml/2006/main" prst="roundRect">
            <a:avLst>
              <a:gd name="adj" fmla="val 8955"/>
            </a:avLst>
          </a:prstGeom>
          <a:solidFill xmlns:a="http://schemas.openxmlformats.org/drawingml/2006/main">
            <a:srgbClr val="102D38"/>
          </a:solidFill>
          <a:ln xmlns:a="http://schemas.openxmlformats.org/drawingml/2006/main" w="14288">
            <a:solidFill>
              <a:srgbClr val="102D38"/>
            </a:solidFill>
          </a:ln>
        </p:spPr>
      </p:sp>
      <p:sp>
        <p:nvSpPr>
          <p:cNvPr id="15" name="">
            <a:extLst xmlns:a="http://schemas.openxmlformats.org/drawingml/2006/main">
              <a:ext uri="{FF2B5EF4-FFF2-40B4-BE49-F238E27FC236}">
                <a16:creationId xmlns:a16="http://schemas.microsoft.com/office/drawing/2014/main" id="{FFD76C04-F13C-4DD3-9FDE-E2837F9CAD96}"/>
              </a:ext>
            </a:extLst>
          </p:cNvPr>
          <p:cNvSpPr>
            <a:spLocks xmlns:a="http://schemas.openxmlformats.org/drawingml/2006/main" noGrp="1"/>
          </p:cNvSpPr>
          <p:nvPr/>
        </p:nvSpPr>
        <p:spPr>
          <a:xfrm xmlns:a="http://schemas.openxmlformats.org/drawingml/2006/main">
            <a:off x="9239250" y="2562225"/>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04  Đồng bộ</a:t>
            </a:r>
          </a:p>
        </p:txBody>
      </p:sp>
      <p:sp>
        <p:nvSpPr>
          <p:cNvPr id="16" name="">
            <a:extLst xmlns:a="http://schemas.openxmlformats.org/drawingml/2006/main">
              <a:ext uri="{FF2B5EF4-FFF2-40B4-BE49-F238E27FC236}">
                <a16:creationId xmlns:a16="http://schemas.microsoft.com/office/drawing/2014/main" id="{957E49D4-03EB-4548-9FBB-3326365BF083}"/>
              </a:ext>
            </a:extLst>
          </p:cNvPr>
          <p:cNvSpPr>
            <a:spLocks xmlns:a="http://schemas.openxmlformats.org/drawingml/2006/main" noGrp="1"/>
          </p:cNvSpPr>
          <p:nvPr/>
        </p:nvSpPr>
        <p:spPr>
          <a:xfrm xmlns:a="http://schemas.openxmlformats.org/drawingml/2006/main">
            <a:off x="9239250" y="2990850"/>
            <a:ext cx="2143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EBDD"/>
                </a:solidFill>
                <a:latin typeface="Arial"/>
                <a:ea typeface="Arial"/>
                <a:cs typeface="Arial"/>
              </a:defRPr>
            </a:pPr>
            <a:r>
              <a:rPr sz="1650" b="0">
                <a:solidFill>
                  <a:srgbClr val="BFEBDD"/>
                </a:solidFill>
                <a:latin typeface="Arial"/>
                <a:ea typeface="Arial"/>
                <a:cs typeface="Arial"/>
              </a:rPr>
              <a:t>Agent lưu policy mới</a:t>
            </a:r>
          </a:p>
        </p:txBody>
      </p:sp>
      <p:cxnSp>
        <p:nvCxnSpPr>
          <p:cNvPr id="40" name=""/>
          <p:cNvCxnSpPr>
            <a:stCxn xmlns:a="http://schemas.openxmlformats.org/drawingml/2006/main" id="5" idx="3"/>
            <a:endCxn xmlns:a="http://schemas.openxmlformats.org/drawingml/2006/main" id="8" idx="1"/>
          </p:cNvCxnSpPr>
          <p:nvPr/>
        </p:nvCxnSpPr>
        <p:spPr>
          <a:xfrm xmlns:a="http://schemas.openxmlformats.org/drawingml/2006/main">
            <a:off x="3143250" y="3067050"/>
            <a:ext cx="285750" cy="0"/>
          </a:xfrm>
          <a:prstGeom xmlns:a="http://schemas.openxmlformats.org/drawingml/2006/main" prst="straightConnector1">
            <a:avLst/>
          </a:prstGeom>
          <a:ln xmlns:a="http://schemas.openxmlformats.org/drawingml/2006/main" w="20955">
            <a:solidFill>
              <a:srgbClr val="087F79"/>
            </a:solidFill>
            <a:prstDash val="solid"/>
            <a:tailEnd type="triangle" w="med" len="med"/>
          </a:ln>
        </p:spPr>
      </p:cxnSp>
      <p:cxnSp>
        <p:nvCxnSpPr>
          <p:cNvPr id="41" name=""/>
          <p:cNvCxnSpPr>
            <a:stCxn xmlns:a="http://schemas.openxmlformats.org/drawingml/2006/main" id="8" idx="3"/>
            <a:endCxn xmlns:a="http://schemas.openxmlformats.org/drawingml/2006/main" id="11" idx="1"/>
          </p:cNvCxnSpPr>
          <p:nvPr/>
        </p:nvCxnSpPr>
        <p:spPr>
          <a:xfrm xmlns:a="http://schemas.openxmlformats.org/drawingml/2006/main">
            <a:off x="5953125" y="3067050"/>
            <a:ext cx="285750" cy="0"/>
          </a:xfrm>
          <a:prstGeom xmlns:a="http://schemas.openxmlformats.org/drawingml/2006/main" prst="straightConnector1">
            <a:avLst/>
          </a:prstGeom>
          <a:ln xmlns:a="http://schemas.openxmlformats.org/drawingml/2006/main" w="20955">
            <a:solidFill>
              <a:srgbClr val="087F79"/>
            </a:solidFill>
            <a:prstDash val="solid"/>
            <a:tailEnd type="triangle" w="med" len="med"/>
          </a:ln>
        </p:spPr>
      </p:cxnSp>
      <p:cxnSp>
        <p:nvCxnSpPr>
          <p:cNvPr id="42" name=""/>
          <p:cNvCxnSpPr>
            <a:stCxn xmlns:a="http://schemas.openxmlformats.org/drawingml/2006/main" id="11" idx="3"/>
            <a:endCxn xmlns:a="http://schemas.openxmlformats.org/drawingml/2006/main" id="14" idx="1"/>
          </p:cNvCxnSpPr>
          <p:nvPr/>
        </p:nvCxnSpPr>
        <p:spPr>
          <a:xfrm xmlns:a="http://schemas.openxmlformats.org/drawingml/2006/main">
            <a:off x="8763000" y="3067050"/>
            <a:ext cx="285750" cy="0"/>
          </a:xfrm>
          <a:prstGeom xmlns:a="http://schemas.openxmlformats.org/drawingml/2006/main" prst="straightConnector1">
            <a:avLst/>
          </a:prstGeom>
          <a:ln xmlns:a="http://schemas.openxmlformats.org/drawingml/2006/main" w="20955">
            <a:solidFill>
              <a:srgbClr val="087F79"/>
            </a:solidFill>
            <a:prstDash val="solid"/>
            <a:tailEnd type="triangle" w="med" len="med"/>
          </a:ln>
        </p:spPr>
      </p:cxnSp>
      <p:sp>
        <p:nvSpPr>
          <p:cNvPr id="20" name="">
            <a:extLst xmlns:a="http://schemas.openxmlformats.org/drawingml/2006/main">
              <a:ext uri="{FF2B5EF4-FFF2-40B4-BE49-F238E27FC236}">
                <a16:creationId xmlns:a16="http://schemas.microsoft.com/office/drawing/2014/main" id="{EFB89B13-6DB0-4E41-B072-21DFFBDF1D9A}"/>
              </a:ext>
            </a:extLst>
          </p:cNvPr>
          <p:cNvSpPr>
            <a:spLocks xmlns:a="http://schemas.openxmlformats.org/drawingml/2006/main" noGrp="1"/>
          </p:cNvSpPr>
          <p:nvPr/>
        </p:nvSpPr>
        <p:spPr>
          <a:xfrm xmlns:a="http://schemas.openxmlformats.org/drawingml/2006/main">
            <a:off x="742950" y="42767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79"/>
                </a:solidFill>
                <a:latin typeface="Arial"/>
                <a:ea typeface="Arial"/>
                <a:cs typeface="Arial"/>
              </a:defRPr>
            </a:pPr>
            <a:r>
              <a:rPr sz="2325" b="1">
                <a:solidFill>
                  <a:srgbClr val="087F79"/>
                </a:solidFill>
                <a:latin typeface="Arial"/>
                <a:ea typeface="Arial"/>
                <a:cs typeface="Arial"/>
              </a:rPr>
              <a:t>Trên dashboard</a:t>
            </a:r>
          </a:p>
        </p:txBody>
      </p:sp>
      <p:sp>
        <p:nvSpPr>
          <p:cNvPr id="21" name="">
            <a:extLst xmlns:a="http://schemas.openxmlformats.org/drawingml/2006/main">
              <a:ext uri="{FF2B5EF4-FFF2-40B4-BE49-F238E27FC236}">
                <a16:creationId xmlns:a16="http://schemas.microsoft.com/office/drawing/2014/main" id="{B203FED1-2087-4AA8-9A51-8824EC49BFB3}"/>
              </a:ext>
            </a:extLst>
          </p:cNvPr>
          <p:cNvSpPr>
            <a:spLocks xmlns:a="http://schemas.openxmlformats.org/drawingml/2006/main" noGrp="1"/>
          </p:cNvSpPr>
          <p:nvPr/>
        </p:nvSpPr>
        <p:spPr>
          <a:xfrm xmlns:a="http://schemas.openxmlformats.org/drawingml/2006/main">
            <a:off x="771525" y="4905375"/>
            <a:ext cx="4572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Thiết bị online</a:t>
            </a:r>
          </a:p>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Policy tăng phiên bản</a:t>
            </a:r>
          </a:p>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Nhật ký ghi thay đổi</a:t>
            </a:r>
          </a:p>
        </p:txBody>
      </p:sp>
      <p:sp>
        <p:nvSpPr>
          <p:cNvPr id="22" name="">
            <a:extLst xmlns:a="http://schemas.openxmlformats.org/drawingml/2006/main">
              <a:ext uri="{FF2B5EF4-FFF2-40B4-BE49-F238E27FC236}">
                <a16:creationId xmlns:a16="http://schemas.microsoft.com/office/drawing/2014/main" id="{DFD48843-D4AA-480B-A92F-DA02A454322E}"/>
              </a:ext>
            </a:extLst>
          </p:cNvPr>
          <p:cNvSpPr>
            <a:spLocks xmlns:a="http://schemas.openxmlformats.org/drawingml/2006/main" noGrp="1"/>
          </p:cNvSpPr>
          <p:nvPr/>
        </p:nvSpPr>
        <p:spPr>
          <a:xfrm xmlns:a="http://schemas.openxmlformats.org/drawingml/2006/main">
            <a:off x="6553200" y="42767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79"/>
                </a:solidFill>
                <a:latin typeface="Arial"/>
                <a:ea typeface="Arial"/>
                <a:cs typeface="Arial"/>
              </a:defRPr>
            </a:pPr>
            <a:r>
              <a:rPr sz="2325" b="1">
                <a:solidFill>
                  <a:srgbClr val="087F79"/>
                </a:solidFill>
                <a:latin typeface="Arial"/>
                <a:ea typeface="Arial"/>
                <a:cs typeface="Arial"/>
              </a:rPr>
              <a:t>Trên agent</a:t>
            </a:r>
          </a:p>
        </p:txBody>
      </p:sp>
      <p:sp>
        <p:nvSpPr>
          <p:cNvPr id="23" name="">
            <a:extLst xmlns:a="http://schemas.openxmlformats.org/drawingml/2006/main">
              <a:ext uri="{FF2B5EF4-FFF2-40B4-BE49-F238E27FC236}">
                <a16:creationId xmlns:a16="http://schemas.microsoft.com/office/drawing/2014/main" id="{A10D6DF9-3F72-4DF4-A877-2F6A8AA0F195}"/>
              </a:ext>
            </a:extLst>
          </p:cNvPr>
          <p:cNvSpPr>
            <a:spLocks xmlns:a="http://schemas.openxmlformats.org/drawingml/2006/main" noGrp="1"/>
          </p:cNvSpPr>
          <p:nvPr/>
        </p:nvSpPr>
        <p:spPr>
          <a:xfrm xmlns:a="http://schemas.openxmlformats.org/drawingml/2006/main">
            <a:off x="6581775" y="4905375"/>
            <a:ext cx="4572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Nhận phiên bản mới</a:t>
            </a:r>
          </a:p>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Đọc lại cấu hình đã lưu</a:t>
            </a:r>
          </a:p>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Chưa đếm giờ hoặc khóa máy</a:t>
            </a:r>
          </a:p>
        </p:txBody>
      </p:sp>
    </p:spTree>
    <p:extLst>
      <p:ext uri="{BB962C8B-B14F-4D97-AF65-F5344CB8AC3E}">
        <p14:creationId xmlns:p14="http://schemas.microsoft.com/office/powerpoint/2010/main" val="131979312"/>
      </p:ext>
    </p:extLst>
  </p:cSld>
</p:sld>
</file>

<file path=ppt/slides/slide9.xml><?xml version="1.0" encoding="utf-8"?>
<p:sld xmlns:p="http://schemas.openxmlformats.org/presentationml/2006/main">
  <p:cSld>
    <p:bg>
      <p:bgPr>
        <a:solidFill xmlns:a="http://schemas.openxmlformats.org/drawingml/2006/main">
          <a:srgbClr val="102D3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72E8F39-BC01-4CD3-94D2-7F4E4844B41D}"/>
              </a:ext>
            </a:extLst>
          </p:cNvPr>
          <p:cNvSpPr>
            <a:spLocks xmlns:a="http://schemas.openxmlformats.org/drawingml/2006/main" noGrp="1"/>
          </p:cNvSpPr>
          <p:nvPr/>
        </p:nvSpPr>
        <p:spPr>
          <a:xfrm xmlns:a="http://schemas.openxmlformats.org/drawingml/2006/main">
            <a:off x="609600" y="5238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Kiểm chứng bộ khung</a:t>
            </a:r>
          </a:p>
        </p:txBody>
      </p:sp>
      <p:sp>
        <p:nvSpPr>
          <p:cNvPr id="2" name="">
            <a:extLst xmlns:a="http://schemas.openxmlformats.org/drawingml/2006/main">
              <a:ext uri="{FF2B5EF4-FFF2-40B4-BE49-F238E27FC236}">
                <a16:creationId xmlns:a16="http://schemas.microsoft.com/office/drawing/2014/main" id="{DF6B4FB9-EB82-4269-ACCE-8798A98288FE}"/>
              </a:ext>
            </a:extLst>
          </p:cNvPr>
          <p:cNvSpPr>
            <a:spLocks xmlns:a="http://schemas.openxmlformats.org/drawingml/2006/main" noGrp="1"/>
          </p:cNvSpPr>
          <p:nvPr/>
        </p:nvSpPr>
        <p:spPr>
          <a:xfrm xmlns:a="http://schemas.openxmlformats.org/drawingml/2006/main">
            <a:off x="638175" y="132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FEBDD"/>
                </a:solidFill>
                <a:latin typeface="Arial"/>
                <a:ea typeface="Arial"/>
                <a:cs typeface="Arial"/>
              </a:defRPr>
            </a:pPr>
            <a:r>
              <a:rPr sz="1725" b="0">
                <a:solidFill>
                  <a:srgbClr val="BFEBDD"/>
                </a:solidFill>
                <a:latin typeface="Arial"/>
                <a:ea typeface="Arial"/>
                <a:cs typeface="Arial"/>
              </a:rPr>
              <a:t>Kết quả lần chạy đã ghi nhận: 15 unit tests và 14 integration tests</a:t>
            </a:r>
          </a:p>
        </p:txBody>
      </p:sp>
      <p:sp>
        <p:nvSpPr>
          <p:cNvPr id="3" name="">
            <a:extLst xmlns:a="http://schemas.openxmlformats.org/drawingml/2006/main">
              <a:ext uri="{FF2B5EF4-FFF2-40B4-BE49-F238E27FC236}">
                <a16:creationId xmlns:a16="http://schemas.microsoft.com/office/drawing/2014/main" id="{F9922099-922C-4C1F-90E6-99380A11BBEB}"/>
              </a:ext>
            </a:extLst>
          </p:cNvPr>
          <p:cNvSpPr>
            <a:spLocks xmlns:a="http://schemas.openxmlformats.org/drawingml/2006/main" noGrp="1"/>
          </p:cNvSpPr>
          <p:nvPr/>
        </p:nvSpPr>
        <p:spPr>
          <a:xfrm xmlns:a="http://schemas.openxmlformats.org/drawingml/2006/main">
            <a:off x="638175" y="6334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C4C8"/>
                </a:solidFill>
                <a:latin typeface="Arial"/>
                <a:ea typeface="Arial"/>
                <a:cs typeface="Arial"/>
              </a:defRPr>
            </a:pPr>
            <a:r>
              <a:rPr sz="1200" b="0">
                <a:solidFill>
                  <a:srgbClr val="A9C4C8"/>
                </a:solidFill>
                <a:latin typeface="Arial"/>
                <a:ea typeface="Arial"/>
                <a:cs typeface="Arial"/>
              </a:rPr>
              <a:t>OpenGuard Kids</a:t>
            </a:r>
          </a:p>
        </p:txBody>
      </p:sp>
      <p:sp>
        <p:nvSpPr>
          <p:cNvPr id="4" name="">
            <a:extLst xmlns:a="http://schemas.openxmlformats.org/drawingml/2006/main">
              <a:ext uri="{FF2B5EF4-FFF2-40B4-BE49-F238E27FC236}">
                <a16:creationId xmlns:a16="http://schemas.microsoft.com/office/drawing/2014/main" id="{FA529FD6-C10E-4876-9D9C-EB8B20F9BF68}"/>
              </a:ext>
            </a:extLst>
          </p:cNvPr>
          <p:cNvSpPr>
            <a:spLocks xmlns:a="http://schemas.openxmlformats.org/drawingml/2006/main" noGrp="1"/>
          </p:cNvSpPr>
          <p:nvPr/>
        </p:nvSpPr>
        <p:spPr>
          <a:xfrm xmlns:a="http://schemas.openxmlformats.org/drawingml/2006/main">
            <a:off x="11029950" y="62769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BFEBDD"/>
                </a:solidFill>
                <a:latin typeface="Arial"/>
                <a:ea typeface="Arial"/>
                <a:cs typeface="Arial"/>
              </a:defRPr>
            </a:pPr>
            <a:r>
              <a:rPr sz="1425" b="1">
                <a:solidFill>
                  <a:srgbClr val="BFEBDD"/>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E08CE25F-9DAB-4838-86E4-E5F4773C04A6}"/>
              </a:ext>
            </a:extLst>
          </p:cNvPr>
          <p:cNvSpPr>
            <a:spLocks xmlns:a="http://schemas.openxmlformats.org/drawingml/2006/main" noGrp="1"/>
          </p:cNvSpPr>
          <p:nvPr/>
        </p:nvSpPr>
        <p:spPr>
          <a:xfrm xmlns:a="http://schemas.openxmlformats.org/drawingml/2006/main">
            <a:off x="657225" y="1952625"/>
            <a:ext cx="45720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125" b="1">
                <a:solidFill>
                  <a:srgbClr val="BFEBDD"/>
                </a:solidFill>
                <a:latin typeface="Arial"/>
                <a:ea typeface="Arial"/>
                <a:cs typeface="Arial"/>
              </a:defRPr>
            </a:pPr>
            <a:r>
              <a:rPr sz="13125" b="1">
                <a:solidFill>
                  <a:srgbClr val="BFEBDD"/>
                </a:solidFill>
                <a:latin typeface="Arial"/>
                <a:ea typeface="Arial"/>
                <a:cs typeface="Arial"/>
              </a:rPr>
              <a:t>29</a:t>
            </a:r>
          </a:p>
        </p:txBody>
      </p:sp>
      <p:sp>
        <p:nvSpPr>
          <p:cNvPr id="6" name="">
            <a:extLst xmlns:a="http://schemas.openxmlformats.org/drawingml/2006/main">
              <a:ext uri="{FF2B5EF4-FFF2-40B4-BE49-F238E27FC236}">
                <a16:creationId xmlns:a16="http://schemas.microsoft.com/office/drawing/2014/main" id="{A1A6D3EC-F28C-4CD7-8ED4-772CDF4D6E4F}"/>
              </a:ext>
            </a:extLst>
          </p:cNvPr>
          <p:cNvSpPr>
            <a:spLocks xmlns:a="http://schemas.openxmlformats.org/drawingml/2006/main" noGrp="1"/>
          </p:cNvSpPr>
          <p:nvPr/>
        </p:nvSpPr>
        <p:spPr>
          <a:xfrm xmlns:a="http://schemas.openxmlformats.org/drawingml/2006/main">
            <a:off x="742950" y="42576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CA KIỂM THỬ ĐẠT</a:t>
            </a:r>
          </a:p>
        </p:txBody>
      </p:sp>
      <p:sp>
        <p:nvSpPr>
          <p:cNvPr id="7" name="">
            <a:extLst xmlns:a="http://schemas.openxmlformats.org/drawingml/2006/main">
              <a:ext uri="{FF2B5EF4-FFF2-40B4-BE49-F238E27FC236}">
                <a16:creationId xmlns:a16="http://schemas.microsoft.com/office/drawing/2014/main" id="{FEB78B2F-669A-4BA9-9F47-2C6F887D9486}"/>
              </a:ext>
            </a:extLst>
          </p:cNvPr>
          <p:cNvSpPr>
            <a:spLocks xmlns:a="http://schemas.openxmlformats.org/drawingml/2006/main" noGrp="1"/>
          </p:cNvSpPr>
          <p:nvPr/>
        </p:nvSpPr>
        <p:spPr>
          <a:xfrm xmlns:a="http://schemas.openxmlformats.org/drawingml/2006/main">
            <a:off x="771525" y="4933950"/>
            <a:ext cx="4143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BD0D4"/>
                </a:solidFill>
                <a:latin typeface="Arial"/>
                <a:ea typeface="Arial"/>
                <a:cs typeface="Arial"/>
              </a:defRPr>
            </a:pPr>
            <a:r>
              <a:rPr sz="1950" b="0">
                <a:solidFill>
                  <a:srgbClr val="BBD0D4"/>
                </a:solidFill>
                <a:latin typeface="Arial"/>
                <a:ea typeface="Arial"/>
                <a:cs typeface="Arial"/>
              </a:rPr>
              <a:t>Kiểm thử tự động cho</a:t>
            </a:r>
          </a:p>
          <a:p xmlns:a="http://schemas.openxmlformats.org/drawingml/2006/main">
            <a:pPr>
              <a:defRPr sz="1950" b="0">
                <a:solidFill>
                  <a:srgbClr val="BBD0D4"/>
                </a:solidFill>
                <a:latin typeface="Arial"/>
                <a:ea typeface="Arial"/>
                <a:cs typeface="Arial"/>
              </a:defRPr>
            </a:pPr>
            <a:r>
              <a:rPr sz="1950" b="0">
                <a:solidFill>
                  <a:srgbClr val="BBD0D4"/>
                </a:solidFill>
                <a:latin typeface="Arial"/>
                <a:ea typeface="Arial"/>
                <a:cs typeface="Arial"/>
              </a:rPr>
              <a:t>phạm vi bộ khung hiện tại</a:t>
            </a:r>
          </a:p>
        </p:txBody>
      </p:sp>
      <p:sp>
        <p:nvSpPr>
          <p:cNvPr id="8" name="">
            <a:extLst xmlns:a="http://schemas.openxmlformats.org/drawingml/2006/main">
              <a:ext uri="{FF2B5EF4-FFF2-40B4-BE49-F238E27FC236}">
                <a16:creationId xmlns:a16="http://schemas.microsoft.com/office/drawing/2014/main" id="{FA721A91-9344-4270-BD81-15F6BA829DB3}"/>
              </a:ext>
            </a:extLst>
          </p:cNvPr>
          <p:cNvSpPr>
            <a:spLocks xmlns:a="http://schemas.openxmlformats.org/drawingml/2006/main" noGrp="1"/>
          </p:cNvSpPr>
          <p:nvPr/>
        </p:nvSpPr>
        <p:spPr>
          <a:xfrm xmlns:a="http://schemas.openxmlformats.org/drawingml/2006/main">
            <a:off x="5876925" y="2114550"/>
            <a:ext cx="60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BFEBDD"/>
                </a:solidFill>
                <a:latin typeface="Arial"/>
                <a:ea typeface="Arial"/>
                <a:cs typeface="Arial"/>
              </a:defRPr>
            </a:pPr>
            <a:r>
              <a:rPr sz="2625" b="1">
                <a:solidFill>
                  <a:srgbClr val="BFEBDD"/>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5A212E16-2041-4DE2-8B89-31A53182FD0D}"/>
              </a:ext>
            </a:extLst>
          </p:cNvPr>
          <p:cNvSpPr>
            <a:spLocks xmlns:a="http://schemas.openxmlformats.org/drawingml/2006/main" noGrp="1"/>
          </p:cNvSpPr>
          <p:nvPr/>
        </p:nvSpPr>
        <p:spPr>
          <a:xfrm xmlns:a="http://schemas.openxmlformats.org/drawingml/2006/main">
            <a:off x="6638925" y="2114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Xác thực và quyền</a:t>
            </a:r>
          </a:p>
        </p:txBody>
      </p:sp>
      <p:sp>
        <p:nvSpPr>
          <p:cNvPr id="10" name="">
            <a:extLst xmlns:a="http://schemas.openxmlformats.org/drawingml/2006/main">
              <a:ext uri="{FF2B5EF4-FFF2-40B4-BE49-F238E27FC236}">
                <a16:creationId xmlns:a16="http://schemas.microsoft.com/office/drawing/2014/main" id="{8CAE2753-CEEC-4254-ABD6-2278ADB4B4CA}"/>
              </a:ext>
            </a:extLst>
          </p:cNvPr>
          <p:cNvSpPr>
            <a:spLocks xmlns:a="http://schemas.openxmlformats.org/drawingml/2006/main" noGrp="1"/>
          </p:cNvSpPr>
          <p:nvPr/>
        </p:nvSpPr>
        <p:spPr>
          <a:xfrm xmlns:a="http://schemas.openxmlformats.org/drawingml/2006/main">
            <a:off x="6638925" y="258127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BD0D4"/>
                </a:solidFill>
                <a:latin typeface="Arial"/>
                <a:ea typeface="Arial"/>
                <a:cs typeface="Arial"/>
              </a:defRPr>
            </a:pPr>
            <a:r>
              <a:rPr sz="1725" b="0">
                <a:solidFill>
                  <a:srgbClr val="BBD0D4"/>
                </a:solidFill>
                <a:latin typeface="Arial"/>
                <a:ea typeface="Arial"/>
                <a:cs typeface="Arial"/>
              </a:rPr>
              <a:t>Đăng xuất vô hiệu phiên cũ</a:t>
            </a:r>
          </a:p>
          <a:p xmlns:a="http://schemas.openxmlformats.org/drawingml/2006/main">
            <a:pPr>
              <a:defRPr sz="1725" b="0">
                <a:solidFill>
                  <a:srgbClr val="BBD0D4"/>
                </a:solidFill>
                <a:latin typeface="Arial"/>
                <a:ea typeface="Arial"/>
                <a:cs typeface="Arial"/>
              </a:defRPr>
            </a:pPr>
            <a:r>
              <a:rPr sz="1725" b="0">
                <a:solidFill>
                  <a:srgbClr val="BBD0D4"/>
                </a:solidFill>
                <a:latin typeface="Arial"/>
                <a:ea typeface="Arial"/>
                <a:cs typeface="Arial"/>
              </a:rPr>
              <a:t>Phụ huynh khác bị từ chối</a:t>
            </a:r>
          </a:p>
        </p:txBody>
      </p:sp>
      <p:sp>
        <p:nvSpPr>
          <p:cNvPr id="11" name="">
            <a:extLst xmlns:a="http://schemas.openxmlformats.org/drawingml/2006/main">
              <a:ext uri="{FF2B5EF4-FFF2-40B4-BE49-F238E27FC236}">
                <a16:creationId xmlns:a16="http://schemas.microsoft.com/office/drawing/2014/main" id="{E8BFF44F-549D-4CBC-B2F2-261B2DD5E48B}"/>
              </a:ext>
            </a:extLst>
          </p:cNvPr>
          <p:cNvSpPr>
            <a:spLocks xmlns:a="http://schemas.openxmlformats.org/drawingml/2006/main" noGrp="1"/>
          </p:cNvSpPr>
          <p:nvPr/>
        </p:nvSpPr>
        <p:spPr>
          <a:xfrm xmlns:a="http://schemas.openxmlformats.org/drawingml/2006/main">
            <a:off x="5876925" y="3476625"/>
            <a:ext cx="60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BFEBDD"/>
                </a:solidFill>
                <a:latin typeface="Arial"/>
                <a:ea typeface="Arial"/>
                <a:cs typeface="Arial"/>
              </a:defRPr>
            </a:pPr>
            <a:r>
              <a:rPr sz="2625" b="1">
                <a:solidFill>
                  <a:srgbClr val="BFEBDD"/>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FE1E94FC-8451-413E-A013-A44599F5B475}"/>
              </a:ext>
            </a:extLst>
          </p:cNvPr>
          <p:cNvSpPr>
            <a:spLocks xmlns:a="http://schemas.openxmlformats.org/drawingml/2006/main" noGrp="1"/>
          </p:cNvSpPr>
          <p:nvPr/>
        </p:nvSpPr>
        <p:spPr>
          <a:xfrm xmlns:a="http://schemas.openxmlformats.org/drawingml/2006/main">
            <a:off x="6638925" y="3476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Ghép đôi và token</a:t>
            </a:r>
          </a:p>
        </p:txBody>
      </p:sp>
      <p:sp>
        <p:nvSpPr>
          <p:cNvPr id="13" name="">
            <a:extLst xmlns:a="http://schemas.openxmlformats.org/drawingml/2006/main">
              <a:ext uri="{FF2B5EF4-FFF2-40B4-BE49-F238E27FC236}">
                <a16:creationId xmlns:a16="http://schemas.microsoft.com/office/drawing/2014/main" id="{77D06CC2-285D-40DF-BBB5-66BAAED22A4C}"/>
              </a:ext>
            </a:extLst>
          </p:cNvPr>
          <p:cNvSpPr>
            <a:spLocks xmlns:a="http://schemas.openxmlformats.org/drawingml/2006/main" noGrp="1"/>
          </p:cNvSpPr>
          <p:nvPr/>
        </p:nvSpPr>
        <p:spPr>
          <a:xfrm xmlns:a="http://schemas.openxmlformats.org/drawingml/2006/main">
            <a:off x="6638925" y="394335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BD0D4"/>
                </a:solidFill>
                <a:latin typeface="Arial"/>
                <a:ea typeface="Arial"/>
                <a:cs typeface="Arial"/>
              </a:defRPr>
            </a:pPr>
            <a:r>
              <a:rPr sz="1725" b="0">
                <a:solidFill>
                  <a:srgbClr val="BBD0D4"/>
                </a:solidFill>
                <a:latin typeface="Arial"/>
                <a:ea typeface="Arial"/>
                <a:cs typeface="Arial"/>
              </a:rPr>
              <a:t>Từ chối mã hết hạn hoặc đã dùng</a:t>
            </a:r>
          </a:p>
          <a:p xmlns:a="http://schemas.openxmlformats.org/drawingml/2006/main">
            <a:pPr>
              <a:defRPr sz="1725" b="0">
                <a:solidFill>
                  <a:srgbClr val="BBD0D4"/>
                </a:solidFill>
                <a:latin typeface="Arial"/>
                <a:ea typeface="Arial"/>
                <a:cs typeface="Arial"/>
              </a:defRPr>
            </a:pPr>
            <a:r>
              <a:rPr sz="1725" b="0">
                <a:solidFill>
                  <a:srgbClr val="BBD0D4"/>
                </a:solidFill>
                <a:latin typeface="Arial"/>
                <a:ea typeface="Arial"/>
                <a:cs typeface="Arial"/>
              </a:rPr>
              <a:t>Refresh vô hiệu token cũ</a:t>
            </a:r>
          </a:p>
        </p:txBody>
      </p:sp>
      <p:sp>
        <p:nvSpPr>
          <p:cNvPr id="14" name="">
            <a:extLst xmlns:a="http://schemas.openxmlformats.org/drawingml/2006/main">
              <a:ext uri="{FF2B5EF4-FFF2-40B4-BE49-F238E27FC236}">
                <a16:creationId xmlns:a16="http://schemas.microsoft.com/office/drawing/2014/main" id="{8221744F-2F6C-4517-B62B-0956C06D452F}"/>
              </a:ext>
            </a:extLst>
          </p:cNvPr>
          <p:cNvSpPr>
            <a:spLocks xmlns:a="http://schemas.openxmlformats.org/drawingml/2006/main" noGrp="1"/>
          </p:cNvSpPr>
          <p:nvPr/>
        </p:nvSpPr>
        <p:spPr>
          <a:xfrm xmlns:a="http://schemas.openxmlformats.org/drawingml/2006/main">
            <a:off x="5876925" y="4838700"/>
            <a:ext cx="60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BFEBDD"/>
                </a:solidFill>
                <a:latin typeface="Arial"/>
                <a:ea typeface="Arial"/>
                <a:cs typeface="Arial"/>
              </a:defRPr>
            </a:pPr>
            <a:r>
              <a:rPr sz="2625" b="1">
                <a:solidFill>
                  <a:srgbClr val="BFEBDD"/>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B687FFEB-88B4-467E-8B40-F44204A9FA3C}"/>
              </a:ext>
            </a:extLst>
          </p:cNvPr>
          <p:cNvSpPr>
            <a:spLocks xmlns:a="http://schemas.openxmlformats.org/drawingml/2006/main" noGrp="1"/>
          </p:cNvSpPr>
          <p:nvPr/>
        </p:nvSpPr>
        <p:spPr>
          <a:xfrm xmlns:a="http://schemas.openxmlformats.org/drawingml/2006/main">
            <a:off x="6638925" y="48387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Policy và cache</a:t>
            </a:r>
          </a:p>
        </p:txBody>
      </p:sp>
      <p:sp>
        <p:nvSpPr>
          <p:cNvPr id="16" name="">
            <a:extLst xmlns:a="http://schemas.openxmlformats.org/drawingml/2006/main">
              <a:ext uri="{FF2B5EF4-FFF2-40B4-BE49-F238E27FC236}">
                <a16:creationId xmlns:a16="http://schemas.microsoft.com/office/drawing/2014/main" id="{B0DED750-A134-470A-8FE6-FB5F0A1B2677}"/>
              </a:ext>
            </a:extLst>
          </p:cNvPr>
          <p:cNvSpPr>
            <a:spLocks xmlns:a="http://schemas.openxmlformats.org/drawingml/2006/main" noGrp="1"/>
          </p:cNvSpPr>
          <p:nvPr/>
        </p:nvSpPr>
        <p:spPr>
          <a:xfrm xmlns:a="http://schemas.openxmlformats.org/drawingml/2006/main">
            <a:off x="6638925" y="530542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BD0D4"/>
                </a:solidFill>
                <a:latin typeface="Arial"/>
                <a:ea typeface="Arial"/>
                <a:cs typeface="Arial"/>
              </a:defRPr>
            </a:pPr>
            <a:r>
              <a:rPr sz="1725" b="0">
                <a:solidFill>
                  <a:srgbClr val="BBD0D4"/>
                </a:solidFill>
                <a:latin typeface="Arial"/>
                <a:ea typeface="Arial"/>
                <a:cs typeface="Arial"/>
              </a:rPr>
              <a:t>Kiểm tra xung đột phiên bản</a:t>
            </a:r>
          </a:p>
          <a:p xmlns:a="http://schemas.openxmlformats.org/drawingml/2006/main">
            <a:pPr>
              <a:defRPr sz="1725" b="0">
                <a:solidFill>
                  <a:srgbClr val="BBD0D4"/>
                </a:solidFill>
                <a:latin typeface="Arial"/>
                <a:ea typeface="Arial"/>
                <a:cs typeface="Arial"/>
              </a:defRPr>
            </a:pPr>
            <a:r>
              <a:rPr sz="1725" b="0">
                <a:solidFill>
                  <a:srgbClr val="BBD0D4"/>
                </a:solidFill>
                <a:latin typeface="Arial"/>
                <a:ea typeface="Arial"/>
                <a:cs typeface="Arial"/>
              </a:rPr>
              <a:t>Lưu và đọc lại policy mới</a:t>
            </a:r>
          </a:p>
        </p:txBody>
      </p:sp>
    </p:spTree>
    <p:extLst>
      <p:ext uri="{BB962C8B-B14F-4D97-AF65-F5344CB8AC3E}">
        <p14:creationId xmlns:p14="http://schemas.microsoft.com/office/powerpoint/2010/main" val="1321294301"/>
      </p:ext>
    </p:extLst>
  </p:cSld>
</p:sld>
</file>

<file path=ppt/slides/slide10.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53F272-9969-4F66-AD27-F8C2AB4669EF}"/>
              </a:ext>
            </a:extLst>
          </p:cNvPr>
          <p:cNvSpPr>
            <a:spLocks xmlns:a="http://schemas.openxmlformats.org/drawingml/2006/main" noGrp="1"/>
          </p:cNvSpPr>
          <p:nvPr/>
        </p:nvSpPr>
        <p:spPr>
          <a:xfrm xmlns:a="http://schemas.openxmlformats.org/drawingml/2006/main">
            <a:off x="609600" y="5238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3B"/>
                </a:solidFill>
                <a:latin typeface="Arial"/>
                <a:ea typeface="Arial"/>
                <a:cs typeface="Arial"/>
              </a:defRPr>
            </a:pPr>
            <a:r>
              <a:rPr sz="3225" b="1">
                <a:solidFill>
                  <a:srgbClr val="18313B"/>
                </a:solidFill>
                <a:latin typeface="Arial"/>
                <a:ea typeface="Arial"/>
                <a:cs typeface="Arial"/>
              </a:rPr>
              <a:t>Giới hạn của bản hiện tại</a:t>
            </a:r>
          </a:p>
        </p:txBody>
      </p:sp>
      <p:sp>
        <p:nvSpPr>
          <p:cNvPr id="2" name="">
            <a:extLst xmlns:a="http://schemas.openxmlformats.org/drawingml/2006/main">
              <a:ext uri="{FF2B5EF4-FFF2-40B4-BE49-F238E27FC236}">
                <a16:creationId xmlns:a16="http://schemas.microsoft.com/office/drawing/2014/main" id="{E5EF2129-3597-4DA1-BAE7-1C9809CFBD2D}"/>
              </a:ext>
            </a:extLst>
          </p:cNvPr>
          <p:cNvSpPr>
            <a:spLocks xmlns:a="http://schemas.openxmlformats.org/drawingml/2006/main" noGrp="1"/>
          </p:cNvSpPr>
          <p:nvPr/>
        </p:nvSpPr>
        <p:spPr>
          <a:xfrm xmlns:a="http://schemas.openxmlformats.org/drawingml/2006/main">
            <a:off x="638175" y="132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Phân biệt cấu hình đã đồng bộ với kiểm soát máy tính thực tế</a:t>
            </a:r>
          </a:p>
        </p:txBody>
      </p:sp>
      <p:sp>
        <p:nvSpPr>
          <p:cNvPr id="3" name="">
            <a:extLst xmlns:a="http://schemas.openxmlformats.org/drawingml/2006/main">
              <a:ext uri="{FF2B5EF4-FFF2-40B4-BE49-F238E27FC236}">
                <a16:creationId xmlns:a16="http://schemas.microsoft.com/office/drawing/2014/main" id="{1C2D690F-064D-45F3-A55D-E8900F8A28F9}"/>
              </a:ext>
            </a:extLst>
          </p:cNvPr>
          <p:cNvSpPr>
            <a:spLocks xmlns:a="http://schemas.openxmlformats.org/drawingml/2006/main" noGrp="1"/>
          </p:cNvSpPr>
          <p:nvPr/>
        </p:nvSpPr>
        <p:spPr>
          <a:xfrm xmlns:a="http://schemas.openxmlformats.org/drawingml/2006/main">
            <a:off x="638175" y="6334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17A"/>
                </a:solidFill>
                <a:latin typeface="Arial"/>
                <a:ea typeface="Arial"/>
                <a:cs typeface="Arial"/>
              </a:defRPr>
            </a:pPr>
            <a:r>
              <a:rPr sz="1200" b="0">
                <a:solidFill>
                  <a:srgbClr val="5D717A"/>
                </a:solidFill>
                <a:latin typeface="Arial"/>
                <a:ea typeface="Arial"/>
                <a:cs typeface="Arial"/>
              </a:rPr>
              <a:t>OpenGuard Kids</a:t>
            </a:r>
          </a:p>
        </p:txBody>
      </p:sp>
      <p:sp>
        <p:nvSpPr>
          <p:cNvPr id="4" name="">
            <a:extLst xmlns:a="http://schemas.openxmlformats.org/drawingml/2006/main">
              <a:ext uri="{FF2B5EF4-FFF2-40B4-BE49-F238E27FC236}">
                <a16:creationId xmlns:a16="http://schemas.microsoft.com/office/drawing/2014/main" id="{41A78AF6-D02C-42B6-887C-A917DF398584}"/>
              </a:ext>
            </a:extLst>
          </p:cNvPr>
          <p:cNvSpPr>
            <a:spLocks xmlns:a="http://schemas.openxmlformats.org/drawingml/2006/main" noGrp="1"/>
          </p:cNvSpPr>
          <p:nvPr/>
        </p:nvSpPr>
        <p:spPr>
          <a:xfrm xmlns:a="http://schemas.openxmlformats.org/drawingml/2006/main">
            <a:off x="11029950" y="62769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3A2A490A-6EAA-4B35-A82D-020310664838}"/>
              </a:ext>
            </a:extLst>
          </p:cNvPr>
          <p:cNvSpPr>
            <a:spLocks xmlns:a="http://schemas.openxmlformats.org/drawingml/2006/main" noGrp="1"/>
          </p:cNvSpPr>
          <p:nvPr/>
        </p:nvSpPr>
        <p:spPr>
          <a:xfrm xmlns:a="http://schemas.openxmlformats.org/drawingml/2006/main">
            <a:off x="685800" y="22002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79"/>
                </a:solidFill>
                <a:latin typeface="Arial"/>
                <a:ea typeface="Arial"/>
                <a:cs typeface="Arial"/>
              </a:defRPr>
            </a:pPr>
            <a:r>
              <a:rPr sz="1575" b="1">
                <a:solidFill>
                  <a:srgbClr val="087F79"/>
                </a:solidFill>
                <a:latin typeface="Arial"/>
                <a:ea typeface="Arial"/>
                <a:cs typeface="Arial"/>
              </a:rPr>
              <a:t>ĐÃ CÓ</a:t>
            </a:r>
          </a:p>
        </p:txBody>
      </p:sp>
      <p:sp>
        <p:nvSpPr>
          <p:cNvPr id="6" name="">
            <a:extLst xmlns:a="http://schemas.openxmlformats.org/drawingml/2006/main">
              <a:ext uri="{FF2B5EF4-FFF2-40B4-BE49-F238E27FC236}">
                <a16:creationId xmlns:a16="http://schemas.microsoft.com/office/drawing/2014/main" id="{5AA6DCFB-4053-4792-AB26-494671CDD5E9}"/>
              </a:ext>
            </a:extLst>
          </p:cNvPr>
          <p:cNvSpPr>
            <a:spLocks xmlns:a="http://schemas.openxmlformats.org/drawingml/2006/main" noGrp="1"/>
          </p:cNvSpPr>
          <p:nvPr/>
        </p:nvSpPr>
        <p:spPr>
          <a:xfrm xmlns:a="http://schemas.openxmlformats.org/drawingml/2006/main">
            <a:off x="685800" y="2809875"/>
            <a:ext cx="4905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3B"/>
                </a:solidFill>
                <a:latin typeface="Arial"/>
                <a:ea typeface="Arial"/>
                <a:cs typeface="Arial"/>
              </a:defRPr>
            </a:pPr>
            <a:r>
              <a:rPr sz="2625" b="1">
                <a:solidFill>
                  <a:srgbClr val="18313B"/>
                </a:solidFill>
                <a:latin typeface="Arial"/>
                <a:ea typeface="Arial"/>
                <a:cs typeface="Arial"/>
              </a:rPr>
              <a:t>Luồng giao tiếp đầu–cuối</a:t>
            </a:r>
          </a:p>
        </p:txBody>
      </p:sp>
      <p:sp>
        <p:nvSpPr>
          <p:cNvPr id="7" name="">
            <a:extLst xmlns:a="http://schemas.openxmlformats.org/drawingml/2006/main">
              <a:ext uri="{FF2B5EF4-FFF2-40B4-BE49-F238E27FC236}">
                <a16:creationId xmlns:a16="http://schemas.microsoft.com/office/drawing/2014/main" id="{46AC4D62-283C-46B6-AD1C-1570D93C3860}"/>
              </a:ext>
            </a:extLst>
          </p:cNvPr>
          <p:cNvSpPr>
            <a:spLocks xmlns:a="http://schemas.openxmlformats.org/drawingml/2006/main" noGrp="1"/>
          </p:cNvSpPr>
          <p:nvPr/>
        </p:nvSpPr>
        <p:spPr>
          <a:xfrm xmlns:a="http://schemas.openxmlformats.org/drawingml/2006/main">
            <a:off x="723900" y="3676650"/>
            <a:ext cx="46386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D717A"/>
                </a:solidFill>
                <a:latin typeface="Arial"/>
                <a:ea typeface="Arial"/>
                <a:cs typeface="Arial"/>
              </a:defRPr>
            </a:pPr>
            <a:r>
              <a:rPr sz="2175" b="0">
                <a:solidFill>
                  <a:srgbClr val="5D717A"/>
                </a:solidFill>
                <a:latin typeface="Arial"/>
                <a:ea typeface="Arial"/>
                <a:cs typeface="Arial"/>
              </a:rPr>
              <a:t>Tài khoản và ghép thiết bị</a:t>
            </a:r>
          </a:p>
          <a:p xmlns:a="http://schemas.openxmlformats.org/drawingml/2006/main">
            <a:pPr>
              <a:defRPr sz="2175" b="0">
                <a:solidFill>
                  <a:srgbClr val="5D717A"/>
                </a:solidFill>
                <a:latin typeface="Arial"/>
                <a:ea typeface="Arial"/>
                <a:cs typeface="Arial"/>
              </a:defRPr>
            </a:pPr>
            <a:r>
              <a:rPr sz="2175" b="0">
                <a:solidFill>
                  <a:srgbClr val="5D717A"/>
                </a:solidFill>
                <a:latin typeface="Arial"/>
                <a:ea typeface="Arial"/>
                <a:cs typeface="Arial"/>
              </a:rPr>
              <a:t>Policy có phiên bản</a:t>
            </a:r>
          </a:p>
          <a:p xmlns:a="http://schemas.openxmlformats.org/drawingml/2006/main">
            <a:pPr>
              <a:defRPr sz="2175" b="0">
                <a:solidFill>
                  <a:srgbClr val="5D717A"/>
                </a:solidFill>
                <a:latin typeface="Arial"/>
                <a:ea typeface="Arial"/>
                <a:cs typeface="Arial"/>
              </a:defRPr>
            </a:pPr>
            <a:r>
              <a:rPr sz="2175" b="0">
                <a:solidFill>
                  <a:srgbClr val="5D717A"/>
                </a:solidFill>
                <a:latin typeface="Arial"/>
                <a:ea typeface="Arial"/>
                <a:cs typeface="Arial"/>
              </a:rPr>
              <a:t>Cache và audit</a:t>
            </a:r>
          </a:p>
        </p:txBody>
      </p:sp>
      <p:sp>
        <p:nvSpPr>
          <p:cNvPr id="8" name="">
            <a:extLst xmlns:a="http://schemas.openxmlformats.org/drawingml/2006/main">
              <a:ext uri="{FF2B5EF4-FFF2-40B4-BE49-F238E27FC236}">
                <a16:creationId xmlns:a16="http://schemas.microsoft.com/office/drawing/2014/main" id="{78E8AE4F-41BB-47F4-8189-8215100F46E1}"/>
              </a:ext>
            </a:extLst>
          </p:cNvPr>
          <p:cNvSpPr>
            <a:spLocks xmlns:a="http://schemas.openxmlformats.org/drawingml/2006/main" noGrp="1"/>
          </p:cNvSpPr>
          <p:nvPr/>
        </p:nvSpPr>
        <p:spPr>
          <a:xfrm xmlns:a="http://schemas.openxmlformats.org/drawingml/2006/main">
            <a:off x="6534150" y="22002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B86A2D"/>
                </a:solidFill>
                <a:latin typeface="Arial"/>
                <a:ea typeface="Arial"/>
                <a:cs typeface="Arial"/>
              </a:defRPr>
            </a:pPr>
            <a:r>
              <a:rPr sz="1575" b="1">
                <a:solidFill>
                  <a:srgbClr val="B86A2D"/>
                </a:solidFill>
                <a:latin typeface="Arial"/>
                <a:ea typeface="Arial"/>
                <a:cs typeface="Arial"/>
              </a:rPr>
              <a:t>CẦN HOÀN THIỆN</a:t>
            </a:r>
          </a:p>
        </p:txBody>
      </p:sp>
      <p:sp>
        <p:nvSpPr>
          <p:cNvPr id="9" name="">
            <a:extLst xmlns:a="http://schemas.openxmlformats.org/drawingml/2006/main">
              <a:ext uri="{FF2B5EF4-FFF2-40B4-BE49-F238E27FC236}">
                <a16:creationId xmlns:a16="http://schemas.microsoft.com/office/drawing/2014/main" id="{27EE79B5-A468-47E8-974E-D572345393A0}"/>
              </a:ext>
            </a:extLst>
          </p:cNvPr>
          <p:cNvSpPr>
            <a:spLocks xmlns:a="http://schemas.openxmlformats.org/drawingml/2006/main" noGrp="1"/>
          </p:cNvSpPr>
          <p:nvPr/>
        </p:nvSpPr>
        <p:spPr>
          <a:xfrm xmlns:a="http://schemas.openxmlformats.org/drawingml/2006/main">
            <a:off x="6534150" y="280987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3B"/>
                </a:solidFill>
                <a:latin typeface="Arial"/>
                <a:ea typeface="Arial"/>
                <a:cs typeface="Arial"/>
              </a:defRPr>
            </a:pPr>
            <a:r>
              <a:rPr sz="2625" b="1">
                <a:solidFill>
                  <a:srgbClr val="18313B"/>
                </a:solidFill>
                <a:latin typeface="Arial"/>
                <a:ea typeface="Arial"/>
                <a:cs typeface="Arial"/>
              </a:rPr>
              <a:t>Agent Windows thực tế</a:t>
            </a:r>
          </a:p>
        </p:txBody>
      </p:sp>
      <p:sp>
        <p:nvSpPr>
          <p:cNvPr id="10" name="">
            <a:extLst xmlns:a="http://schemas.openxmlformats.org/drawingml/2006/main">
              <a:ext uri="{FF2B5EF4-FFF2-40B4-BE49-F238E27FC236}">
                <a16:creationId xmlns:a16="http://schemas.microsoft.com/office/drawing/2014/main" id="{71B49E7F-6732-42DD-9E08-0FF089EF4F72}"/>
              </a:ext>
            </a:extLst>
          </p:cNvPr>
          <p:cNvSpPr>
            <a:spLocks xmlns:a="http://schemas.openxmlformats.org/drawingml/2006/main" noGrp="1"/>
          </p:cNvSpPr>
          <p:nvPr/>
        </p:nvSpPr>
        <p:spPr>
          <a:xfrm xmlns:a="http://schemas.openxmlformats.org/drawingml/2006/main">
            <a:off x="6572250" y="3676650"/>
            <a:ext cx="4762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D717A"/>
                </a:solidFill>
                <a:latin typeface="Arial"/>
                <a:ea typeface="Arial"/>
                <a:cs typeface="Arial"/>
              </a:defRPr>
            </a:pPr>
            <a:r>
              <a:rPr sz="2175" b="0">
                <a:solidFill>
                  <a:srgbClr val="5D717A"/>
                </a:solidFill>
                <a:latin typeface="Arial"/>
                <a:ea typeface="Arial"/>
                <a:cs typeface="Arial"/>
              </a:rPr>
              <a:t>Service, Tray và lưu token</a:t>
            </a:r>
          </a:p>
          <a:p xmlns:a="http://schemas.openxmlformats.org/drawingml/2006/main">
            <a:pPr>
              <a:defRPr sz="2175" b="0">
                <a:solidFill>
                  <a:srgbClr val="5D717A"/>
                </a:solidFill>
                <a:latin typeface="Arial"/>
                <a:ea typeface="Arial"/>
                <a:cs typeface="Arial"/>
              </a:defRPr>
            </a:pPr>
            <a:r>
              <a:rPr sz="2175" b="0">
                <a:solidFill>
                  <a:srgbClr val="5D717A"/>
                </a:solidFill>
                <a:latin typeface="Arial"/>
                <a:ea typeface="Arial"/>
                <a:cs typeface="Arial"/>
              </a:rPr>
              <a:t>Đếm giờ, khóa máy, DNS</a:t>
            </a:r>
          </a:p>
          <a:p xmlns:a="http://schemas.openxmlformats.org/drawingml/2006/main">
            <a:pPr>
              <a:defRPr sz="2175" b="0">
                <a:solidFill>
                  <a:srgbClr val="5D717A"/>
                </a:solidFill>
                <a:latin typeface="Arial"/>
                <a:ea typeface="Arial"/>
                <a:cs typeface="Arial"/>
              </a:defRPr>
            </a:pPr>
            <a:r>
              <a:rPr sz="2175" b="0">
                <a:solidFill>
                  <a:srgbClr val="5D717A"/>
                </a:solidFill>
                <a:latin typeface="Arial"/>
                <a:ea typeface="Arial"/>
                <a:cs typeface="Arial"/>
              </a:rPr>
              <a:t>TLS, pinning và ký policy</a:t>
            </a:r>
          </a:p>
        </p:txBody>
      </p:sp>
      <p:sp>
        <p:nvSpPr>
          <p:cNvPr id="11" name="">
            <a:extLst xmlns:a="http://schemas.openxmlformats.org/drawingml/2006/main">
              <a:ext uri="{FF2B5EF4-FFF2-40B4-BE49-F238E27FC236}">
                <a16:creationId xmlns:a16="http://schemas.microsoft.com/office/drawing/2014/main" id="{D4D40CCD-B7E4-4C52-BB5C-36CCC5E0E171}"/>
              </a:ext>
            </a:extLst>
          </p:cNvPr>
          <p:cNvSpPr>
            <a:spLocks xmlns:a="http://schemas.openxmlformats.org/drawingml/2006/main" noGrp="1"/>
          </p:cNvSpPr>
          <p:nvPr/>
        </p:nvSpPr>
        <p:spPr>
          <a:xfrm xmlns:a="http://schemas.openxmlformats.org/drawingml/2006/main">
            <a:off x="704850" y="556260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86A2D"/>
                </a:solidFill>
                <a:latin typeface="Arial"/>
                <a:ea typeface="Arial"/>
                <a:cs typeface="Arial"/>
              </a:defRPr>
            </a:pPr>
            <a:r>
              <a:rPr sz="2100" b="1">
                <a:solidFill>
                  <a:srgbClr val="B86A2D"/>
                </a:solidFill>
                <a:latin typeface="Arial"/>
                <a:ea typeface="Arial"/>
                <a:cs typeface="Arial"/>
              </a:rPr>
              <a:t>Khởi động lại simulator hiện vẫn cần ghép đôi mới</a:t>
            </a:r>
          </a:p>
        </p:txBody>
      </p:sp>
    </p:spTree>
    <p:extLst>
      <p:ext uri="{BB962C8B-B14F-4D97-AF65-F5344CB8AC3E}">
        <p14:creationId xmlns:p14="http://schemas.microsoft.com/office/powerpoint/2010/main" val="1894634867"/>
      </p:ext>
    </p:extLst>
  </p:cSld>
</p:sld>
</file>

<file path=ppt/slides/slide11.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3A7B7D5-E6D7-48B4-9140-918B4E2BE8A1}"/>
              </a:ext>
            </a:extLst>
          </p:cNvPr>
          <p:cNvSpPr>
            <a:spLocks xmlns:a="http://schemas.openxmlformats.org/drawingml/2006/main" noGrp="1"/>
          </p:cNvSpPr>
          <p:nvPr/>
        </p:nvSpPr>
        <p:spPr>
          <a:xfrm xmlns:a="http://schemas.openxmlformats.org/drawingml/2006/main">
            <a:off x="609600" y="5238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3B"/>
                </a:solidFill>
                <a:latin typeface="Arial"/>
                <a:ea typeface="Arial"/>
                <a:cs typeface="Arial"/>
              </a:defRPr>
            </a:pPr>
            <a:r>
              <a:rPr sz="3225" b="1">
                <a:solidFill>
                  <a:srgbClr val="18313B"/>
                </a:solidFill>
                <a:latin typeface="Arial"/>
                <a:ea typeface="Arial"/>
                <a:cs typeface="Arial"/>
              </a:rPr>
              <a:t>Kiến trúc agent Windows dự kiến</a:t>
            </a:r>
          </a:p>
        </p:txBody>
      </p:sp>
      <p:sp>
        <p:nvSpPr>
          <p:cNvPr id="2" name="">
            <a:extLst xmlns:a="http://schemas.openxmlformats.org/drawingml/2006/main">
              <a:ext uri="{FF2B5EF4-FFF2-40B4-BE49-F238E27FC236}">
                <a16:creationId xmlns:a16="http://schemas.microsoft.com/office/drawing/2014/main" id="{3A50BA4B-E645-4A45-8CE4-6258A6510489}"/>
              </a:ext>
            </a:extLst>
          </p:cNvPr>
          <p:cNvSpPr>
            <a:spLocks xmlns:a="http://schemas.openxmlformats.org/drawingml/2006/main" noGrp="1"/>
          </p:cNvSpPr>
          <p:nvPr/>
        </p:nvSpPr>
        <p:spPr>
          <a:xfrm xmlns:a="http://schemas.openxmlformats.org/drawingml/2006/main">
            <a:off x="638175" y="132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PHẦN CHƯA HIỆN THỰC: tách quyền xử lý nền và giao diện của trẻ</a:t>
            </a:r>
          </a:p>
        </p:txBody>
      </p:sp>
      <p:sp>
        <p:nvSpPr>
          <p:cNvPr id="3" name="">
            <a:extLst xmlns:a="http://schemas.openxmlformats.org/drawingml/2006/main">
              <a:ext uri="{FF2B5EF4-FFF2-40B4-BE49-F238E27FC236}">
                <a16:creationId xmlns:a16="http://schemas.microsoft.com/office/drawing/2014/main" id="{BEA17BF2-7567-4298-A620-B3260E731BCC}"/>
              </a:ext>
            </a:extLst>
          </p:cNvPr>
          <p:cNvSpPr>
            <a:spLocks xmlns:a="http://schemas.openxmlformats.org/drawingml/2006/main" noGrp="1"/>
          </p:cNvSpPr>
          <p:nvPr/>
        </p:nvSpPr>
        <p:spPr>
          <a:xfrm xmlns:a="http://schemas.openxmlformats.org/drawingml/2006/main">
            <a:off x="638175" y="6334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17A"/>
                </a:solidFill>
                <a:latin typeface="Arial"/>
                <a:ea typeface="Arial"/>
                <a:cs typeface="Arial"/>
              </a:defRPr>
            </a:pPr>
            <a:r>
              <a:rPr sz="1200" b="0">
                <a:solidFill>
                  <a:srgbClr val="5D717A"/>
                </a:solidFill>
                <a:latin typeface="Arial"/>
                <a:ea typeface="Arial"/>
                <a:cs typeface="Arial"/>
              </a:rPr>
              <a:t>OpenGuard Kids</a:t>
            </a:r>
          </a:p>
        </p:txBody>
      </p:sp>
      <p:sp>
        <p:nvSpPr>
          <p:cNvPr id="4" name="">
            <a:extLst xmlns:a="http://schemas.openxmlformats.org/drawingml/2006/main">
              <a:ext uri="{FF2B5EF4-FFF2-40B4-BE49-F238E27FC236}">
                <a16:creationId xmlns:a16="http://schemas.microsoft.com/office/drawing/2014/main" id="{57D02CEB-82F3-4F2C-A487-AC9BB24D3E9C}"/>
              </a:ext>
            </a:extLst>
          </p:cNvPr>
          <p:cNvSpPr>
            <a:spLocks xmlns:a="http://schemas.openxmlformats.org/drawingml/2006/main" noGrp="1"/>
          </p:cNvSpPr>
          <p:nvPr/>
        </p:nvSpPr>
        <p:spPr>
          <a:xfrm xmlns:a="http://schemas.openxmlformats.org/drawingml/2006/main">
            <a:off x="11029950" y="62769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CF216A37-B056-4359-9D22-56657D54DDB3}"/>
              </a:ext>
            </a:extLst>
          </p:cNvPr>
          <p:cNvSpPr>
            <a:spLocks xmlns:a="http://schemas.openxmlformats.org/drawingml/2006/main" noGrp="1"/>
          </p:cNvSpPr>
          <p:nvPr/>
        </p:nvSpPr>
        <p:spPr>
          <a:xfrm xmlns:a="http://schemas.openxmlformats.org/drawingml/2006/main">
            <a:off x="619125" y="2333625"/>
            <a:ext cx="3000375" cy="1495425"/>
          </a:xfrm>
          <a:prstGeom xmlns:a="http://schemas.openxmlformats.org/drawingml/2006/main" prst="roundRect">
            <a:avLst>
              <a:gd name="adj" fmla="val 7643"/>
            </a:avLst>
          </a:prstGeom>
          <a:solidFill xmlns:a="http://schemas.openxmlformats.org/drawingml/2006/main">
            <a:srgbClr val="FFFFFF"/>
          </a:solidFill>
          <a:ln xmlns:a="http://schemas.openxmlformats.org/drawingml/2006/main" w="14288">
            <a:solidFill>
              <a:srgbClr val="B3C7C7"/>
            </a:solidFill>
          </a:ln>
        </p:spPr>
      </p:sp>
      <p:sp>
        <p:nvSpPr>
          <p:cNvPr id="6" name="">
            <a:extLst xmlns:a="http://schemas.openxmlformats.org/drawingml/2006/main">
              <a:ext uri="{FF2B5EF4-FFF2-40B4-BE49-F238E27FC236}">
                <a16:creationId xmlns:a16="http://schemas.microsoft.com/office/drawing/2014/main" id="{2A930749-131C-426C-ACDD-EFC72D7F8BBE}"/>
              </a:ext>
            </a:extLst>
          </p:cNvPr>
          <p:cNvSpPr>
            <a:spLocks xmlns:a="http://schemas.openxmlformats.org/drawingml/2006/main" noGrp="1"/>
          </p:cNvSpPr>
          <p:nvPr/>
        </p:nvSpPr>
        <p:spPr>
          <a:xfrm xmlns:a="http://schemas.openxmlformats.org/drawingml/2006/main">
            <a:off x="809625" y="246697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Tray UI</a:t>
            </a:r>
          </a:p>
        </p:txBody>
      </p:sp>
      <p:sp>
        <p:nvSpPr>
          <p:cNvPr id="7" name="">
            <a:extLst xmlns:a="http://schemas.openxmlformats.org/drawingml/2006/main">
              <a:ext uri="{FF2B5EF4-FFF2-40B4-BE49-F238E27FC236}">
                <a16:creationId xmlns:a16="http://schemas.microsoft.com/office/drawing/2014/main" id="{1ABFC8CA-D410-4500-9289-E46191673CC0}"/>
              </a:ext>
            </a:extLst>
          </p:cNvPr>
          <p:cNvSpPr>
            <a:spLocks xmlns:a="http://schemas.openxmlformats.org/drawingml/2006/main" noGrp="1"/>
          </p:cNvSpPr>
          <p:nvPr/>
        </p:nvSpPr>
        <p:spPr>
          <a:xfrm xmlns:a="http://schemas.openxmlformats.org/drawingml/2006/main">
            <a:off x="809625" y="2895600"/>
            <a:ext cx="2619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Phiên người dùng</a:t>
            </a:r>
          </a:p>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Thông báo và trạng thái</a:t>
            </a:r>
          </a:p>
        </p:txBody>
      </p:sp>
      <p:sp>
        <p:nvSpPr>
          <p:cNvPr id="8" name="">
            <a:extLst xmlns:a="http://schemas.openxmlformats.org/drawingml/2006/main">
              <a:ext uri="{FF2B5EF4-FFF2-40B4-BE49-F238E27FC236}">
                <a16:creationId xmlns:a16="http://schemas.microsoft.com/office/drawing/2014/main" id="{1ED57888-CBBD-4B45-8A9E-22F78ED6D505}"/>
              </a:ext>
            </a:extLst>
          </p:cNvPr>
          <p:cNvSpPr>
            <a:spLocks xmlns:a="http://schemas.openxmlformats.org/drawingml/2006/main" noGrp="1"/>
          </p:cNvSpPr>
          <p:nvPr/>
        </p:nvSpPr>
        <p:spPr>
          <a:xfrm xmlns:a="http://schemas.openxmlformats.org/drawingml/2006/main">
            <a:off x="4714875" y="2333625"/>
            <a:ext cx="3000375" cy="1495425"/>
          </a:xfrm>
          <a:prstGeom xmlns:a="http://schemas.openxmlformats.org/drawingml/2006/main" prst="roundRect">
            <a:avLst>
              <a:gd name="adj" fmla="val 7643"/>
            </a:avLst>
          </a:prstGeom>
          <a:solidFill xmlns:a="http://schemas.openxmlformats.org/drawingml/2006/main">
            <a:srgbClr val="102D38"/>
          </a:solidFill>
          <a:ln xmlns:a="http://schemas.openxmlformats.org/drawingml/2006/main" w="14288">
            <a:solidFill>
              <a:srgbClr val="102D38"/>
            </a:solidFill>
          </a:ln>
        </p:spPr>
      </p:sp>
      <p:sp>
        <p:nvSpPr>
          <p:cNvPr id="9" name="">
            <a:extLst xmlns:a="http://schemas.openxmlformats.org/drawingml/2006/main">
              <a:ext uri="{FF2B5EF4-FFF2-40B4-BE49-F238E27FC236}">
                <a16:creationId xmlns:a16="http://schemas.microsoft.com/office/drawing/2014/main" id="{66185D3E-4F0E-4318-A1AE-FBFD52281CA8}"/>
              </a:ext>
            </a:extLst>
          </p:cNvPr>
          <p:cNvSpPr>
            <a:spLocks xmlns:a="http://schemas.openxmlformats.org/drawingml/2006/main" noGrp="1"/>
          </p:cNvSpPr>
          <p:nvPr/>
        </p:nvSpPr>
        <p:spPr>
          <a:xfrm xmlns:a="http://schemas.openxmlformats.org/drawingml/2006/main">
            <a:off x="4905375" y="246697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Windows Service</a:t>
            </a:r>
          </a:p>
        </p:txBody>
      </p:sp>
      <p:sp>
        <p:nvSpPr>
          <p:cNvPr id="10" name="">
            <a:extLst xmlns:a="http://schemas.openxmlformats.org/drawingml/2006/main">
              <a:ext uri="{FF2B5EF4-FFF2-40B4-BE49-F238E27FC236}">
                <a16:creationId xmlns:a16="http://schemas.microsoft.com/office/drawing/2014/main" id="{8444ED4E-6543-4F25-8447-840E21D8A658}"/>
              </a:ext>
            </a:extLst>
          </p:cNvPr>
          <p:cNvSpPr>
            <a:spLocks xmlns:a="http://schemas.openxmlformats.org/drawingml/2006/main" noGrp="1"/>
          </p:cNvSpPr>
          <p:nvPr/>
        </p:nvSpPr>
        <p:spPr>
          <a:xfrm xmlns:a="http://schemas.openxmlformats.org/drawingml/2006/main">
            <a:off x="4905375" y="2895600"/>
            <a:ext cx="2619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EBDD"/>
                </a:solidFill>
                <a:latin typeface="Arial"/>
                <a:ea typeface="Arial"/>
                <a:cs typeface="Arial"/>
              </a:defRPr>
            </a:pPr>
            <a:r>
              <a:rPr sz="1650" b="0">
                <a:solidFill>
                  <a:srgbClr val="BFEBDD"/>
                </a:solidFill>
                <a:latin typeface="Arial"/>
                <a:ea typeface="Arial"/>
                <a:cs typeface="Arial"/>
              </a:rPr>
              <a:t>LocalSystem</a:t>
            </a:r>
          </a:p>
          <a:p xmlns:a="http://schemas.openxmlformats.org/drawingml/2006/main">
            <a:pPr>
              <a:defRPr sz="1650" b="0">
                <a:solidFill>
                  <a:srgbClr val="BFEBDD"/>
                </a:solidFill>
                <a:latin typeface="Arial"/>
                <a:ea typeface="Arial"/>
                <a:cs typeface="Arial"/>
              </a:defRPr>
            </a:pPr>
            <a:r>
              <a:rPr sz="1650" b="0">
                <a:solidFill>
                  <a:srgbClr val="BFEBDD"/>
                </a:solidFill>
                <a:latin typeface="Arial"/>
                <a:ea typeface="Arial"/>
                <a:cs typeface="Arial"/>
              </a:rPr>
              <a:t>Kết nối và áp chính sách</a:t>
            </a:r>
          </a:p>
        </p:txBody>
      </p:sp>
      <p:sp>
        <p:nvSpPr>
          <p:cNvPr id="11" name="">
            <a:extLst xmlns:a="http://schemas.openxmlformats.org/drawingml/2006/main">
              <a:ext uri="{FF2B5EF4-FFF2-40B4-BE49-F238E27FC236}">
                <a16:creationId xmlns:a16="http://schemas.microsoft.com/office/drawing/2014/main" id="{9F0FCD1C-901F-484F-AC0F-5361E3B6D5EA}"/>
              </a:ext>
            </a:extLst>
          </p:cNvPr>
          <p:cNvSpPr>
            <a:spLocks xmlns:a="http://schemas.openxmlformats.org/drawingml/2006/main" noGrp="1"/>
          </p:cNvSpPr>
          <p:nvPr/>
        </p:nvSpPr>
        <p:spPr>
          <a:xfrm xmlns:a="http://schemas.openxmlformats.org/drawingml/2006/main">
            <a:off x="8810625" y="2333625"/>
            <a:ext cx="2762250" cy="1495425"/>
          </a:xfrm>
          <a:prstGeom xmlns:a="http://schemas.openxmlformats.org/drawingml/2006/main" prst="roundRect">
            <a:avLst>
              <a:gd name="adj" fmla="val 7643"/>
            </a:avLst>
          </a:prstGeom>
          <a:solidFill xmlns:a="http://schemas.openxmlformats.org/drawingml/2006/main">
            <a:srgbClr val="FFFFFF"/>
          </a:solidFill>
          <a:ln xmlns:a="http://schemas.openxmlformats.org/drawingml/2006/main" w="14288">
            <a:solidFill>
              <a:srgbClr val="B3C7C7"/>
            </a:solidFill>
          </a:ln>
        </p:spPr>
      </p:sp>
      <p:sp>
        <p:nvSpPr>
          <p:cNvPr id="12" name="">
            <a:extLst xmlns:a="http://schemas.openxmlformats.org/drawingml/2006/main">
              <a:ext uri="{FF2B5EF4-FFF2-40B4-BE49-F238E27FC236}">
                <a16:creationId xmlns:a16="http://schemas.microsoft.com/office/drawing/2014/main" id="{F44B26C6-7358-4A66-8822-479A359EB521}"/>
              </a:ext>
            </a:extLst>
          </p:cNvPr>
          <p:cNvSpPr>
            <a:spLocks xmlns:a="http://schemas.openxmlformats.org/drawingml/2006/main" noGrp="1"/>
          </p:cNvSpPr>
          <p:nvPr/>
        </p:nvSpPr>
        <p:spPr>
          <a:xfrm xmlns:a="http://schemas.openxmlformats.org/drawingml/2006/main">
            <a:off x="9001125" y="24669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Server</a:t>
            </a:r>
          </a:p>
        </p:txBody>
      </p:sp>
      <p:sp>
        <p:nvSpPr>
          <p:cNvPr id="13" name="">
            <a:extLst xmlns:a="http://schemas.openxmlformats.org/drawingml/2006/main">
              <a:ext uri="{FF2B5EF4-FFF2-40B4-BE49-F238E27FC236}">
                <a16:creationId xmlns:a16="http://schemas.microsoft.com/office/drawing/2014/main" id="{B5F0C57A-2EC1-44CA-9020-FF920359BA5C}"/>
              </a:ext>
            </a:extLst>
          </p:cNvPr>
          <p:cNvSpPr>
            <a:spLocks xmlns:a="http://schemas.openxmlformats.org/drawingml/2006/main" noGrp="1"/>
          </p:cNvSpPr>
          <p:nvPr/>
        </p:nvSpPr>
        <p:spPr>
          <a:xfrm xmlns:a="http://schemas.openxmlformats.org/drawingml/2006/main">
            <a:off x="9001125" y="2895600"/>
            <a:ext cx="238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Policy và lệnh</a:t>
            </a:r>
          </a:p>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Xác thực thiết bị</a:t>
            </a:r>
          </a:p>
        </p:txBody>
      </p:sp>
      <p:sp>
        <p:nvSpPr>
          <p:cNvPr id="14" name="">
            <a:extLst xmlns:a="http://schemas.openxmlformats.org/drawingml/2006/main">
              <a:ext uri="{FF2B5EF4-FFF2-40B4-BE49-F238E27FC236}">
                <a16:creationId xmlns:a16="http://schemas.microsoft.com/office/drawing/2014/main" id="{52AB3325-F135-4986-80C6-1AEF363FF636}"/>
              </a:ext>
            </a:extLst>
          </p:cNvPr>
          <p:cNvSpPr>
            <a:spLocks xmlns:a="http://schemas.openxmlformats.org/drawingml/2006/main" noGrp="1"/>
          </p:cNvSpPr>
          <p:nvPr/>
        </p:nvSpPr>
        <p:spPr>
          <a:xfrm xmlns:a="http://schemas.openxmlformats.org/drawingml/2006/main">
            <a:off x="4572000" y="4667250"/>
            <a:ext cx="3286125"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B3C7C7"/>
            </a:solidFill>
          </a:ln>
        </p:spPr>
      </p:sp>
      <p:sp>
        <p:nvSpPr>
          <p:cNvPr id="15" name="">
            <a:extLst xmlns:a="http://schemas.openxmlformats.org/drawingml/2006/main">
              <a:ext uri="{FF2B5EF4-FFF2-40B4-BE49-F238E27FC236}">
                <a16:creationId xmlns:a16="http://schemas.microsoft.com/office/drawing/2014/main" id="{A6B6D94D-CCE2-4B0E-A910-000587321221}"/>
              </a:ext>
            </a:extLst>
          </p:cNvPr>
          <p:cNvSpPr>
            <a:spLocks xmlns:a="http://schemas.openxmlformats.org/drawingml/2006/main" noGrp="1"/>
          </p:cNvSpPr>
          <p:nvPr/>
        </p:nvSpPr>
        <p:spPr>
          <a:xfrm xmlns:a="http://schemas.openxmlformats.org/drawingml/2006/main">
            <a:off x="4762500" y="4800600"/>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B"/>
                </a:solidFill>
                <a:latin typeface="Arial"/>
                <a:ea typeface="Arial"/>
                <a:cs typeface="Arial"/>
              </a:defRPr>
            </a:pPr>
            <a:r>
              <a:rPr sz="2025" b="1">
                <a:solidFill>
                  <a:srgbClr val="18313B"/>
                </a:solidFill>
                <a:latin typeface="Arial"/>
                <a:ea typeface="Arial"/>
                <a:cs typeface="Arial"/>
              </a:rPr>
              <a:t>Lưu trữ cục bộ</a:t>
            </a:r>
          </a:p>
        </p:txBody>
      </p:sp>
      <p:sp>
        <p:nvSpPr>
          <p:cNvPr id="16" name="">
            <a:extLst xmlns:a="http://schemas.openxmlformats.org/drawingml/2006/main">
              <a:ext uri="{FF2B5EF4-FFF2-40B4-BE49-F238E27FC236}">
                <a16:creationId xmlns:a16="http://schemas.microsoft.com/office/drawing/2014/main" id="{8BCAAF1D-45F3-41B8-9585-2D588EC38B13}"/>
              </a:ext>
            </a:extLst>
          </p:cNvPr>
          <p:cNvSpPr>
            <a:spLocks xmlns:a="http://schemas.openxmlformats.org/drawingml/2006/main" noGrp="1"/>
          </p:cNvSpPr>
          <p:nvPr/>
        </p:nvSpPr>
        <p:spPr>
          <a:xfrm xmlns:a="http://schemas.openxmlformats.org/drawingml/2006/main">
            <a:off x="4762500" y="5229225"/>
            <a:ext cx="290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DPAPI cho bí mật</a:t>
            </a:r>
          </a:p>
          <a:p xmlns:a="http://schemas.openxmlformats.org/drawingml/2006/main">
            <a:pPr>
              <a:defRPr sz="1650" b="0">
                <a:solidFill>
                  <a:srgbClr val="5D717A"/>
                </a:solidFill>
                <a:latin typeface="Arial"/>
                <a:ea typeface="Arial"/>
                <a:cs typeface="Arial"/>
              </a:defRPr>
            </a:pPr>
            <a:r>
              <a:rPr sz="1650" b="0">
                <a:solidFill>
                  <a:srgbClr val="5D717A"/>
                </a:solidFill>
                <a:latin typeface="Arial"/>
                <a:ea typeface="Arial"/>
                <a:cs typeface="Arial"/>
              </a:rPr>
              <a:t>SQLite cache + ACL</a:t>
            </a:r>
          </a:p>
        </p:txBody>
      </p:sp>
      <p:cxnSp>
        <p:nvCxnSpPr>
          <p:cNvPr id="42" name=""/>
          <p:cNvCxnSpPr>
            <a:stCxn xmlns:a="http://schemas.openxmlformats.org/drawingml/2006/main" id="5" idx="3"/>
            <a:endCxn xmlns:a="http://schemas.openxmlformats.org/drawingml/2006/main" id="8" idx="1"/>
          </p:cNvCxnSpPr>
          <p:nvPr/>
        </p:nvCxnSpPr>
        <p:spPr>
          <a:xfrm xmlns:a="http://schemas.openxmlformats.org/drawingml/2006/main">
            <a:off x="3619500" y="3081338"/>
            <a:ext cx="1095375" cy="0"/>
          </a:xfrm>
          <a:prstGeom xmlns:a="http://schemas.openxmlformats.org/drawingml/2006/main" prst="straightConnector1">
            <a:avLst/>
          </a:prstGeom>
          <a:ln xmlns:a="http://schemas.openxmlformats.org/drawingml/2006/main" w="20955">
            <a:solidFill>
              <a:srgbClr val="087F79"/>
            </a:solidFill>
            <a:prstDash val="solid"/>
            <a:headEnd type="triangle" w="med" len="med"/>
            <a:tailEnd type="triangle" w="med" len="med"/>
          </a:ln>
        </p:spPr>
      </p:cxnSp>
      <p:cxnSp>
        <p:nvCxnSpPr>
          <p:cNvPr id="43" name=""/>
          <p:cNvCxnSpPr>
            <a:stCxn xmlns:a="http://schemas.openxmlformats.org/drawingml/2006/main" id="8" idx="3"/>
            <a:endCxn xmlns:a="http://schemas.openxmlformats.org/drawingml/2006/main" id="11" idx="1"/>
          </p:cNvCxnSpPr>
          <p:nvPr/>
        </p:nvCxnSpPr>
        <p:spPr>
          <a:xfrm xmlns:a="http://schemas.openxmlformats.org/drawingml/2006/main">
            <a:off x="7715250" y="3081338"/>
            <a:ext cx="1095375" cy="0"/>
          </a:xfrm>
          <a:prstGeom xmlns:a="http://schemas.openxmlformats.org/drawingml/2006/main" prst="straightConnector1">
            <a:avLst/>
          </a:prstGeom>
          <a:ln xmlns:a="http://schemas.openxmlformats.org/drawingml/2006/main" w="20955">
            <a:solidFill>
              <a:srgbClr val="087F79"/>
            </a:solidFill>
            <a:prstDash val="solid"/>
            <a:headEnd type="triangle" w="med" len="med"/>
            <a:tailEnd type="triangle" w="med" len="med"/>
          </a:ln>
        </p:spPr>
      </p:cxnSp>
      <p:cxnSp>
        <p:nvCxnSpPr>
          <p:cNvPr id="44" name=""/>
          <p:cNvCxnSpPr>
            <a:stCxn xmlns:a="http://schemas.openxmlformats.org/drawingml/2006/main" id="8" idx="2"/>
            <a:endCxn xmlns:a="http://schemas.openxmlformats.org/drawingml/2006/main" id="14" idx="0"/>
          </p:cNvCxnSpPr>
          <p:nvPr/>
        </p:nvCxnSpPr>
        <p:spPr>
          <a:xfrm xmlns:a="http://schemas.openxmlformats.org/drawingml/2006/main">
            <a:off x="6215063" y="3829050"/>
            <a:ext cx="0" cy="838200"/>
          </a:xfrm>
          <a:prstGeom xmlns:a="http://schemas.openxmlformats.org/drawingml/2006/main" prst="straightConnector1">
            <a:avLst/>
          </a:prstGeom>
          <a:ln xmlns:a="http://schemas.openxmlformats.org/drawingml/2006/main" w="20955">
            <a:solidFill>
              <a:srgbClr val="087F79"/>
            </a:solidFill>
            <a:prstDash val="solid"/>
            <a:headEnd type="triangle" w="med" len="med"/>
            <a:tailEnd type="triangle" w="med" len="med"/>
          </a:ln>
        </p:spPr>
      </p:cxnSp>
      <p:sp>
        <p:nvSpPr>
          <p:cNvPr id="20" name="">
            <a:extLst xmlns:a="http://schemas.openxmlformats.org/drawingml/2006/main">
              <a:ext uri="{FF2B5EF4-FFF2-40B4-BE49-F238E27FC236}">
                <a16:creationId xmlns:a16="http://schemas.microsoft.com/office/drawing/2014/main" id="{2075993D-D035-46D4-8DF4-517E1B9A0E1A}"/>
              </a:ext>
            </a:extLst>
          </p:cNvPr>
          <p:cNvSpPr>
            <a:spLocks xmlns:a="http://schemas.openxmlformats.org/drawingml/2006/main" noGrp="1"/>
          </p:cNvSpPr>
          <p:nvPr/>
        </p:nvSpPr>
        <p:spPr>
          <a:xfrm xmlns:a="http://schemas.openxmlformats.org/drawingml/2006/main">
            <a:off x="3657600" y="1943100"/>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79"/>
                </a:solidFill>
                <a:latin typeface="Arial"/>
                <a:ea typeface="Arial"/>
                <a:cs typeface="Arial"/>
              </a:defRPr>
            </a:pPr>
            <a:r>
              <a:rPr sz="1575" b="1">
                <a:solidFill>
                  <a:srgbClr val="087F79"/>
                </a:solidFill>
                <a:latin typeface="Arial"/>
                <a:ea typeface="Arial"/>
                <a:cs typeface="Arial"/>
              </a:rPr>
              <a:t>Named pipe</a:t>
            </a:r>
          </a:p>
        </p:txBody>
      </p:sp>
      <p:sp>
        <p:nvSpPr>
          <p:cNvPr id="21" name="">
            <a:extLst xmlns:a="http://schemas.openxmlformats.org/drawingml/2006/main">
              <a:ext uri="{FF2B5EF4-FFF2-40B4-BE49-F238E27FC236}">
                <a16:creationId xmlns:a16="http://schemas.microsoft.com/office/drawing/2014/main" id="{1AF9C16F-7108-404E-9D02-E7D7867C4C9E}"/>
              </a:ext>
            </a:extLst>
          </p:cNvPr>
          <p:cNvSpPr>
            <a:spLocks xmlns:a="http://schemas.openxmlformats.org/drawingml/2006/main" noGrp="1"/>
          </p:cNvSpPr>
          <p:nvPr/>
        </p:nvSpPr>
        <p:spPr>
          <a:xfrm xmlns:a="http://schemas.openxmlformats.org/drawingml/2006/main">
            <a:off x="7905750" y="1943100"/>
            <a:ext cx="133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79"/>
                </a:solidFill>
                <a:latin typeface="Arial"/>
                <a:ea typeface="Arial"/>
                <a:cs typeface="Arial"/>
              </a:defRPr>
            </a:pPr>
            <a:r>
              <a:rPr sz="1575" b="1">
                <a:solidFill>
                  <a:srgbClr val="087F79"/>
                </a:solidFill>
                <a:latin typeface="Arial"/>
                <a:ea typeface="Arial"/>
                <a:cs typeface="Arial"/>
              </a:rPr>
              <a:t>HTTPS</a:t>
            </a:r>
          </a:p>
        </p:txBody>
      </p:sp>
      <p:sp>
        <p:nvSpPr>
          <p:cNvPr id="22" name="">
            <a:extLst xmlns:a="http://schemas.openxmlformats.org/drawingml/2006/main">
              <a:ext uri="{FF2B5EF4-FFF2-40B4-BE49-F238E27FC236}">
                <a16:creationId xmlns:a16="http://schemas.microsoft.com/office/drawing/2014/main" id="{6EA37435-B3DB-474F-8926-1B62455D7779}"/>
              </a:ext>
            </a:extLst>
          </p:cNvPr>
          <p:cNvSpPr>
            <a:spLocks xmlns:a="http://schemas.openxmlformats.org/drawingml/2006/main" noGrp="1"/>
          </p:cNvSpPr>
          <p:nvPr/>
        </p:nvSpPr>
        <p:spPr>
          <a:xfrm xmlns:a="http://schemas.openxmlformats.org/drawingml/2006/main">
            <a:off x="762000" y="4591050"/>
            <a:ext cx="2905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79"/>
                </a:solidFill>
                <a:latin typeface="Arial"/>
                <a:ea typeface="Arial"/>
                <a:cs typeface="Arial"/>
              </a:defRPr>
            </a:pPr>
            <a:r>
              <a:rPr sz="2175" b="1">
                <a:solidFill>
                  <a:srgbClr val="087F79"/>
                </a:solidFill>
                <a:latin typeface="Arial"/>
                <a:ea typeface="Arial"/>
                <a:cs typeface="Arial"/>
              </a:rPr>
              <a:t>Minh bạch</a:t>
            </a:r>
          </a:p>
        </p:txBody>
      </p:sp>
      <p:sp>
        <p:nvSpPr>
          <p:cNvPr id="23" name="">
            <a:extLst xmlns:a="http://schemas.openxmlformats.org/drawingml/2006/main">
              <a:ext uri="{FF2B5EF4-FFF2-40B4-BE49-F238E27FC236}">
                <a16:creationId xmlns:a16="http://schemas.microsoft.com/office/drawing/2014/main" id="{CB9F8C2A-AAC9-44A1-BF2C-A76E3B2E7479}"/>
              </a:ext>
            </a:extLst>
          </p:cNvPr>
          <p:cNvSpPr>
            <a:spLocks xmlns:a="http://schemas.openxmlformats.org/drawingml/2006/main" noGrp="1"/>
          </p:cNvSpPr>
          <p:nvPr/>
        </p:nvSpPr>
        <p:spPr>
          <a:xfrm xmlns:a="http://schemas.openxmlformats.org/drawingml/2006/main">
            <a:off x="762000" y="5143500"/>
            <a:ext cx="2905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Có biểu tượng hoạt động</a:t>
            </a:r>
          </a:p>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Dừng nếu UI không hiện</a:t>
            </a:r>
          </a:p>
        </p:txBody>
      </p:sp>
      <p:sp>
        <p:nvSpPr>
          <p:cNvPr id="24" name="">
            <a:extLst xmlns:a="http://schemas.openxmlformats.org/drawingml/2006/main">
              <a:ext uri="{FF2B5EF4-FFF2-40B4-BE49-F238E27FC236}">
                <a16:creationId xmlns:a16="http://schemas.microsoft.com/office/drawing/2014/main" id="{373E1566-6420-4A5B-A750-A87DB36A8D95}"/>
              </a:ext>
            </a:extLst>
          </p:cNvPr>
          <p:cNvSpPr>
            <a:spLocks xmlns:a="http://schemas.openxmlformats.org/drawingml/2006/main" noGrp="1"/>
          </p:cNvSpPr>
          <p:nvPr/>
        </p:nvSpPr>
        <p:spPr>
          <a:xfrm xmlns:a="http://schemas.openxmlformats.org/drawingml/2006/main">
            <a:off x="8810625" y="4591050"/>
            <a:ext cx="2809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79"/>
                </a:solidFill>
                <a:latin typeface="Arial"/>
                <a:ea typeface="Arial"/>
                <a:cs typeface="Arial"/>
              </a:defRPr>
            </a:pPr>
            <a:r>
              <a:rPr sz="2025" b="1">
                <a:solidFill>
                  <a:srgbClr val="087F79"/>
                </a:solidFill>
                <a:latin typeface="Arial"/>
                <a:ea typeface="Arial"/>
                <a:cs typeface="Arial"/>
              </a:rPr>
              <a:t>Danh tính bền vững</a:t>
            </a:r>
          </a:p>
        </p:txBody>
      </p:sp>
      <p:sp>
        <p:nvSpPr>
          <p:cNvPr id="25" name="">
            <a:extLst xmlns:a="http://schemas.openxmlformats.org/drawingml/2006/main">
              <a:ext uri="{FF2B5EF4-FFF2-40B4-BE49-F238E27FC236}">
                <a16:creationId xmlns:a16="http://schemas.microsoft.com/office/drawing/2014/main" id="{549FE783-6EFC-4EDC-919F-D6448613036F}"/>
              </a:ext>
            </a:extLst>
          </p:cNvPr>
          <p:cNvSpPr>
            <a:spLocks xmlns:a="http://schemas.openxmlformats.org/drawingml/2006/main" noGrp="1"/>
          </p:cNvSpPr>
          <p:nvPr/>
        </p:nvSpPr>
        <p:spPr>
          <a:xfrm xmlns:a="http://schemas.openxmlformats.org/drawingml/2006/main">
            <a:off x="8810625" y="5143500"/>
            <a:ext cx="2714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Restart vẫn giữ device_id</a:t>
            </a:r>
          </a:p>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Token không đi qua Tray</a:t>
            </a:r>
          </a:p>
        </p:txBody>
      </p:sp>
    </p:spTree>
    <p:extLst>
      <p:ext uri="{BB962C8B-B14F-4D97-AF65-F5344CB8AC3E}">
        <p14:creationId xmlns:p14="http://schemas.microsoft.com/office/powerpoint/2010/main" val="305746264"/>
      </p:ext>
    </p:extLst>
  </p:cSld>
</p:sld>
</file>

<file path=ppt/slides/slide12.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CF91B1-19C3-4045-ADA0-C76968DB2087}"/>
              </a:ext>
            </a:extLst>
          </p:cNvPr>
          <p:cNvSpPr>
            <a:spLocks xmlns:a="http://schemas.openxmlformats.org/drawingml/2006/main" noGrp="1"/>
          </p:cNvSpPr>
          <p:nvPr/>
        </p:nvSpPr>
        <p:spPr>
          <a:xfrm xmlns:a="http://schemas.openxmlformats.org/drawingml/2006/main">
            <a:off x="609600" y="5238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3B"/>
                </a:solidFill>
                <a:latin typeface="Arial"/>
                <a:ea typeface="Arial"/>
                <a:cs typeface="Arial"/>
              </a:defRPr>
            </a:pPr>
            <a:r>
              <a:rPr sz="3225" b="1">
                <a:solidFill>
                  <a:srgbClr val="18313B"/>
                </a:solidFill>
                <a:latin typeface="Arial"/>
                <a:ea typeface="Arial"/>
                <a:cs typeface="Arial"/>
              </a:rPr>
              <a:t>Ưu tiên sau mốc tuần 1</a:t>
            </a:r>
          </a:p>
        </p:txBody>
      </p:sp>
      <p:sp>
        <p:nvSpPr>
          <p:cNvPr id="2" name="">
            <a:extLst xmlns:a="http://schemas.openxmlformats.org/drawingml/2006/main">
              <a:ext uri="{FF2B5EF4-FFF2-40B4-BE49-F238E27FC236}">
                <a16:creationId xmlns:a16="http://schemas.microsoft.com/office/drawing/2014/main" id="{46B64EA0-72FD-474B-B7A6-07184672D129}"/>
              </a:ext>
            </a:extLst>
          </p:cNvPr>
          <p:cNvSpPr>
            <a:spLocks xmlns:a="http://schemas.openxmlformats.org/drawingml/2006/main" noGrp="1"/>
          </p:cNvSpPr>
          <p:nvPr/>
        </p:nvSpPr>
        <p:spPr>
          <a:xfrm xmlns:a="http://schemas.openxmlformats.org/drawingml/2006/main">
            <a:off x="638175" y="132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7A"/>
                </a:solidFill>
                <a:latin typeface="Arial"/>
                <a:ea typeface="Arial"/>
                <a:cs typeface="Arial"/>
              </a:defRPr>
            </a:pPr>
            <a:r>
              <a:rPr sz="1725" b="0">
                <a:solidFill>
                  <a:srgbClr val="5D717A"/>
                </a:solidFill>
                <a:latin typeface="Arial"/>
                <a:ea typeface="Arial"/>
                <a:cs typeface="Arial"/>
              </a:rPr>
              <a:t>Phân công đề xuất để tiếp tục phát triển song song</a:t>
            </a:r>
          </a:p>
        </p:txBody>
      </p:sp>
      <p:sp>
        <p:nvSpPr>
          <p:cNvPr id="3" name="">
            <a:extLst xmlns:a="http://schemas.openxmlformats.org/drawingml/2006/main">
              <a:ext uri="{FF2B5EF4-FFF2-40B4-BE49-F238E27FC236}">
                <a16:creationId xmlns:a16="http://schemas.microsoft.com/office/drawing/2014/main" id="{4515366D-2CB9-44BD-9298-05246CAA29BC}"/>
              </a:ext>
            </a:extLst>
          </p:cNvPr>
          <p:cNvSpPr>
            <a:spLocks xmlns:a="http://schemas.openxmlformats.org/drawingml/2006/main" noGrp="1"/>
          </p:cNvSpPr>
          <p:nvPr/>
        </p:nvSpPr>
        <p:spPr>
          <a:xfrm xmlns:a="http://schemas.openxmlformats.org/drawingml/2006/main">
            <a:off x="638175" y="6334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17A"/>
                </a:solidFill>
                <a:latin typeface="Arial"/>
                <a:ea typeface="Arial"/>
                <a:cs typeface="Arial"/>
              </a:defRPr>
            </a:pPr>
            <a:r>
              <a:rPr sz="1200" b="0">
                <a:solidFill>
                  <a:srgbClr val="5D717A"/>
                </a:solidFill>
                <a:latin typeface="Arial"/>
                <a:ea typeface="Arial"/>
                <a:cs typeface="Arial"/>
              </a:rPr>
              <a:t>OpenGuard Kids</a:t>
            </a:r>
          </a:p>
        </p:txBody>
      </p:sp>
      <p:sp>
        <p:nvSpPr>
          <p:cNvPr id="4" name="">
            <a:extLst xmlns:a="http://schemas.openxmlformats.org/drawingml/2006/main">
              <a:ext uri="{FF2B5EF4-FFF2-40B4-BE49-F238E27FC236}">
                <a16:creationId xmlns:a16="http://schemas.microsoft.com/office/drawing/2014/main" id="{4C4E605A-E00B-4A00-BAD4-380E0C493F1D}"/>
              </a:ext>
            </a:extLst>
          </p:cNvPr>
          <p:cNvSpPr>
            <a:spLocks xmlns:a="http://schemas.openxmlformats.org/drawingml/2006/main" noGrp="1"/>
          </p:cNvSpPr>
          <p:nvPr/>
        </p:nvSpPr>
        <p:spPr>
          <a:xfrm xmlns:a="http://schemas.openxmlformats.org/drawingml/2006/main">
            <a:off x="11029950" y="62769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Arial"/>
                <a:ea typeface="Arial"/>
                <a:cs typeface="Arial"/>
              </a:defRPr>
            </a:pPr>
            <a:r>
              <a:rPr sz="1425" b="1">
                <a:solidFill>
                  <a:srgbClr val="087F79"/>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81A34641-D4AC-4098-91C3-5D4EDD3F0043}"/>
              </a:ext>
            </a:extLst>
          </p:cNvPr>
          <p:cNvSpPr>
            <a:spLocks xmlns:a="http://schemas.openxmlformats.org/drawingml/2006/main" noGrp="1"/>
          </p:cNvSpPr>
          <p:nvPr/>
        </p:nvSpPr>
        <p:spPr>
          <a:xfrm xmlns:a="http://schemas.openxmlformats.org/drawingml/2006/main">
            <a:off x="685800" y="2181225"/>
            <a:ext cx="5000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79"/>
                </a:solidFill>
                <a:latin typeface="Arial"/>
                <a:ea typeface="Arial"/>
                <a:cs typeface="Arial"/>
              </a:defRPr>
            </a:pPr>
            <a:r>
              <a:rPr sz="1575" b="1">
                <a:solidFill>
                  <a:srgbClr val="087F79"/>
                </a:solidFill>
                <a:latin typeface="Arial"/>
                <a:ea typeface="Arial"/>
                <a:cs typeface="Arial"/>
              </a:rPr>
              <a:t>SERVER VÀ DASHBOARD</a:t>
            </a:r>
          </a:p>
        </p:txBody>
      </p:sp>
      <p:sp>
        <p:nvSpPr>
          <p:cNvPr id="6" name="">
            <a:extLst xmlns:a="http://schemas.openxmlformats.org/drawingml/2006/main">
              <a:ext uri="{FF2B5EF4-FFF2-40B4-BE49-F238E27FC236}">
                <a16:creationId xmlns:a16="http://schemas.microsoft.com/office/drawing/2014/main" id="{6AB7E26D-75AA-45DB-AEB6-88133B69B1A9}"/>
              </a:ext>
            </a:extLst>
          </p:cNvPr>
          <p:cNvSpPr>
            <a:spLocks xmlns:a="http://schemas.openxmlformats.org/drawingml/2006/main" noGrp="1"/>
          </p:cNvSpPr>
          <p:nvPr/>
        </p:nvSpPr>
        <p:spPr>
          <a:xfrm xmlns:a="http://schemas.openxmlformats.org/drawingml/2006/main">
            <a:off x="685800" y="28003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8313B"/>
                </a:solidFill>
                <a:latin typeface="Arial"/>
                <a:ea typeface="Arial"/>
                <a:cs typeface="Arial"/>
              </a:defRPr>
            </a:pPr>
            <a:r>
              <a:rPr sz="2700" b="1">
                <a:solidFill>
                  <a:srgbClr val="18313B"/>
                </a:solidFill>
                <a:latin typeface="Arial"/>
                <a:ea typeface="Arial"/>
                <a:cs typeface="Arial"/>
              </a:rPr>
              <a:t>Hoàn thiện nền tảng</a:t>
            </a:r>
          </a:p>
        </p:txBody>
      </p:sp>
      <p:sp>
        <p:nvSpPr>
          <p:cNvPr id="7" name="">
            <a:extLst xmlns:a="http://schemas.openxmlformats.org/drawingml/2006/main">
              <a:ext uri="{FF2B5EF4-FFF2-40B4-BE49-F238E27FC236}">
                <a16:creationId xmlns:a16="http://schemas.microsoft.com/office/drawing/2014/main" id="{E712FEC0-1E36-4321-A756-0A43FAD37438}"/>
              </a:ext>
            </a:extLst>
          </p:cNvPr>
          <p:cNvSpPr>
            <a:spLocks xmlns:a="http://schemas.openxmlformats.org/drawingml/2006/main" noGrp="1"/>
          </p:cNvSpPr>
          <p:nvPr/>
        </p:nvSpPr>
        <p:spPr>
          <a:xfrm xmlns:a="http://schemas.openxmlformats.org/drawingml/2006/main">
            <a:off x="723900" y="3705225"/>
            <a:ext cx="47434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D717A"/>
                </a:solidFill>
                <a:latin typeface="Arial"/>
                <a:ea typeface="Arial"/>
                <a:cs typeface="Arial"/>
              </a:defRPr>
            </a:pPr>
            <a:r>
              <a:rPr sz="2100" b="0">
                <a:solidFill>
                  <a:srgbClr val="5D717A"/>
                </a:solidFill>
                <a:latin typeface="Arial"/>
                <a:ea typeface="Arial"/>
                <a:cs typeface="Arial"/>
              </a:rPr>
              <a:t>Migration và hợp đồng API</a:t>
            </a:r>
          </a:p>
          <a:p xmlns:a="http://schemas.openxmlformats.org/drawingml/2006/main">
            <a:pPr>
              <a:defRPr sz="2100" b="0">
                <a:solidFill>
                  <a:srgbClr val="5D717A"/>
                </a:solidFill>
                <a:latin typeface="Arial"/>
                <a:ea typeface="Arial"/>
                <a:cs typeface="Arial"/>
              </a:defRPr>
            </a:pPr>
            <a:r>
              <a:rPr sz="2100" b="0">
                <a:solidFill>
                  <a:srgbClr val="5D717A"/>
                </a:solidFill>
                <a:latin typeface="Arial"/>
                <a:ea typeface="Arial"/>
                <a:cs typeface="Arial"/>
              </a:rPr>
              <a:t>Ký policy, cấu hình TLS</a:t>
            </a:r>
          </a:p>
          <a:p xmlns:a="http://schemas.openxmlformats.org/drawingml/2006/main">
            <a:pPr>
              <a:defRPr sz="2100" b="0">
                <a:solidFill>
                  <a:srgbClr val="5D717A"/>
                </a:solidFill>
                <a:latin typeface="Arial"/>
                <a:ea typeface="Arial"/>
                <a:cs typeface="Arial"/>
              </a:defRPr>
            </a:pPr>
            <a:r>
              <a:rPr sz="2100" b="0">
                <a:solidFill>
                  <a:srgbClr val="5D717A"/>
                </a:solidFill>
                <a:latin typeface="Arial"/>
                <a:ea typeface="Arial"/>
                <a:cs typeface="Arial"/>
              </a:rPr>
              <a:t>Giao diện lịch tuần và quota</a:t>
            </a:r>
          </a:p>
        </p:txBody>
      </p:sp>
      <p:sp>
        <p:nvSpPr>
          <p:cNvPr id="8" name="">
            <a:extLst xmlns:a="http://schemas.openxmlformats.org/drawingml/2006/main">
              <a:ext uri="{FF2B5EF4-FFF2-40B4-BE49-F238E27FC236}">
                <a16:creationId xmlns:a16="http://schemas.microsoft.com/office/drawing/2014/main" id="{35D5B9F8-F383-42AD-A44F-A297595A973C}"/>
              </a:ext>
            </a:extLst>
          </p:cNvPr>
          <p:cNvSpPr>
            <a:spLocks xmlns:a="http://schemas.openxmlformats.org/drawingml/2006/main" noGrp="1"/>
          </p:cNvSpPr>
          <p:nvPr/>
        </p:nvSpPr>
        <p:spPr>
          <a:xfrm xmlns:a="http://schemas.openxmlformats.org/drawingml/2006/main">
            <a:off x="6524625" y="2181225"/>
            <a:ext cx="4857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79"/>
                </a:solidFill>
                <a:latin typeface="Arial"/>
                <a:ea typeface="Arial"/>
                <a:cs typeface="Arial"/>
              </a:defRPr>
            </a:pPr>
            <a:r>
              <a:rPr sz="1575" b="1">
                <a:solidFill>
                  <a:srgbClr val="087F79"/>
                </a:solidFill>
                <a:latin typeface="Arial"/>
                <a:ea typeface="Arial"/>
                <a:cs typeface="Arial"/>
              </a:rPr>
              <a:t>AGENT WINDOWS</a:t>
            </a:r>
          </a:p>
        </p:txBody>
      </p:sp>
      <p:sp>
        <p:nvSpPr>
          <p:cNvPr id="9" name="">
            <a:extLst xmlns:a="http://schemas.openxmlformats.org/drawingml/2006/main">
              <a:ext uri="{FF2B5EF4-FFF2-40B4-BE49-F238E27FC236}">
                <a16:creationId xmlns:a16="http://schemas.microsoft.com/office/drawing/2014/main" id="{D58C2373-3B2E-4645-B303-99FDC3425CFC}"/>
              </a:ext>
            </a:extLst>
          </p:cNvPr>
          <p:cNvSpPr>
            <a:spLocks xmlns:a="http://schemas.openxmlformats.org/drawingml/2006/main" noGrp="1"/>
          </p:cNvSpPr>
          <p:nvPr/>
        </p:nvSpPr>
        <p:spPr>
          <a:xfrm xmlns:a="http://schemas.openxmlformats.org/drawingml/2006/main">
            <a:off x="6524625" y="2800350"/>
            <a:ext cx="5048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8313B"/>
                </a:solidFill>
                <a:latin typeface="Arial"/>
                <a:ea typeface="Arial"/>
                <a:cs typeface="Arial"/>
              </a:defRPr>
            </a:pPr>
            <a:r>
              <a:rPr sz="2475" b="1">
                <a:solidFill>
                  <a:srgbClr val="18313B"/>
                </a:solidFill>
                <a:latin typeface="Arial"/>
                <a:ea typeface="Arial"/>
                <a:cs typeface="Arial"/>
              </a:rPr>
              <a:t>Chuyển simulator thành agent</a:t>
            </a:r>
          </a:p>
        </p:txBody>
      </p:sp>
      <p:sp>
        <p:nvSpPr>
          <p:cNvPr id="10" name="">
            <a:extLst xmlns:a="http://schemas.openxmlformats.org/drawingml/2006/main">
              <a:ext uri="{FF2B5EF4-FFF2-40B4-BE49-F238E27FC236}">
                <a16:creationId xmlns:a16="http://schemas.microsoft.com/office/drawing/2014/main" id="{3BFFE9DA-23AA-487E-8D20-E24DC66E70D6}"/>
              </a:ext>
            </a:extLst>
          </p:cNvPr>
          <p:cNvSpPr>
            <a:spLocks xmlns:a="http://schemas.openxmlformats.org/drawingml/2006/main" noGrp="1"/>
          </p:cNvSpPr>
          <p:nvPr/>
        </p:nvSpPr>
        <p:spPr>
          <a:xfrm xmlns:a="http://schemas.openxmlformats.org/drawingml/2006/main">
            <a:off x="6562725" y="3886200"/>
            <a:ext cx="4762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D717A"/>
                </a:solidFill>
                <a:latin typeface="Arial"/>
                <a:ea typeface="Arial"/>
                <a:cs typeface="Arial"/>
              </a:defRPr>
            </a:pPr>
            <a:r>
              <a:rPr sz="2100" b="0">
                <a:solidFill>
                  <a:srgbClr val="5D717A"/>
                </a:solidFill>
                <a:latin typeface="Arial"/>
                <a:ea typeface="Arial"/>
                <a:cs typeface="Arial"/>
              </a:rPr>
              <a:t>Service và Tray UI</a:t>
            </a:r>
          </a:p>
          <a:p xmlns:a="http://schemas.openxmlformats.org/drawingml/2006/main">
            <a:pPr>
              <a:defRPr sz="2100" b="0">
                <a:solidFill>
                  <a:srgbClr val="5D717A"/>
                </a:solidFill>
                <a:latin typeface="Arial"/>
                <a:ea typeface="Arial"/>
                <a:cs typeface="Arial"/>
              </a:defRPr>
            </a:pPr>
            <a:r>
              <a:rPr sz="2100" b="0">
                <a:solidFill>
                  <a:srgbClr val="5D717A"/>
                </a:solidFill>
                <a:latin typeface="Arial"/>
                <a:ea typeface="Arial"/>
                <a:cs typeface="Arial"/>
              </a:rPr>
              <a:t>Lưu định danh, token an toàn</a:t>
            </a:r>
          </a:p>
          <a:p xmlns:a="http://schemas.openxmlformats.org/drawingml/2006/main">
            <a:pPr>
              <a:defRPr sz="2100" b="0">
                <a:solidFill>
                  <a:srgbClr val="5D717A"/>
                </a:solidFill>
                <a:latin typeface="Arial"/>
                <a:ea typeface="Arial"/>
                <a:cs typeface="Arial"/>
              </a:defRPr>
            </a:pPr>
            <a:r>
              <a:rPr sz="2100" b="0">
                <a:solidFill>
                  <a:srgbClr val="5D717A"/>
                </a:solidFill>
                <a:latin typeface="Arial"/>
                <a:ea typeface="Arial"/>
                <a:cs typeface="Arial"/>
              </a:rPr>
              <a:t>Bộ đếm monotonic và idle</a:t>
            </a:r>
          </a:p>
        </p:txBody>
      </p:sp>
      <p:sp>
        <p:nvSpPr>
          <p:cNvPr id="11" name="">
            <a:extLst xmlns:a="http://schemas.openxmlformats.org/drawingml/2006/main">
              <a:ext uri="{FF2B5EF4-FFF2-40B4-BE49-F238E27FC236}">
                <a16:creationId xmlns:a16="http://schemas.microsoft.com/office/drawing/2014/main" id="{4DC2B4D5-3F31-4FD3-8EDC-4A89BF38044D}"/>
              </a:ext>
            </a:extLst>
          </p:cNvPr>
          <p:cNvSpPr>
            <a:spLocks xmlns:a="http://schemas.openxmlformats.org/drawingml/2006/main" noGrp="1"/>
          </p:cNvSpPr>
          <p:nvPr/>
        </p:nvSpPr>
        <p:spPr>
          <a:xfrm xmlns:a="http://schemas.openxmlformats.org/drawingml/2006/main">
            <a:off x="723900" y="5581650"/>
            <a:ext cx="2400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79"/>
                </a:solidFill>
                <a:latin typeface="Arial"/>
                <a:ea typeface="Arial"/>
                <a:cs typeface="Arial"/>
              </a:defRPr>
            </a:pPr>
            <a:r>
              <a:rPr sz="2325" b="1">
                <a:solidFill>
                  <a:srgbClr val="087F79"/>
                </a:solidFill>
                <a:latin typeface="Arial"/>
                <a:ea typeface="Arial"/>
                <a:cs typeface="Arial"/>
              </a:rPr>
              <a:t>Mốc tuần 2</a:t>
            </a:r>
          </a:p>
        </p:txBody>
      </p:sp>
      <p:sp>
        <p:nvSpPr>
          <p:cNvPr id="12" name="">
            <a:extLst xmlns:a="http://schemas.openxmlformats.org/drawingml/2006/main">
              <a:ext uri="{FF2B5EF4-FFF2-40B4-BE49-F238E27FC236}">
                <a16:creationId xmlns:a16="http://schemas.microsoft.com/office/drawing/2014/main" id="{C8A2D591-7F5C-47B1-BACF-6F5BAA96E5B9}"/>
              </a:ext>
            </a:extLst>
          </p:cNvPr>
          <p:cNvSpPr>
            <a:spLocks xmlns:a="http://schemas.openxmlformats.org/drawingml/2006/main" noGrp="1"/>
          </p:cNvSpPr>
          <p:nvPr/>
        </p:nvSpPr>
        <p:spPr>
          <a:xfrm xmlns:a="http://schemas.openxmlformats.org/drawingml/2006/main">
            <a:off x="3181350" y="5629275"/>
            <a:ext cx="833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Quota và lịch tuần hoạt động trên máy thử nghiệm</a:t>
            </a:r>
          </a:p>
        </p:txBody>
      </p:sp>
    </p:spTree>
    <p:extLst>
      <p:ext uri="{BB962C8B-B14F-4D97-AF65-F5344CB8AC3E}">
        <p14:creationId xmlns:p14="http://schemas.microsoft.com/office/powerpoint/2010/main" val="1631838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2026-09-28T11:16:44.5030000Z</dcterms:created>
  <dcterms:modified xsi:type="dcterms:W3CDTF">2026-09-28T11:16:44.5030000Z</dcterms:modified>
</coreProperties>
</file>